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3"/>
  </p:notesMasterIdLst>
  <p:sldIdLst>
    <p:sldId id="256" r:id="rId2"/>
    <p:sldId id="402" r:id="rId3"/>
    <p:sldId id="536" r:id="rId4"/>
    <p:sldId id="259" r:id="rId5"/>
    <p:sldId id="403" r:id="rId6"/>
    <p:sldId id="404" r:id="rId7"/>
    <p:sldId id="405" r:id="rId8"/>
    <p:sldId id="537" r:id="rId9"/>
    <p:sldId id="406" r:id="rId10"/>
    <p:sldId id="263" r:id="rId11"/>
    <p:sldId id="407" r:id="rId12"/>
    <p:sldId id="408" r:id="rId13"/>
    <p:sldId id="552" r:id="rId14"/>
    <p:sldId id="538" r:id="rId15"/>
    <p:sldId id="409" r:id="rId16"/>
    <p:sldId id="535" r:id="rId17"/>
    <p:sldId id="410" r:id="rId18"/>
    <p:sldId id="411" r:id="rId19"/>
    <p:sldId id="412" r:id="rId20"/>
    <p:sldId id="553" r:id="rId21"/>
    <p:sldId id="413" r:id="rId22"/>
    <p:sldId id="414" r:id="rId23"/>
    <p:sldId id="415" r:id="rId24"/>
    <p:sldId id="431" r:id="rId25"/>
    <p:sldId id="432" r:id="rId26"/>
    <p:sldId id="433" r:id="rId27"/>
    <p:sldId id="554" r:id="rId28"/>
    <p:sldId id="434" r:id="rId29"/>
    <p:sldId id="435" r:id="rId30"/>
    <p:sldId id="436" r:id="rId31"/>
    <p:sldId id="555" r:id="rId32"/>
    <p:sldId id="438" r:id="rId33"/>
    <p:sldId id="556" r:id="rId34"/>
    <p:sldId id="439" r:id="rId35"/>
    <p:sldId id="590" r:id="rId36"/>
    <p:sldId id="557" r:id="rId37"/>
    <p:sldId id="539" r:id="rId38"/>
    <p:sldId id="540" r:id="rId39"/>
    <p:sldId id="440" r:id="rId40"/>
    <p:sldId id="441" r:id="rId41"/>
    <p:sldId id="442" r:id="rId42"/>
    <p:sldId id="558" r:id="rId43"/>
    <p:sldId id="443" r:id="rId44"/>
    <p:sldId id="444" r:id="rId45"/>
    <p:sldId id="416" r:id="rId46"/>
    <p:sldId id="417" r:id="rId47"/>
    <p:sldId id="418" r:id="rId48"/>
    <p:sldId id="419" r:id="rId49"/>
    <p:sldId id="559" r:id="rId50"/>
    <p:sldId id="420" r:id="rId51"/>
    <p:sldId id="541" r:id="rId52"/>
    <p:sldId id="421" r:id="rId53"/>
    <p:sldId id="560" r:id="rId54"/>
    <p:sldId id="422" r:id="rId55"/>
    <p:sldId id="561" r:id="rId56"/>
    <p:sldId id="290" r:id="rId57"/>
    <p:sldId id="423" r:id="rId58"/>
    <p:sldId id="562" r:id="rId59"/>
    <p:sldId id="424" r:id="rId60"/>
    <p:sldId id="542" r:id="rId61"/>
    <p:sldId id="425" r:id="rId62"/>
    <p:sldId id="426" r:id="rId63"/>
    <p:sldId id="445" r:id="rId64"/>
    <p:sldId id="563" r:id="rId65"/>
    <p:sldId id="447" r:id="rId66"/>
    <p:sldId id="446" r:id="rId67"/>
    <p:sldId id="448" r:id="rId68"/>
    <p:sldId id="449" r:id="rId69"/>
    <p:sldId id="543" r:id="rId70"/>
    <p:sldId id="450" r:id="rId71"/>
    <p:sldId id="451" r:id="rId72"/>
    <p:sldId id="591" r:id="rId73"/>
    <p:sldId id="452" r:id="rId74"/>
    <p:sldId id="564" r:id="rId75"/>
    <p:sldId id="455" r:id="rId76"/>
    <p:sldId id="453" r:id="rId77"/>
    <p:sldId id="565" r:id="rId78"/>
    <p:sldId id="454" r:id="rId79"/>
    <p:sldId id="456" r:id="rId80"/>
    <p:sldId id="566" r:id="rId81"/>
    <p:sldId id="457" r:id="rId82"/>
    <p:sldId id="567" r:id="rId83"/>
    <p:sldId id="458" r:id="rId84"/>
    <p:sldId id="459" r:id="rId85"/>
    <p:sldId id="460" r:id="rId86"/>
    <p:sldId id="461" r:id="rId87"/>
    <p:sldId id="462" r:id="rId88"/>
    <p:sldId id="463" r:id="rId89"/>
    <p:sldId id="568" r:id="rId90"/>
    <p:sldId id="464" r:id="rId91"/>
    <p:sldId id="465" r:id="rId92"/>
    <p:sldId id="569" r:id="rId93"/>
    <p:sldId id="466" r:id="rId94"/>
    <p:sldId id="570" r:id="rId95"/>
    <p:sldId id="467" r:id="rId96"/>
    <p:sldId id="468" r:id="rId97"/>
    <p:sldId id="571" r:id="rId98"/>
    <p:sldId id="469" r:id="rId99"/>
    <p:sldId id="470" r:id="rId100"/>
    <p:sldId id="572" r:id="rId101"/>
    <p:sldId id="471" r:id="rId102"/>
    <p:sldId id="472" r:id="rId103"/>
    <p:sldId id="544" r:id="rId104"/>
    <p:sldId id="473" r:id="rId105"/>
    <p:sldId id="474" r:id="rId106"/>
    <p:sldId id="475" r:id="rId107"/>
    <p:sldId id="574" r:id="rId108"/>
    <p:sldId id="332" r:id="rId109"/>
    <p:sldId id="476" r:id="rId110"/>
    <p:sldId id="575" r:id="rId111"/>
    <p:sldId id="477" r:id="rId112"/>
    <p:sldId id="545" r:id="rId113"/>
    <p:sldId id="336" r:id="rId114"/>
    <p:sldId id="478" r:id="rId115"/>
    <p:sldId id="576" r:id="rId116"/>
    <p:sldId id="479" r:id="rId117"/>
    <p:sldId id="480" r:id="rId118"/>
    <p:sldId id="481" r:id="rId119"/>
    <p:sldId id="577" r:id="rId120"/>
    <p:sldId id="340" r:id="rId121"/>
    <p:sldId id="482" r:id="rId122"/>
    <p:sldId id="483" r:id="rId123"/>
    <p:sldId id="578" r:id="rId124"/>
    <p:sldId id="484" r:id="rId125"/>
    <p:sldId id="596" r:id="rId126"/>
    <p:sldId id="485" r:id="rId127"/>
    <p:sldId id="579" r:id="rId128"/>
    <p:sldId id="486" r:id="rId129"/>
    <p:sldId id="487" r:id="rId130"/>
    <p:sldId id="488" r:id="rId131"/>
    <p:sldId id="489" r:id="rId132"/>
    <p:sldId id="546" r:id="rId133"/>
    <p:sldId id="490" r:id="rId134"/>
    <p:sldId id="547" r:id="rId135"/>
    <p:sldId id="491" r:id="rId136"/>
    <p:sldId id="548" r:id="rId137"/>
    <p:sldId id="492" r:id="rId138"/>
    <p:sldId id="549" r:id="rId139"/>
    <p:sldId id="354" r:id="rId140"/>
    <p:sldId id="494" r:id="rId141"/>
    <p:sldId id="495" r:id="rId142"/>
    <p:sldId id="580" r:id="rId143"/>
    <p:sldId id="496" r:id="rId144"/>
    <p:sldId id="581" r:id="rId145"/>
    <p:sldId id="497" r:id="rId146"/>
    <p:sldId id="498" r:id="rId147"/>
    <p:sldId id="499" r:id="rId148"/>
    <p:sldId id="362" r:id="rId149"/>
    <p:sldId id="500" r:id="rId150"/>
    <p:sldId id="527" r:id="rId151"/>
    <p:sldId id="528" r:id="rId152"/>
    <p:sldId id="583" r:id="rId153"/>
    <p:sldId id="529" r:id="rId154"/>
    <p:sldId id="530" r:id="rId155"/>
    <p:sldId id="531" r:id="rId156"/>
    <p:sldId id="532" r:id="rId157"/>
    <p:sldId id="380" r:id="rId158"/>
    <p:sldId id="534" r:id="rId159"/>
    <p:sldId id="512" r:id="rId160"/>
    <p:sldId id="550" r:id="rId161"/>
    <p:sldId id="514" r:id="rId162"/>
    <p:sldId id="515" r:id="rId163"/>
    <p:sldId id="516" r:id="rId164"/>
    <p:sldId id="551" r:id="rId165"/>
    <p:sldId id="517" r:id="rId166"/>
    <p:sldId id="389" r:id="rId167"/>
    <p:sldId id="522" r:id="rId168"/>
    <p:sldId id="595" r:id="rId169"/>
    <p:sldId id="592" r:id="rId170"/>
    <p:sldId id="593" r:id="rId171"/>
    <p:sldId id="594" r:id="rId172"/>
    <p:sldId id="518" r:id="rId173"/>
    <p:sldId id="584" r:id="rId174"/>
    <p:sldId id="519" r:id="rId175"/>
    <p:sldId id="585" r:id="rId176"/>
    <p:sldId id="393" r:id="rId177"/>
    <p:sldId id="533" r:id="rId178"/>
    <p:sldId id="588" r:id="rId179"/>
    <p:sldId id="520" r:id="rId180"/>
    <p:sldId id="589" r:id="rId181"/>
    <p:sldId id="521" r:id="rId182"/>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FFFFFF"/>
    <a:srgbClr val="FFCC66"/>
    <a:srgbClr val="9BBB59"/>
    <a:srgbClr val="F2F2F2"/>
    <a:srgbClr val="99B16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E25E649-3F16-4E02-A733-19D2CDBF48F0}" styleName="中等深淺樣式 3 - 輔色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59" autoAdjust="0"/>
    <p:restoredTop sz="94660"/>
  </p:normalViewPr>
  <p:slideViewPr>
    <p:cSldViewPr snapToObjects="1">
      <p:cViewPr varScale="1">
        <p:scale>
          <a:sx n="87" d="100"/>
          <a:sy n="87" d="100"/>
        </p:scale>
        <p:origin x="1080" y="-66"/>
      </p:cViewPr>
      <p:guideLst>
        <p:guide orient="horz" pos="2160"/>
        <p:guide pos="2880"/>
        <p:guide orient="horz" pos="1620"/>
      </p:guideLst>
    </p:cSldViewPr>
  </p:slideViewPr>
  <p:notesTextViewPr>
    <p:cViewPr>
      <p:scale>
        <a:sx n="1" d="1"/>
        <a:sy n="1" d="1"/>
      </p:scale>
      <p:origin x="0" y="0"/>
    </p:cViewPr>
  </p:notesTextViewPr>
  <p:gridSpacing cx="45005" cy="450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openxmlformats.org/officeDocument/2006/relationships/slide" Target="slides/slide174.xml"/><Relationship Id="rId170" Type="http://schemas.openxmlformats.org/officeDocument/2006/relationships/slide" Target="slides/slide169.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s>
</file>

<file path=ppt/diagrams/_rels/data1.xml.rels><?xml version="1.0" encoding="UTF-8" standalone="yes"?>
<Relationships xmlns="http://schemas.openxmlformats.org/package/2006/relationships"><Relationship Id="rId3" Type="http://schemas.openxmlformats.org/officeDocument/2006/relationships/slide" Target="../slides/slide52.xml"/><Relationship Id="rId2" Type="http://schemas.openxmlformats.org/officeDocument/2006/relationships/slide" Target="../slides/slide47.xml"/><Relationship Id="rId1" Type="http://schemas.openxmlformats.org/officeDocument/2006/relationships/slide" Target="../slides/slide45.xml"/><Relationship Id="rId4" Type="http://schemas.openxmlformats.org/officeDocument/2006/relationships/slide" Target="../slides/slide59.xml"/></Relationships>
</file>

<file path=ppt/diagrams/_rels/data2.xml.rels><?xml version="1.0" encoding="UTF-8" standalone="yes"?>
<Relationships xmlns="http://schemas.openxmlformats.org/package/2006/relationships"><Relationship Id="rId3" Type="http://schemas.openxmlformats.org/officeDocument/2006/relationships/slide" Target="../slides/slide29.xml"/><Relationship Id="rId2" Type="http://schemas.openxmlformats.org/officeDocument/2006/relationships/slide" Target="../slides/slide25.xml"/><Relationship Id="rId1" Type="http://schemas.openxmlformats.org/officeDocument/2006/relationships/slide" Target="../slides/slide23.xml"/><Relationship Id="rId4" Type="http://schemas.openxmlformats.org/officeDocument/2006/relationships/slide" Target="../slides/slide40.xml"/></Relationships>
</file>

<file path=ppt/diagrams/_rels/data8.xml.rels><?xml version="1.0" encoding="UTF-8" standalone="yes"?>
<Relationships xmlns="http://schemas.openxmlformats.org/package/2006/relationships"><Relationship Id="rId3" Type="http://schemas.openxmlformats.org/officeDocument/2006/relationships/slide" Target="../slides/slide87.xml"/><Relationship Id="rId2" Type="http://schemas.openxmlformats.org/officeDocument/2006/relationships/slide" Target="../slides/slide79.xml"/><Relationship Id="rId1" Type="http://schemas.openxmlformats.org/officeDocument/2006/relationships/slide" Target="../slides/slide71.xml"/><Relationship Id="rId4" Type="http://schemas.openxmlformats.org/officeDocument/2006/relationships/slide" Target="../slides/slide93.xml"/></Relationships>
</file>

<file path=ppt/diagrams/_rels/data13.xml.rels><?xml version="1.0" encoding="UTF-8" standalone="yes"?>
<Relationships xmlns="http://schemas.openxmlformats.org/package/2006/relationships"><Relationship Id="rId3" Type="http://schemas.openxmlformats.org/officeDocument/2006/relationships/slide" Target="../slides/slide149.xml"/><Relationship Id="rId2" Type="http://schemas.openxmlformats.org/officeDocument/2006/relationships/slide" Target="../slides/slide146.xml"/><Relationship Id="rId1" Type="http://schemas.openxmlformats.org/officeDocument/2006/relationships/slide" Target="../slides/slide14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1">
  <dgm:title val=""/>
  <dgm:desc val=""/>
  <dgm:catLst>
    <dgm:cat type="accent3" pri="11100"/>
  </dgm:catLst>
  <dgm:styleLbl name="node0">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3">
        <a:shade val="80000"/>
      </a:schemeClr>
    </dgm:linClrLst>
    <dgm:effectClrLst/>
    <dgm:txLinClrLst/>
    <dgm:txFillClrLst/>
    <dgm:txEffectClrLst/>
  </dgm:styleLbl>
  <dgm:styleLbl name="node2">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fgImgPlace1">
    <dgm:fillClrLst meth="repeat">
      <a:schemeClr val="accent3">
        <a:tint val="40000"/>
      </a:schemeClr>
    </dgm:fillClrLst>
    <dgm:linClrLst meth="repeat">
      <a:schemeClr val="accent3">
        <a:shade val="80000"/>
      </a:schemeClr>
    </dgm:linClrLst>
    <dgm:effectClrLst/>
    <dgm:txLinClrLst/>
    <dgm:txFillClrLst meth="repeat">
      <a:schemeClr val="lt1"/>
    </dgm:txFillClrLst>
    <dgm:txEffectClrLst/>
  </dgm:styleLbl>
  <dgm:styleLbl name="alignImgPlace1">
    <dgm:fillClrLst meth="repeat">
      <a:schemeClr val="accent3">
        <a:tint val="40000"/>
      </a:schemeClr>
    </dgm:fillClrLst>
    <dgm:linClrLst meth="repeat">
      <a:schemeClr val="accent3">
        <a:shade val="80000"/>
      </a:schemeClr>
    </dgm:linClrLst>
    <dgm:effectClrLst/>
    <dgm:txLinClrLst/>
    <dgm:txFillClrLst meth="repeat">
      <a:schemeClr val="lt1"/>
    </dgm:txFillClrLst>
    <dgm:txEffectClrLst/>
  </dgm:styleLbl>
  <dgm:styleLbl name="bgImgPlace1">
    <dgm:fillClrLst meth="repeat">
      <a:schemeClr val="accent3">
        <a:tint val="40000"/>
      </a:schemeClr>
    </dgm:fillClrLst>
    <dgm:linClrLst meth="repeat">
      <a:schemeClr val="accent3">
        <a:shade val="80000"/>
      </a:schemeClr>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meth="repeat">
      <a:schemeClr val="dk1"/>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meth="repeat">
      <a:schemeClr val="dk1"/>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meth="repeat">
      <a:schemeClr val="dk1"/>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dgm:linClrLst>
    <dgm:effectClrLst/>
    <dgm:txLinClrLst/>
    <dgm:txFillClrLst meth="repeat">
      <a:schemeClr val="tx1"/>
    </dgm:txFillClrLst>
    <dgm:txEffectClrLst/>
  </dgm:styleLbl>
  <dgm:styleLbl name="asst0">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3">
        <a:shade val="80000"/>
      </a:schemeClr>
    </dgm:linClrLst>
    <dgm:effectClrLst/>
    <dgm:txLinClrLst/>
    <dgm:txFillClrLst meth="repeat">
      <a:schemeClr val="dk1"/>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dgm:txEffectClrLst/>
  </dgm:styleLbl>
  <dgm:styleLbl name="parChTrans2D2">
    <dgm:fillClrLst meth="repeat">
      <a:schemeClr val="accent3"/>
    </dgm:fillClrLst>
    <dgm:linClrLst meth="repeat">
      <a:schemeClr val="accent3"/>
    </dgm:linClrLst>
    <dgm:effectClrLst/>
    <dgm:txLinClrLst/>
    <dgm:txFillClrLst/>
    <dgm:txEffectClrLst/>
  </dgm:styleLbl>
  <dgm:styleLbl name="parChTrans2D3">
    <dgm:fillClrLst meth="repeat">
      <a:schemeClr val="accent3"/>
    </dgm:fillClrLst>
    <dgm:linClrLst meth="repeat">
      <a:schemeClr val="accent3"/>
    </dgm:linClrLst>
    <dgm:effectClrLst/>
    <dgm:txLinClrLst/>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accent3">
        <a:alpha val="90000"/>
        <a:tint val="40000"/>
      </a:schemeClr>
    </dgm:fillClrLst>
    <dgm:linClrLst meth="repeat">
      <a:schemeClr val="accent3"/>
    </dgm:linClrLst>
    <dgm:effectClrLst/>
    <dgm:txLinClrLst/>
    <dgm:txFillClrLst meth="repeat">
      <a:schemeClr val="dk1"/>
    </dgm:txFillClrLst>
    <dgm:txEffectClrLst/>
  </dgm:styleLbl>
  <dgm:styleLbl name="conFgAcc1">
    <dgm:fillClrLst meth="repeat">
      <a:schemeClr val="accent3">
        <a:alpha val="90000"/>
        <a:tint val="40000"/>
      </a:schemeClr>
    </dgm:fillClrLst>
    <dgm:linClrLst meth="repeat">
      <a:schemeClr val="accent3"/>
    </dgm:linClrLst>
    <dgm:effectClrLst/>
    <dgm:txLinClrLst/>
    <dgm:txFillClrLst meth="repeat">
      <a:schemeClr val="dk1"/>
    </dgm:txFillClrLst>
    <dgm:txEffectClrLst/>
  </dgm:styleLbl>
  <dgm:styleLbl name="alignAcc1">
    <dgm:fillClrLst meth="repeat">
      <a:schemeClr val="accent3">
        <a:alpha val="90000"/>
        <a:tint val="40000"/>
      </a:schemeClr>
    </dgm:fillClrLst>
    <dgm:linClrLst meth="repeat">
      <a:schemeClr val="accent3"/>
    </dgm:linClrLst>
    <dgm:effectClrLst/>
    <dgm:txLinClrLst/>
    <dgm:txFillClrLst meth="repeat">
      <a:schemeClr val="dk1"/>
    </dgm:txFillClrLst>
    <dgm:txEffectClrLst/>
  </dgm:styleLbl>
  <dgm:styleLbl name="trAlignAcc1">
    <dgm:fillClrLst meth="repeat">
      <a:schemeClr val="accent3">
        <a:alpha val="40000"/>
        <a:tint val="40000"/>
      </a:schemeClr>
    </dgm:fillClrLst>
    <dgm:linClrLst meth="repeat">
      <a:schemeClr val="accent3"/>
    </dgm:linClrLst>
    <dgm:effectClrLst/>
    <dgm:txLinClrLst/>
    <dgm:txFillClrLst meth="repeat">
      <a:schemeClr val="dk1"/>
    </dgm:txFillClrLst>
    <dgm:txEffectClrLst/>
  </dgm:styleLbl>
  <dgm:styleLbl name="bgAcc1">
    <dgm:fillClrLst meth="repeat">
      <a:schemeClr val="accent3">
        <a:alpha val="90000"/>
        <a:tint val="4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3">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3">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3">
        <a:alpha val="90000"/>
      </a:schemeClr>
    </dgm:linClrLst>
    <dgm:effectClrLst/>
    <dgm:txLinClrLst/>
    <dgm:txFillClrLst meth="repeat">
      <a:schemeClr val="dk1"/>
    </dgm:txFillClrLst>
    <dgm:txEffectClrLst/>
  </dgm:styleLbl>
  <dgm:styleLbl name="fgAcc0">
    <dgm:fillClrLst meth="repeat">
      <a:schemeClr val="accent3">
        <a:alpha val="90000"/>
        <a:tint val="40000"/>
      </a:schemeClr>
    </dgm:fillClrLst>
    <dgm:linClrLst meth="repeat">
      <a:schemeClr val="accent3"/>
    </dgm:linClrLst>
    <dgm:effectClrLst/>
    <dgm:txLinClrLst/>
    <dgm:txFillClrLst meth="repeat">
      <a:schemeClr val="dk1"/>
    </dgm:txFillClrLst>
    <dgm:txEffectClrLst/>
  </dgm:styleLbl>
  <dgm:styleLbl name="fgAcc2">
    <dgm:fillClrLst meth="repeat">
      <a:schemeClr val="accent3">
        <a:alpha val="90000"/>
        <a:tint val="40000"/>
      </a:schemeClr>
    </dgm:fillClrLst>
    <dgm:linClrLst meth="repeat">
      <a:schemeClr val="accent3"/>
    </dgm:linClrLst>
    <dgm:effectClrLst/>
    <dgm:txLinClrLst/>
    <dgm:txFillClrLst meth="repeat">
      <a:schemeClr val="dk1"/>
    </dgm:txFillClrLst>
    <dgm:txEffectClrLst/>
  </dgm:styleLbl>
  <dgm:styleLbl name="fgAcc3">
    <dgm:fillClrLst meth="repeat">
      <a:schemeClr val="accent3">
        <a:alpha val="90000"/>
        <a:tint val="40000"/>
      </a:schemeClr>
    </dgm:fillClrLst>
    <dgm:linClrLst meth="repeat">
      <a:schemeClr val="accent3"/>
    </dgm:linClrLst>
    <dgm:effectClrLst/>
    <dgm:txLinClrLst/>
    <dgm:txFillClrLst meth="repeat">
      <a:schemeClr val="dk1"/>
    </dgm:txFillClrLst>
    <dgm:txEffectClrLst/>
  </dgm:styleLbl>
  <dgm:styleLbl name="fgAcc4">
    <dgm:fillClrLst meth="repeat">
      <a:schemeClr val="accent3">
        <a:alpha val="90000"/>
        <a:tint val="4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5D41246-96C3-4A2D-A555-4D187D9A98FA}" type="doc">
      <dgm:prSet loTypeId="urn:microsoft.com/office/officeart/2005/8/layout/default" loCatId="list" qsTypeId="urn:microsoft.com/office/officeart/2005/8/quickstyle/3d1" qsCatId="3D" csTypeId="urn:microsoft.com/office/officeart/2005/8/colors/colorful1" csCatId="colorful" phldr="1"/>
      <dgm:spPr/>
      <dgm:t>
        <a:bodyPr/>
        <a:lstStyle/>
        <a:p>
          <a:endParaRPr lang="zh-TW" altLang="en-US"/>
        </a:p>
      </dgm:t>
    </dgm:pt>
    <dgm:pt modelId="{BD197505-D040-4160-A225-62F64A4DD4B0}">
      <dgm:prSet/>
      <dgm:spPr/>
      <dgm:t>
        <a:bodyPr/>
        <a:lstStyle/>
        <a:p>
          <a:pPr rtl="0"/>
          <a:r>
            <a:rPr lang="zh-TW" b="1" dirty="0"/>
            <a:t>主機型</a:t>
          </a:r>
          <a:br>
            <a:rPr lang="en-US" altLang="zh-TW" b="1" dirty="0"/>
          </a:br>
          <a:r>
            <a:rPr lang="zh-TW" b="1" dirty="0"/>
            <a:t>系統</a:t>
          </a:r>
          <a:endParaRPr lang="zh-TW" dirty="0"/>
        </a:p>
      </dgm:t>
    </dgm:pt>
    <dgm:pt modelId="{DB957068-8314-4162-B5AA-05C553D1D6E6}" type="parTrans" cxnId="{61F6E06D-F4B4-4F58-9477-3E511CED9382}">
      <dgm:prSet/>
      <dgm:spPr/>
      <dgm:t>
        <a:bodyPr/>
        <a:lstStyle/>
        <a:p>
          <a:endParaRPr lang="zh-TW" altLang="en-US"/>
        </a:p>
      </dgm:t>
    </dgm:pt>
    <dgm:pt modelId="{5A2205C2-35D2-47D5-A6A0-9F8045E76F34}" type="sibTrans" cxnId="{61F6E06D-F4B4-4F58-9477-3E511CED9382}">
      <dgm:prSet/>
      <dgm:spPr/>
      <dgm:t>
        <a:bodyPr/>
        <a:lstStyle/>
        <a:p>
          <a:endParaRPr lang="zh-TW" altLang="en-US"/>
        </a:p>
      </dgm:t>
    </dgm:pt>
    <dgm:pt modelId="{E18F6710-7D57-42DD-80F1-480FA68705E0}">
      <dgm:prSet/>
      <dgm:spPr/>
      <dgm:t>
        <a:bodyPr/>
        <a:lstStyle/>
        <a:p>
          <a:pPr rtl="0"/>
          <a:r>
            <a:rPr lang="zh-TW" b="1" dirty="0"/>
            <a:t>個人電腦</a:t>
          </a:r>
          <a:br>
            <a:rPr lang="en-US" altLang="zh-TW" b="1" dirty="0"/>
          </a:br>
          <a:r>
            <a:rPr lang="zh-TW" b="1" dirty="0"/>
            <a:t>系統</a:t>
          </a:r>
          <a:endParaRPr lang="zh-TW" dirty="0"/>
        </a:p>
      </dgm:t>
      <dgm:extLst>
        <a:ext uri="{E40237B7-FDA0-4F09-8148-C483321AD2D9}">
          <dgm14:cNvPr xmlns:dgm14="http://schemas.microsoft.com/office/drawing/2010/diagram" id="0" name="">
            <a:hlinkClick xmlns:r="http://schemas.openxmlformats.org/officeDocument/2006/relationships" r:id="rId1" action="ppaction://hlinksldjump"/>
          </dgm14:cNvPr>
        </a:ext>
      </dgm:extLst>
    </dgm:pt>
    <dgm:pt modelId="{871A0EF6-9CAD-482E-B5C4-67101124FFEE}" type="parTrans" cxnId="{C61D8B42-15DB-4C68-9461-C42448AE1F89}">
      <dgm:prSet/>
      <dgm:spPr/>
      <dgm:t>
        <a:bodyPr/>
        <a:lstStyle/>
        <a:p>
          <a:endParaRPr lang="zh-TW" altLang="en-US"/>
        </a:p>
      </dgm:t>
    </dgm:pt>
    <dgm:pt modelId="{F0F6DD15-D525-4855-B25E-225D9BA45966}" type="sibTrans" cxnId="{C61D8B42-15DB-4C68-9461-C42448AE1F89}">
      <dgm:prSet/>
      <dgm:spPr/>
      <dgm:t>
        <a:bodyPr/>
        <a:lstStyle/>
        <a:p>
          <a:endParaRPr lang="zh-TW" altLang="en-US"/>
        </a:p>
      </dgm:t>
    </dgm:pt>
    <dgm:pt modelId="{79F11B6C-881E-4D03-A658-41CCFF376653}">
      <dgm:prSet/>
      <dgm:spPr/>
      <dgm:t>
        <a:bodyPr/>
        <a:lstStyle/>
        <a:p>
          <a:pPr rtl="0"/>
          <a:r>
            <a:rPr lang="zh-TW" b="1" dirty="0"/>
            <a:t>多處理器</a:t>
          </a:r>
          <a:br>
            <a:rPr lang="en-US" altLang="zh-TW" b="1" dirty="0"/>
          </a:br>
          <a:r>
            <a:rPr lang="zh-TW" b="1" dirty="0"/>
            <a:t>系統</a:t>
          </a:r>
          <a:endParaRPr lang="zh-TW" dirty="0"/>
        </a:p>
      </dgm:t>
      <dgm:extLst>
        <a:ext uri="{E40237B7-FDA0-4F09-8148-C483321AD2D9}">
          <dgm14:cNvPr xmlns:dgm14="http://schemas.microsoft.com/office/drawing/2010/diagram" id="0" name="">
            <a:hlinkClick xmlns:r="http://schemas.openxmlformats.org/officeDocument/2006/relationships" r:id="rId2" action="ppaction://hlinksldjump"/>
          </dgm14:cNvPr>
        </a:ext>
      </dgm:extLst>
    </dgm:pt>
    <dgm:pt modelId="{BD19F940-34B7-4509-8701-B878C42895EC}" type="parTrans" cxnId="{FA68E910-93C2-4850-B765-BF5E9F6EE9BD}">
      <dgm:prSet/>
      <dgm:spPr/>
      <dgm:t>
        <a:bodyPr/>
        <a:lstStyle/>
        <a:p>
          <a:endParaRPr lang="zh-TW" altLang="en-US"/>
        </a:p>
      </dgm:t>
    </dgm:pt>
    <dgm:pt modelId="{DB8EFCDD-7522-49D8-B7FF-E2540F82558F}" type="sibTrans" cxnId="{FA68E910-93C2-4850-B765-BF5E9F6EE9BD}">
      <dgm:prSet/>
      <dgm:spPr/>
      <dgm:t>
        <a:bodyPr/>
        <a:lstStyle/>
        <a:p>
          <a:endParaRPr lang="zh-TW" altLang="en-US"/>
        </a:p>
      </dgm:t>
    </dgm:pt>
    <dgm:pt modelId="{9F87D78F-957C-44E2-ACEE-A2A44BB7BBDB}">
      <dgm:prSet/>
      <dgm:spPr/>
      <dgm:t>
        <a:bodyPr/>
        <a:lstStyle/>
        <a:p>
          <a:pPr rtl="0"/>
          <a:r>
            <a:rPr lang="zh-TW" b="1" dirty="0"/>
            <a:t>分散式系統</a:t>
          </a:r>
          <a:endParaRPr lang="zh-TW" dirty="0"/>
        </a:p>
      </dgm:t>
      <dgm:extLst>
        <a:ext uri="{E40237B7-FDA0-4F09-8148-C483321AD2D9}">
          <dgm14:cNvPr xmlns:dgm14="http://schemas.microsoft.com/office/drawing/2010/diagram" id="0" name="">
            <a:hlinkClick xmlns:r="http://schemas.openxmlformats.org/officeDocument/2006/relationships" r:id="rId3" action="ppaction://hlinksldjump"/>
          </dgm14:cNvPr>
        </a:ext>
      </dgm:extLst>
    </dgm:pt>
    <dgm:pt modelId="{2FDF499C-8A7C-400E-88CC-378672D1886E}" type="parTrans" cxnId="{C9C82757-1DD3-47FD-9956-758701DAAA9D}">
      <dgm:prSet/>
      <dgm:spPr/>
      <dgm:t>
        <a:bodyPr/>
        <a:lstStyle/>
        <a:p>
          <a:endParaRPr lang="zh-TW" altLang="en-US"/>
        </a:p>
      </dgm:t>
    </dgm:pt>
    <dgm:pt modelId="{601F5785-14B8-42B5-9130-B2ACF2378775}" type="sibTrans" cxnId="{C9C82757-1DD3-47FD-9956-758701DAAA9D}">
      <dgm:prSet/>
      <dgm:spPr/>
      <dgm:t>
        <a:bodyPr/>
        <a:lstStyle/>
        <a:p>
          <a:endParaRPr lang="zh-TW" altLang="en-US"/>
        </a:p>
      </dgm:t>
    </dgm:pt>
    <dgm:pt modelId="{017AF63A-8C74-4267-9C83-5BF2C9B30DEE}">
      <dgm:prSet/>
      <dgm:spPr/>
      <dgm:t>
        <a:bodyPr/>
        <a:lstStyle/>
        <a:p>
          <a:pPr rtl="0"/>
          <a:r>
            <a:rPr lang="zh-TW" b="1"/>
            <a:t>即時系統</a:t>
          </a:r>
          <a:endParaRPr lang="zh-TW"/>
        </a:p>
      </dgm:t>
      <dgm:extLst>
        <a:ext uri="{E40237B7-FDA0-4F09-8148-C483321AD2D9}">
          <dgm14:cNvPr xmlns:dgm14="http://schemas.microsoft.com/office/drawing/2010/diagram" id="0" name="">
            <a:hlinkClick xmlns:r="http://schemas.openxmlformats.org/officeDocument/2006/relationships" r:id="rId4" action="ppaction://hlinksldjump"/>
          </dgm14:cNvPr>
        </a:ext>
      </dgm:extLst>
    </dgm:pt>
    <dgm:pt modelId="{286559F9-AE24-4FF7-9D86-2882F94EE048}" type="parTrans" cxnId="{E629D2AC-BDCD-4E22-B648-9F543E507A5E}">
      <dgm:prSet/>
      <dgm:spPr/>
      <dgm:t>
        <a:bodyPr/>
        <a:lstStyle/>
        <a:p>
          <a:endParaRPr lang="zh-TW" altLang="en-US"/>
        </a:p>
      </dgm:t>
    </dgm:pt>
    <dgm:pt modelId="{58B20207-7078-410D-A4CA-1AE2CA1E0098}" type="sibTrans" cxnId="{E629D2AC-BDCD-4E22-B648-9F543E507A5E}">
      <dgm:prSet/>
      <dgm:spPr/>
      <dgm:t>
        <a:bodyPr/>
        <a:lstStyle/>
        <a:p>
          <a:endParaRPr lang="zh-TW" altLang="en-US"/>
        </a:p>
      </dgm:t>
    </dgm:pt>
    <dgm:pt modelId="{C3E4306C-2107-475F-8EE1-9252A0A43864}" type="pres">
      <dgm:prSet presAssocID="{C5D41246-96C3-4A2D-A555-4D187D9A98FA}" presName="diagram" presStyleCnt="0">
        <dgm:presLayoutVars>
          <dgm:dir/>
          <dgm:resizeHandles val="exact"/>
        </dgm:presLayoutVars>
      </dgm:prSet>
      <dgm:spPr/>
    </dgm:pt>
    <dgm:pt modelId="{242F4130-8630-4E76-B6CE-BE776511C971}" type="pres">
      <dgm:prSet presAssocID="{BD197505-D040-4160-A225-62F64A4DD4B0}" presName="node" presStyleLbl="node1" presStyleIdx="0" presStyleCnt="5">
        <dgm:presLayoutVars>
          <dgm:bulletEnabled val="1"/>
        </dgm:presLayoutVars>
      </dgm:prSet>
      <dgm:spPr/>
    </dgm:pt>
    <dgm:pt modelId="{23DE3187-C341-45D4-9FFE-F5702AAFA192}" type="pres">
      <dgm:prSet presAssocID="{5A2205C2-35D2-47D5-A6A0-9F8045E76F34}" presName="sibTrans" presStyleCnt="0"/>
      <dgm:spPr/>
    </dgm:pt>
    <dgm:pt modelId="{9F35BE2F-3755-467B-9F1B-926377E5195F}" type="pres">
      <dgm:prSet presAssocID="{E18F6710-7D57-42DD-80F1-480FA68705E0}" presName="node" presStyleLbl="node1" presStyleIdx="1" presStyleCnt="5">
        <dgm:presLayoutVars>
          <dgm:bulletEnabled val="1"/>
        </dgm:presLayoutVars>
      </dgm:prSet>
      <dgm:spPr/>
    </dgm:pt>
    <dgm:pt modelId="{F950FE6E-1C14-4BB5-A23D-EE4F27B08B0C}" type="pres">
      <dgm:prSet presAssocID="{F0F6DD15-D525-4855-B25E-225D9BA45966}" presName="sibTrans" presStyleCnt="0"/>
      <dgm:spPr/>
    </dgm:pt>
    <dgm:pt modelId="{47786CB1-1A80-4396-8F8B-F0DE7DC53EA9}" type="pres">
      <dgm:prSet presAssocID="{79F11B6C-881E-4D03-A658-41CCFF376653}" presName="node" presStyleLbl="node1" presStyleIdx="2" presStyleCnt="5">
        <dgm:presLayoutVars>
          <dgm:bulletEnabled val="1"/>
        </dgm:presLayoutVars>
      </dgm:prSet>
      <dgm:spPr/>
    </dgm:pt>
    <dgm:pt modelId="{35D6AF6E-BC08-4FF0-A540-6C8CA2960CDF}" type="pres">
      <dgm:prSet presAssocID="{DB8EFCDD-7522-49D8-B7FF-E2540F82558F}" presName="sibTrans" presStyleCnt="0"/>
      <dgm:spPr/>
    </dgm:pt>
    <dgm:pt modelId="{BBB2A8A5-E0AB-49CC-BC59-8A35C829A20E}" type="pres">
      <dgm:prSet presAssocID="{9F87D78F-957C-44E2-ACEE-A2A44BB7BBDB}" presName="node" presStyleLbl="node1" presStyleIdx="3" presStyleCnt="5">
        <dgm:presLayoutVars>
          <dgm:bulletEnabled val="1"/>
        </dgm:presLayoutVars>
      </dgm:prSet>
      <dgm:spPr/>
    </dgm:pt>
    <dgm:pt modelId="{7B5F794E-0042-4CF9-A0CC-0251737E8836}" type="pres">
      <dgm:prSet presAssocID="{601F5785-14B8-42B5-9130-B2ACF2378775}" presName="sibTrans" presStyleCnt="0"/>
      <dgm:spPr/>
    </dgm:pt>
    <dgm:pt modelId="{205DCF95-20E8-42B0-AAF7-F7C87EF2D602}" type="pres">
      <dgm:prSet presAssocID="{017AF63A-8C74-4267-9C83-5BF2C9B30DEE}" presName="node" presStyleLbl="node1" presStyleIdx="4" presStyleCnt="5">
        <dgm:presLayoutVars>
          <dgm:bulletEnabled val="1"/>
        </dgm:presLayoutVars>
      </dgm:prSet>
      <dgm:spPr/>
    </dgm:pt>
  </dgm:ptLst>
  <dgm:cxnLst>
    <dgm:cxn modelId="{2DA1BC07-7C74-42DD-8F59-A11DBF552AC5}" type="presOf" srcId="{017AF63A-8C74-4267-9C83-5BF2C9B30DEE}" destId="{205DCF95-20E8-42B0-AAF7-F7C87EF2D602}" srcOrd="0" destOrd="0" presId="urn:microsoft.com/office/officeart/2005/8/layout/default"/>
    <dgm:cxn modelId="{5C9DE809-8F3D-434D-ACE4-64400F044A5C}" type="presOf" srcId="{C5D41246-96C3-4A2D-A555-4D187D9A98FA}" destId="{C3E4306C-2107-475F-8EE1-9252A0A43864}" srcOrd="0" destOrd="0" presId="urn:microsoft.com/office/officeart/2005/8/layout/default"/>
    <dgm:cxn modelId="{FA68E910-93C2-4850-B765-BF5E9F6EE9BD}" srcId="{C5D41246-96C3-4A2D-A555-4D187D9A98FA}" destId="{79F11B6C-881E-4D03-A658-41CCFF376653}" srcOrd="2" destOrd="0" parTransId="{BD19F940-34B7-4509-8701-B878C42895EC}" sibTransId="{DB8EFCDD-7522-49D8-B7FF-E2540F82558F}"/>
    <dgm:cxn modelId="{FEDEBE30-855B-4177-9D10-C148A8A37DC9}" type="presOf" srcId="{79F11B6C-881E-4D03-A658-41CCFF376653}" destId="{47786CB1-1A80-4396-8F8B-F0DE7DC53EA9}" srcOrd="0" destOrd="0" presId="urn:microsoft.com/office/officeart/2005/8/layout/default"/>
    <dgm:cxn modelId="{C61D8B42-15DB-4C68-9461-C42448AE1F89}" srcId="{C5D41246-96C3-4A2D-A555-4D187D9A98FA}" destId="{E18F6710-7D57-42DD-80F1-480FA68705E0}" srcOrd="1" destOrd="0" parTransId="{871A0EF6-9CAD-482E-B5C4-67101124FFEE}" sibTransId="{F0F6DD15-D525-4855-B25E-225D9BA45966}"/>
    <dgm:cxn modelId="{B66F9145-E794-4E99-91AB-36D25C96745D}" type="presOf" srcId="{E18F6710-7D57-42DD-80F1-480FA68705E0}" destId="{9F35BE2F-3755-467B-9F1B-926377E5195F}" srcOrd="0" destOrd="0" presId="urn:microsoft.com/office/officeart/2005/8/layout/default"/>
    <dgm:cxn modelId="{B8A8F96B-58D4-4BB1-81FF-03B0FA2DDF23}" type="presOf" srcId="{BD197505-D040-4160-A225-62F64A4DD4B0}" destId="{242F4130-8630-4E76-B6CE-BE776511C971}" srcOrd="0" destOrd="0" presId="urn:microsoft.com/office/officeart/2005/8/layout/default"/>
    <dgm:cxn modelId="{61F6E06D-F4B4-4F58-9477-3E511CED9382}" srcId="{C5D41246-96C3-4A2D-A555-4D187D9A98FA}" destId="{BD197505-D040-4160-A225-62F64A4DD4B0}" srcOrd="0" destOrd="0" parTransId="{DB957068-8314-4162-B5AA-05C553D1D6E6}" sibTransId="{5A2205C2-35D2-47D5-A6A0-9F8045E76F34}"/>
    <dgm:cxn modelId="{C9C82757-1DD3-47FD-9956-758701DAAA9D}" srcId="{C5D41246-96C3-4A2D-A555-4D187D9A98FA}" destId="{9F87D78F-957C-44E2-ACEE-A2A44BB7BBDB}" srcOrd="3" destOrd="0" parTransId="{2FDF499C-8A7C-400E-88CC-378672D1886E}" sibTransId="{601F5785-14B8-42B5-9130-B2ACF2378775}"/>
    <dgm:cxn modelId="{7B514377-647E-46A9-AD1E-111EDF81B72D}" type="presOf" srcId="{9F87D78F-957C-44E2-ACEE-A2A44BB7BBDB}" destId="{BBB2A8A5-E0AB-49CC-BC59-8A35C829A20E}" srcOrd="0" destOrd="0" presId="urn:microsoft.com/office/officeart/2005/8/layout/default"/>
    <dgm:cxn modelId="{E629D2AC-BDCD-4E22-B648-9F543E507A5E}" srcId="{C5D41246-96C3-4A2D-A555-4D187D9A98FA}" destId="{017AF63A-8C74-4267-9C83-5BF2C9B30DEE}" srcOrd="4" destOrd="0" parTransId="{286559F9-AE24-4FF7-9D86-2882F94EE048}" sibTransId="{58B20207-7078-410D-A4CA-1AE2CA1E0098}"/>
    <dgm:cxn modelId="{E4C8331C-FAF0-40A1-8BD0-8C4DCBB3E081}" type="presParOf" srcId="{C3E4306C-2107-475F-8EE1-9252A0A43864}" destId="{242F4130-8630-4E76-B6CE-BE776511C971}" srcOrd="0" destOrd="0" presId="urn:microsoft.com/office/officeart/2005/8/layout/default"/>
    <dgm:cxn modelId="{5775F6FB-50EA-4EDD-9C97-71A9CB1BD8A6}" type="presParOf" srcId="{C3E4306C-2107-475F-8EE1-9252A0A43864}" destId="{23DE3187-C341-45D4-9FFE-F5702AAFA192}" srcOrd="1" destOrd="0" presId="urn:microsoft.com/office/officeart/2005/8/layout/default"/>
    <dgm:cxn modelId="{5297C386-F0E7-48BC-9074-B4F4E0C4D9AF}" type="presParOf" srcId="{C3E4306C-2107-475F-8EE1-9252A0A43864}" destId="{9F35BE2F-3755-467B-9F1B-926377E5195F}" srcOrd="2" destOrd="0" presId="urn:microsoft.com/office/officeart/2005/8/layout/default"/>
    <dgm:cxn modelId="{7569FD28-3247-45F6-9C47-C083B5F09BEC}" type="presParOf" srcId="{C3E4306C-2107-475F-8EE1-9252A0A43864}" destId="{F950FE6E-1C14-4BB5-A23D-EE4F27B08B0C}" srcOrd="3" destOrd="0" presId="urn:microsoft.com/office/officeart/2005/8/layout/default"/>
    <dgm:cxn modelId="{4D70D8E2-5006-4BC8-ACBA-3D4BE2E4E40D}" type="presParOf" srcId="{C3E4306C-2107-475F-8EE1-9252A0A43864}" destId="{47786CB1-1A80-4396-8F8B-F0DE7DC53EA9}" srcOrd="4" destOrd="0" presId="urn:microsoft.com/office/officeart/2005/8/layout/default"/>
    <dgm:cxn modelId="{AFDD4DDC-1347-4D76-A1A4-BD6015BC9F38}" type="presParOf" srcId="{C3E4306C-2107-475F-8EE1-9252A0A43864}" destId="{35D6AF6E-BC08-4FF0-A540-6C8CA2960CDF}" srcOrd="5" destOrd="0" presId="urn:microsoft.com/office/officeart/2005/8/layout/default"/>
    <dgm:cxn modelId="{D194CEBE-2B01-43F4-BDDD-B003B3B15860}" type="presParOf" srcId="{C3E4306C-2107-475F-8EE1-9252A0A43864}" destId="{BBB2A8A5-E0AB-49CC-BC59-8A35C829A20E}" srcOrd="6" destOrd="0" presId="urn:microsoft.com/office/officeart/2005/8/layout/default"/>
    <dgm:cxn modelId="{7BC7CB13-D880-45F6-B99E-1ECE48359988}" type="presParOf" srcId="{C3E4306C-2107-475F-8EE1-9252A0A43864}" destId="{7B5F794E-0042-4CF9-A0CC-0251737E8836}" srcOrd="7" destOrd="0" presId="urn:microsoft.com/office/officeart/2005/8/layout/default"/>
    <dgm:cxn modelId="{C0FB8E90-17B9-4993-9AAA-4AF1E2BFBC35}" type="presParOf" srcId="{C3E4306C-2107-475F-8EE1-9252A0A43864}" destId="{205DCF95-20E8-42B0-AAF7-F7C87EF2D602}"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98F3BDE-2646-4AC3-ADAC-4B7B23D7E999}" type="doc">
      <dgm:prSet loTypeId="urn:microsoft.com/office/officeart/2005/8/layout/hProcess9" loCatId="process" qsTypeId="urn:microsoft.com/office/officeart/2005/8/quickstyle/simple1" qsCatId="simple" csTypeId="urn:microsoft.com/office/officeart/2005/8/colors/colorful4" csCatId="colorful" phldr="1"/>
      <dgm:spPr/>
      <dgm:t>
        <a:bodyPr/>
        <a:lstStyle/>
        <a:p>
          <a:endParaRPr lang="zh-TW" altLang="en-US"/>
        </a:p>
      </dgm:t>
    </dgm:pt>
    <dgm:pt modelId="{7506CC1A-1576-40AE-8672-27AC93EA69FF}">
      <dgm:prSet/>
      <dgm:spPr/>
      <dgm:t>
        <a:bodyPr/>
        <a:lstStyle/>
        <a:p>
          <a:pPr rtl="0"/>
          <a:r>
            <a:rPr lang="zh-TW" b="1" dirty="0"/>
            <a:t>手動操作階段</a:t>
          </a:r>
          <a:endParaRPr lang="zh-TW" dirty="0"/>
        </a:p>
      </dgm:t>
      <dgm:extLst>
        <a:ext uri="{E40237B7-FDA0-4F09-8148-C483321AD2D9}">
          <dgm14:cNvPr xmlns:dgm14="http://schemas.microsoft.com/office/drawing/2010/diagram" id="0" name="">
            <a:hlinkClick xmlns:r="http://schemas.openxmlformats.org/officeDocument/2006/relationships" r:id="rId1" action="ppaction://hlinksldjump"/>
          </dgm14:cNvPr>
        </a:ext>
      </dgm:extLst>
    </dgm:pt>
    <dgm:pt modelId="{3AFA0F02-1AC2-49CE-902A-D7B7BEB07D90}" type="parTrans" cxnId="{456D671E-81EC-412D-B944-89A79A59D012}">
      <dgm:prSet/>
      <dgm:spPr/>
      <dgm:t>
        <a:bodyPr/>
        <a:lstStyle/>
        <a:p>
          <a:endParaRPr lang="zh-TW" altLang="en-US"/>
        </a:p>
      </dgm:t>
    </dgm:pt>
    <dgm:pt modelId="{2BCCCEE0-822E-4EB0-A022-85BABF2FD68A}" type="sibTrans" cxnId="{456D671E-81EC-412D-B944-89A79A59D012}">
      <dgm:prSet/>
      <dgm:spPr/>
      <dgm:t>
        <a:bodyPr/>
        <a:lstStyle/>
        <a:p>
          <a:endParaRPr lang="zh-TW" altLang="en-US"/>
        </a:p>
      </dgm:t>
    </dgm:pt>
    <dgm:pt modelId="{5BFB718D-E136-4F24-A660-EF9EBF7037A0}">
      <dgm:prSet/>
      <dgm:spPr/>
      <dgm:t>
        <a:bodyPr/>
        <a:lstStyle/>
        <a:p>
          <a:pPr rtl="0"/>
          <a:r>
            <a:rPr lang="zh-TW" b="1"/>
            <a:t>批次系統</a:t>
          </a:r>
          <a:endParaRPr lang="zh-TW"/>
        </a:p>
      </dgm:t>
      <dgm:extLst>
        <a:ext uri="{E40237B7-FDA0-4F09-8148-C483321AD2D9}">
          <dgm14:cNvPr xmlns:dgm14="http://schemas.microsoft.com/office/drawing/2010/diagram" id="0" name="">
            <a:hlinkClick xmlns:r="http://schemas.openxmlformats.org/officeDocument/2006/relationships" r:id="rId2" action="ppaction://hlinksldjump"/>
          </dgm14:cNvPr>
        </a:ext>
      </dgm:extLst>
    </dgm:pt>
    <dgm:pt modelId="{9DB39846-8E3B-4265-A6DC-11FCCC67CF48}" type="parTrans" cxnId="{ADEE4C4D-3866-4E52-ACF1-54211DD01084}">
      <dgm:prSet/>
      <dgm:spPr/>
      <dgm:t>
        <a:bodyPr/>
        <a:lstStyle/>
        <a:p>
          <a:endParaRPr lang="zh-TW" altLang="en-US"/>
        </a:p>
      </dgm:t>
    </dgm:pt>
    <dgm:pt modelId="{0D1ACD8C-25EE-4A82-B51C-AABC2A48216A}" type="sibTrans" cxnId="{ADEE4C4D-3866-4E52-ACF1-54211DD01084}">
      <dgm:prSet/>
      <dgm:spPr/>
      <dgm:t>
        <a:bodyPr/>
        <a:lstStyle/>
        <a:p>
          <a:endParaRPr lang="zh-TW" altLang="en-US"/>
        </a:p>
      </dgm:t>
    </dgm:pt>
    <dgm:pt modelId="{D17E7E68-8E49-4B12-8CFE-92F9E474BB76}">
      <dgm:prSet/>
      <dgm:spPr/>
      <dgm:t>
        <a:bodyPr/>
        <a:lstStyle/>
        <a:p>
          <a:pPr rtl="0"/>
          <a:r>
            <a:rPr lang="zh-TW" b="1" dirty="0"/>
            <a:t>多元程式</a:t>
          </a:r>
          <a:br>
            <a:rPr lang="en-US" altLang="zh-TW" b="1" dirty="0"/>
          </a:br>
          <a:r>
            <a:rPr lang="zh-TW" b="1" dirty="0"/>
            <a:t>規劃系統</a:t>
          </a:r>
          <a:endParaRPr lang="zh-TW" dirty="0"/>
        </a:p>
      </dgm:t>
      <dgm:extLst>
        <a:ext uri="{E40237B7-FDA0-4F09-8148-C483321AD2D9}">
          <dgm14:cNvPr xmlns:dgm14="http://schemas.microsoft.com/office/drawing/2010/diagram" id="0" name="">
            <a:hlinkClick xmlns:r="http://schemas.openxmlformats.org/officeDocument/2006/relationships" r:id="rId3" action="ppaction://hlinksldjump"/>
          </dgm14:cNvPr>
        </a:ext>
      </dgm:extLst>
    </dgm:pt>
    <dgm:pt modelId="{56ABFBB2-81BE-42F2-8ED5-81FB8F928FE0}" type="parTrans" cxnId="{2FDD7FEA-0EFC-4821-AFEA-9620E2479C7B}">
      <dgm:prSet/>
      <dgm:spPr/>
      <dgm:t>
        <a:bodyPr/>
        <a:lstStyle/>
        <a:p>
          <a:endParaRPr lang="zh-TW" altLang="en-US"/>
        </a:p>
      </dgm:t>
    </dgm:pt>
    <dgm:pt modelId="{A61F1FCB-847D-4343-912F-E8B16B7D808A}" type="sibTrans" cxnId="{2FDD7FEA-0EFC-4821-AFEA-9620E2479C7B}">
      <dgm:prSet/>
      <dgm:spPr/>
      <dgm:t>
        <a:bodyPr/>
        <a:lstStyle/>
        <a:p>
          <a:endParaRPr lang="zh-TW" altLang="en-US"/>
        </a:p>
      </dgm:t>
    </dgm:pt>
    <dgm:pt modelId="{0850222D-74B9-4030-84DE-9D8256EA76E3}">
      <dgm:prSet/>
      <dgm:spPr/>
      <dgm:t>
        <a:bodyPr/>
        <a:lstStyle/>
        <a:p>
          <a:pPr rtl="0"/>
          <a:r>
            <a:rPr lang="zh-TW" b="1"/>
            <a:t>分時系統</a:t>
          </a:r>
          <a:endParaRPr lang="zh-TW"/>
        </a:p>
      </dgm:t>
      <dgm:extLst>
        <a:ext uri="{E40237B7-FDA0-4F09-8148-C483321AD2D9}">
          <dgm14:cNvPr xmlns:dgm14="http://schemas.microsoft.com/office/drawing/2010/diagram" id="0" name="">
            <a:hlinkClick xmlns:r="http://schemas.openxmlformats.org/officeDocument/2006/relationships" r:id="rId4" action="ppaction://hlinksldjump"/>
          </dgm14:cNvPr>
        </a:ext>
      </dgm:extLst>
    </dgm:pt>
    <dgm:pt modelId="{67770146-F105-4B77-A062-D8F6A66EC16C}" type="parTrans" cxnId="{B1EF062B-72F6-41C0-80AB-98807AAFC92F}">
      <dgm:prSet/>
      <dgm:spPr/>
      <dgm:t>
        <a:bodyPr/>
        <a:lstStyle/>
        <a:p>
          <a:endParaRPr lang="zh-TW" altLang="en-US"/>
        </a:p>
      </dgm:t>
    </dgm:pt>
    <dgm:pt modelId="{4992D554-FC2C-41B4-8D7E-C95AC48CE95E}" type="sibTrans" cxnId="{B1EF062B-72F6-41C0-80AB-98807AAFC92F}">
      <dgm:prSet/>
      <dgm:spPr/>
      <dgm:t>
        <a:bodyPr/>
        <a:lstStyle/>
        <a:p>
          <a:endParaRPr lang="zh-TW" altLang="en-US"/>
        </a:p>
      </dgm:t>
    </dgm:pt>
    <dgm:pt modelId="{F52C59B6-2C89-4AC2-9D89-40B999280532}" type="pres">
      <dgm:prSet presAssocID="{C98F3BDE-2646-4AC3-ADAC-4B7B23D7E999}" presName="CompostProcess" presStyleCnt="0">
        <dgm:presLayoutVars>
          <dgm:dir/>
          <dgm:resizeHandles val="exact"/>
        </dgm:presLayoutVars>
      </dgm:prSet>
      <dgm:spPr/>
    </dgm:pt>
    <dgm:pt modelId="{F3E6B025-5C32-4248-AA52-322FD565D8C8}" type="pres">
      <dgm:prSet presAssocID="{C98F3BDE-2646-4AC3-ADAC-4B7B23D7E999}" presName="arrow" presStyleLbl="bgShp" presStyleIdx="0" presStyleCnt="1"/>
      <dgm:spPr/>
    </dgm:pt>
    <dgm:pt modelId="{65FBE17C-AB40-4FDF-9BF4-E8EF959175A8}" type="pres">
      <dgm:prSet presAssocID="{C98F3BDE-2646-4AC3-ADAC-4B7B23D7E999}" presName="linearProcess" presStyleCnt="0"/>
      <dgm:spPr/>
    </dgm:pt>
    <dgm:pt modelId="{625D288C-74BD-40D5-A25B-1C72CEBEF2A2}" type="pres">
      <dgm:prSet presAssocID="{7506CC1A-1576-40AE-8672-27AC93EA69FF}" presName="textNode" presStyleLbl="node1" presStyleIdx="0" presStyleCnt="4">
        <dgm:presLayoutVars>
          <dgm:bulletEnabled val="1"/>
        </dgm:presLayoutVars>
      </dgm:prSet>
      <dgm:spPr/>
    </dgm:pt>
    <dgm:pt modelId="{5E45D4C4-047C-4913-81A5-5CFDFFA67089}" type="pres">
      <dgm:prSet presAssocID="{2BCCCEE0-822E-4EB0-A022-85BABF2FD68A}" presName="sibTrans" presStyleCnt="0"/>
      <dgm:spPr/>
    </dgm:pt>
    <dgm:pt modelId="{85CDA20A-4ABE-4C9B-AC67-B99A1FCB558B}" type="pres">
      <dgm:prSet presAssocID="{5BFB718D-E136-4F24-A660-EF9EBF7037A0}" presName="textNode" presStyleLbl="node1" presStyleIdx="1" presStyleCnt="4">
        <dgm:presLayoutVars>
          <dgm:bulletEnabled val="1"/>
        </dgm:presLayoutVars>
      </dgm:prSet>
      <dgm:spPr/>
    </dgm:pt>
    <dgm:pt modelId="{8DFA9963-F590-45E3-9F4D-2C8970284106}" type="pres">
      <dgm:prSet presAssocID="{0D1ACD8C-25EE-4A82-B51C-AABC2A48216A}" presName="sibTrans" presStyleCnt="0"/>
      <dgm:spPr/>
    </dgm:pt>
    <dgm:pt modelId="{ED8C5D0C-AF17-4FCE-B846-290633F153F2}" type="pres">
      <dgm:prSet presAssocID="{D17E7E68-8E49-4B12-8CFE-92F9E474BB76}" presName="textNode" presStyleLbl="node1" presStyleIdx="2" presStyleCnt="4">
        <dgm:presLayoutVars>
          <dgm:bulletEnabled val="1"/>
        </dgm:presLayoutVars>
      </dgm:prSet>
      <dgm:spPr/>
    </dgm:pt>
    <dgm:pt modelId="{6B5DFBA4-EA5B-4EC0-A54E-0E4BE855D680}" type="pres">
      <dgm:prSet presAssocID="{A61F1FCB-847D-4343-912F-E8B16B7D808A}" presName="sibTrans" presStyleCnt="0"/>
      <dgm:spPr/>
    </dgm:pt>
    <dgm:pt modelId="{5EAC0707-BF54-4460-BBCD-5FA8D2BE82A6}" type="pres">
      <dgm:prSet presAssocID="{0850222D-74B9-4030-84DE-9D8256EA76E3}" presName="textNode" presStyleLbl="node1" presStyleIdx="3" presStyleCnt="4">
        <dgm:presLayoutVars>
          <dgm:bulletEnabled val="1"/>
        </dgm:presLayoutVars>
      </dgm:prSet>
      <dgm:spPr/>
    </dgm:pt>
  </dgm:ptLst>
  <dgm:cxnLst>
    <dgm:cxn modelId="{537A4D07-450B-4C1B-9779-D80F923608AB}" type="presOf" srcId="{5BFB718D-E136-4F24-A660-EF9EBF7037A0}" destId="{85CDA20A-4ABE-4C9B-AC67-B99A1FCB558B}" srcOrd="0" destOrd="0" presId="urn:microsoft.com/office/officeart/2005/8/layout/hProcess9"/>
    <dgm:cxn modelId="{108E140E-C29B-4B8B-9D7D-152CD5105AE9}" type="presOf" srcId="{D17E7E68-8E49-4B12-8CFE-92F9E474BB76}" destId="{ED8C5D0C-AF17-4FCE-B846-290633F153F2}" srcOrd="0" destOrd="0" presId="urn:microsoft.com/office/officeart/2005/8/layout/hProcess9"/>
    <dgm:cxn modelId="{456D671E-81EC-412D-B944-89A79A59D012}" srcId="{C98F3BDE-2646-4AC3-ADAC-4B7B23D7E999}" destId="{7506CC1A-1576-40AE-8672-27AC93EA69FF}" srcOrd="0" destOrd="0" parTransId="{3AFA0F02-1AC2-49CE-902A-D7B7BEB07D90}" sibTransId="{2BCCCEE0-822E-4EB0-A022-85BABF2FD68A}"/>
    <dgm:cxn modelId="{841FB320-8A1F-41EB-AF39-9DA00533C6B4}" type="presOf" srcId="{7506CC1A-1576-40AE-8672-27AC93EA69FF}" destId="{625D288C-74BD-40D5-A25B-1C72CEBEF2A2}" srcOrd="0" destOrd="0" presId="urn:microsoft.com/office/officeart/2005/8/layout/hProcess9"/>
    <dgm:cxn modelId="{6E934823-4F10-4659-AF69-ABAB08808D29}" type="presOf" srcId="{0850222D-74B9-4030-84DE-9D8256EA76E3}" destId="{5EAC0707-BF54-4460-BBCD-5FA8D2BE82A6}" srcOrd="0" destOrd="0" presId="urn:microsoft.com/office/officeart/2005/8/layout/hProcess9"/>
    <dgm:cxn modelId="{B1EF062B-72F6-41C0-80AB-98807AAFC92F}" srcId="{C98F3BDE-2646-4AC3-ADAC-4B7B23D7E999}" destId="{0850222D-74B9-4030-84DE-9D8256EA76E3}" srcOrd="3" destOrd="0" parTransId="{67770146-F105-4B77-A062-D8F6A66EC16C}" sibTransId="{4992D554-FC2C-41B4-8D7E-C95AC48CE95E}"/>
    <dgm:cxn modelId="{ADEE4C4D-3866-4E52-ACF1-54211DD01084}" srcId="{C98F3BDE-2646-4AC3-ADAC-4B7B23D7E999}" destId="{5BFB718D-E136-4F24-A660-EF9EBF7037A0}" srcOrd="1" destOrd="0" parTransId="{9DB39846-8E3B-4265-A6DC-11FCCC67CF48}" sibTransId="{0D1ACD8C-25EE-4A82-B51C-AABC2A48216A}"/>
    <dgm:cxn modelId="{8EC8E781-F368-4104-BCFF-B04DF241975B}" type="presOf" srcId="{C98F3BDE-2646-4AC3-ADAC-4B7B23D7E999}" destId="{F52C59B6-2C89-4AC2-9D89-40B999280532}" srcOrd="0" destOrd="0" presId="urn:microsoft.com/office/officeart/2005/8/layout/hProcess9"/>
    <dgm:cxn modelId="{2FDD7FEA-0EFC-4821-AFEA-9620E2479C7B}" srcId="{C98F3BDE-2646-4AC3-ADAC-4B7B23D7E999}" destId="{D17E7E68-8E49-4B12-8CFE-92F9E474BB76}" srcOrd="2" destOrd="0" parTransId="{56ABFBB2-81BE-42F2-8ED5-81FB8F928FE0}" sibTransId="{A61F1FCB-847D-4343-912F-E8B16B7D808A}"/>
    <dgm:cxn modelId="{50BDED63-CD72-4D51-8383-54A9CFCACDA7}" type="presParOf" srcId="{F52C59B6-2C89-4AC2-9D89-40B999280532}" destId="{F3E6B025-5C32-4248-AA52-322FD565D8C8}" srcOrd="0" destOrd="0" presId="urn:microsoft.com/office/officeart/2005/8/layout/hProcess9"/>
    <dgm:cxn modelId="{34AAE0FA-270C-4CD2-BD66-E48F3B6A1FF2}" type="presParOf" srcId="{F52C59B6-2C89-4AC2-9D89-40B999280532}" destId="{65FBE17C-AB40-4FDF-9BF4-E8EF959175A8}" srcOrd="1" destOrd="0" presId="urn:microsoft.com/office/officeart/2005/8/layout/hProcess9"/>
    <dgm:cxn modelId="{8CD25595-7FBB-447F-97BC-FE3AFD24170C}" type="presParOf" srcId="{65FBE17C-AB40-4FDF-9BF4-E8EF959175A8}" destId="{625D288C-74BD-40D5-A25B-1C72CEBEF2A2}" srcOrd="0" destOrd="0" presId="urn:microsoft.com/office/officeart/2005/8/layout/hProcess9"/>
    <dgm:cxn modelId="{B38E9FFE-4709-417F-9824-7FF291CCBEB7}" type="presParOf" srcId="{65FBE17C-AB40-4FDF-9BF4-E8EF959175A8}" destId="{5E45D4C4-047C-4913-81A5-5CFDFFA67089}" srcOrd="1" destOrd="0" presId="urn:microsoft.com/office/officeart/2005/8/layout/hProcess9"/>
    <dgm:cxn modelId="{E5E3A004-7FDF-4030-800D-A6291C855A84}" type="presParOf" srcId="{65FBE17C-AB40-4FDF-9BF4-E8EF959175A8}" destId="{85CDA20A-4ABE-4C9B-AC67-B99A1FCB558B}" srcOrd="2" destOrd="0" presId="urn:microsoft.com/office/officeart/2005/8/layout/hProcess9"/>
    <dgm:cxn modelId="{B95AA7F3-72D4-4D36-83DA-D147385FDEB6}" type="presParOf" srcId="{65FBE17C-AB40-4FDF-9BF4-E8EF959175A8}" destId="{8DFA9963-F590-45E3-9F4D-2C8970284106}" srcOrd="3" destOrd="0" presId="urn:microsoft.com/office/officeart/2005/8/layout/hProcess9"/>
    <dgm:cxn modelId="{45BC6609-B21A-4124-8869-11B3E294BC10}" type="presParOf" srcId="{65FBE17C-AB40-4FDF-9BF4-E8EF959175A8}" destId="{ED8C5D0C-AF17-4FCE-B846-290633F153F2}" srcOrd="4" destOrd="0" presId="urn:microsoft.com/office/officeart/2005/8/layout/hProcess9"/>
    <dgm:cxn modelId="{3CAB3DED-89B7-4664-82F7-1EB411B6F093}" type="presParOf" srcId="{65FBE17C-AB40-4FDF-9BF4-E8EF959175A8}" destId="{6B5DFBA4-EA5B-4EC0-A54E-0E4BE855D680}" srcOrd="5" destOrd="0" presId="urn:microsoft.com/office/officeart/2005/8/layout/hProcess9"/>
    <dgm:cxn modelId="{149CD89F-020A-436C-A4AB-3A7B029E41C2}" type="presParOf" srcId="{65FBE17C-AB40-4FDF-9BF4-E8EF959175A8}" destId="{5EAC0707-BF54-4460-BBCD-5FA8D2BE82A6}"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7599077-3152-494C-9E4D-054451661CF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TW" altLang="en-US"/>
        </a:p>
      </dgm:t>
    </dgm:pt>
    <dgm:pt modelId="{95799877-E544-48AA-969D-89B717CB98DA}">
      <dgm:prSet/>
      <dgm:spPr/>
      <dgm:t>
        <a:bodyPr/>
        <a:lstStyle/>
        <a:p>
          <a:pPr rtl="0"/>
          <a:r>
            <a:rPr lang="zh-TW" b="1"/>
            <a:t>同時性</a:t>
          </a:r>
          <a:endParaRPr lang="zh-TW"/>
        </a:p>
      </dgm:t>
    </dgm:pt>
    <dgm:pt modelId="{2B5EF6ED-A95B-473F-81CE-90D99E7A3BF9}" type="parTrans" cxnId="{A7053B84-EF97-4EFC-9677-4F767FBF9F90}">
      <dgm:prSet/>
      <dgm:spPr/>
      <dgm:t>
        <a:bodyPr/>
        <a:lstStyle/>
        <a:p>
          <a:endParaRPr lang="zh-TW" altLang="en-US"/>
        </a:p>
      </dgm:t>
    </dgm:pt>
    <dgm:pt modelId="{931BC9F3-5FBB-4018-B35D-34072E77C14C}" type="sibTrans" cxnId="{A7053B84-EF97-4EFC-9677-4F767FBF9F90}">
      <dgm:prSet/>
      <dgm:spPr/>
      <dgm:t>
        <a:bodyPr/>
        <a:lstStyle/>
        <a:p>
          <a:endParaRPr lang="zh-TW" altLang="en-US"/>
        </a:p>
      </dgm:t>
    </dgm:pt>
    <dgm:pt modelId="{5CA75ECA-70E2-4DEB-8CCE-CAD2BD638646}">
      <dgm:prSet/>
      <dgm:spPr/>
      <dgm:t>
        <a:bodyPr/>
        <a:lstStyle/>
        <a:p>
          <a:pPr rtl="0"/>
          <a:r>
            <a:rPr lang="zh-TW" b="1" dirty="0"/>
            <a:t>可同時有若干使用者連結到同一台計算機上進行運算。</a:t>
          </a:r>
          <a:endParaRPr lang="zh-TW" dirty="0"/>
        </a:p>
      </dgm:t>
    </dgm:pt>
    <dgm:pt modelId="{62DA8A92-E705-409D-A154-01839ECB0743}" type="parTrans" cxnId="{3EEC46BF-CB74-4988-8B1A-EB29D9F4DADA}">
      <dgm:prSet/>
      <dgm:spPr/>
      <dgm:t>
        <a:bodyPr/>
        <a:lstStyle/>
        <a:p>
          <a:endParaRPr lang="zh-TW" altLang="en-US"/>
        </a:p>
      </dgm:t>
    </dgm:pt>
    <dgm:pt modelId="{12142CED-0A09-4BCD-A651-4A706D0BA6CA}" type="sibTrans" cxnId="{3EEC46BF-CB74-4988-8B1A-EB29D9F4DADA}">
      <dgm:prSet/>
      <dgm:spPr/>
      <dgm:t>
        <a:bodyPr/>
        <a:lstStyle/>
        <a:p>
          <a:endParaRPr lang="zh-TW" altLang="en-US"/>
        </a:p>
      </dgm:t>
    </dgm:pt>
    <dgm:pt modelId="{F8F6BCA4-90E1-45F7-A83B-3F50BC3CB86B}">
      <dgm:prSet/>
      <dgm:spPr/>
      <dgm:t>
        <a:bodyPr/>
        <a:lstStyle/>
        <a:p>
          <a:pPr rtl="0"/>
          <a:r>
            <a:rPr lang="zh-TW" b="1"/>
            <a:t>獨立性</a:t>
          </a:r>
          <a:endParaRPr lang="zh-TW"/>
        </a:p>
      </dgm:t>
    </dgm:pt>
    <dgm:pt modelId="{106303EB-9004-406D-A544-F0F55CC150FB}" type="parTrans" cxnId="{BEAA0D4C-D389-49F9-9FE0-6768625B1542}">
      <dgm:prSet/>
      <dgm:spPr/>
      <dgm:t>
        <a:bodyPr/>
        <a:lstStyle/>
        <a:p>
          <a:endParaRPr lang="zh-TW" altLang="en-US"/>
        </a:p>
      </dgm:t>
    </dgm:pt>
    <dgm:pt modelId="{A483B8B2-7006-404C-8AEA-296BE94E2F20}" type="sibTrans" cxnId="{BEAA0D4C-D389-49F9-9FE0-6768625B1542}">
      <dgm:prSet/>
      <dgm:spPr/>
      <dgm:t>
        <a:bodyPr/>
        <a:lstStyle/>
        <a:p>
          <a:endParaRPr lang="zh-TW" altLang="en-US"/>
        </a:p>
      </dgm:t>
    </dgm:pt>
    <dgm:pt modelId="{F4F26575-7F5D-439B-B5FC-A295D6C64CFD}">
      <dgm:prSet/>
      <dgm:spPr/>
      <dgm:t>
        <a:bodyPr/>
        <a:lstStyle/>
        <a:p>
          <a:pPr rtl="0"/>
          <a:r>
            <a:rPr lang="zh-TW" b="1" dirty="0"/>
            <a:t>不同的使用者之間不會相互干擾。</a:t>
          </a:r>
          <a:endParaRPr lang="zh-TW" dirty="0"/>
        </a:p>
      </dgm:t>
    </dgm:pt>
    <dgm:pt modelId="{BF375C07-2DE6-40DA-8E39-B1CA2DBA6913}" type="parTrans" cxnId="{0EBEDA4A-C092-4B71-BA77-51AE3E498AB4}">
      <dgm:prSet/>
      <dgm:spPr/>
      <dgm:t>
        <a:bodyPr/>
        <a:lstStyle/>
        <a:p>
          <a:endParaRPr lang="zh-TW" altLang="en-US"/>
        </a:p>
      </dgm:t>
    </dgm:pt>
    <dgm:pt modelId="{80D0B636-22EE-4866-A156-1BBA24DF3B6D}" type="sibTrans" cxnId="{0EBEDA4A-C092-4B71-BA77-51AE3E498AB4}">
      <dgm:prSet/>
      <dgm:spPr/>
      <dgm:t>
        <a:bodyPr/>
        <a:lstStyle/>
        <a:p>
          <a:endParaRPr lang="zh-TW" altLang="en-US"/>
        </a:p>
      </dgm:t>
    </dgm:pt>
    <dgm:pt modelId="{393D8A1D-6DE8-4106-8C1E-C022C57297D8}">
      <dgm:prSet/>
      <dgm:spPr/>
      <dgm:t>
        <a:bodyPr/>
        <a:lstStyle/>
        <a:p>
          <a:pPr rtl="0"/>
          <a:r>
            <a:rPr lang="zh-TW" b="1"/>
            <a:t>即時性</a:t>
          </a:r>
          <a:endParaRPr lang="zh-TW"/>
        </a:p>
      </dgm:t>
    </dgm:pt>
    <dgm:pt modelId="{8C9F5875-86E5-49B1-AB98-B38460794E51}" type="parTrans" cxnId="{22642E3F-450A-4182-84D9-B2582CF6C92F}">
      <dgm:prSet/>
      <dgm:spPr/>
      <dgm:t>
        <a:bodyPr/>
        <a:lstStyle/>
        <a:p>
          <a:endParaRPr lang="zh-TW" altLang="en-US"/>
        </a:p>
      </dgm:t>
    </dgm:pt>
    <dgm:pt modelId="{140975D9-42C7-4FD1-B8EE-5C6FC56EB361}" type="sibTrans" cxnId="{22642E3F-450A-4182-84D9-B2582CF6C92F}">
      <dgm:prSet/>
      <dgm:spPr/>
      <dgm:t>
        <a:bodyPr/>
        <a:lstStyle/>
        <a:p>
          <a:endParaRPr lang="zh-TW" altLang="en-US"/>
        </a:p>
      </dgm:t>
    </dgm:pt>
    <dgm:pt modelId="{71A43F39-306F-482C-AF0B-0EF0EAEDB161}">
      <dgm:prSet/>
      <dgm:spPr/>
      <dgm:t>
        <a:bodyPr/>
        <a:lstStyle/>
        <a:p>
          <a:pPr rtl="0"/>
          <a:r>
            <a:rPr lang="zh-TW" b="1" dirty="0"/>
            <a:t>每一個使用者都可即時得到計算機的回應。</a:t>
          </a:r>
          <a:endParaRPr lang="zh-TW" dirty="0"/>
        </a:p>
      </dgm:t>
    </dgm:pt>
    <dgm:pt modelId="{4F4673BC-CE37-485E-B5A1-6943F98724D2}" type="parTrans" cxnId="{3C9DC4CD-971F-4774-B13B-F94BEE781A81}">
      <dgm:prSet/>
      <dgm:spPr/>
      <dgm:t>
        <a:bodyPr/>
        <a:lstStyle/>
        <a:p>
          <a:endParaRPr lang="zh-TW" altLang="en-US"/>
        </a:p>
      </dgm:t>
    </dgm:pt>
    <dgm:pt modelId="{89E41567-2A13-4F7B-9ABC-2FC9E8801D83}" type="sibTrans" cxnId="{3C9DC4CD-971F-4774-B13B-F94BEE781A81}">
      <dgm:prSet/>
      <dgm:spPr/>
      <dgm:t>
        <a:bodyPr/>
        <a:lstStyle/>
        <a:p>
          <a:endParaRPr lang="zh-TW" altLang="en-US"/>
        </a:p>
      </dgm:t>
    </dgm:pt>
    <dgm:pt modelId="{D1482297-0AF4-4C06-A913-53C11C9A73C9}" type="pres">
      <dgm:prSet presAssocID="{27599077-3152-494C-9E4D-054451661CF8}" presName="Name0" presStyleCnt="0">
        <dgm:presLayoutVars>
          <dgm:dir/>
          <dgm:animLvl val="lvl"/>
          <dgm:resizeHandles val="exact"/>
        </dgm:presLayoutVars>
      </dgm:prSet>
      <dgm:spPr/>
    </dgm:pt>
    <dgm:pt modelId="{8061A266-A127-4101-9470-16AA94DFC55B}" type="pres">
      <dgm:prSet presAssocID="{95799877-E544-48AA-969D-89B717CB98DA}" presName="composite" presStyleCnt="0"/>
      <dgm:spPr/>
    </dgm:pt>
    <dgm:pt modelId="{A2E215F9-107C-4EA1-8FF6-B49A80DB6983}" type="pres">
      <dgm:prSet presAssocID="{95799877-E544-48AA-969D-89B717CB98DA}" presName="parTx" presStyleLbl="alignNode1" presStyleIdx="0" presStyleCnt="3">
        <dgm:presLayoutVars>
          <dgm:chMax val="0"/>
          <dgm:chPref val="0"/>
          <dgm:bulletEnabled val="1"/>
        </dgm:presLayoutVars>
      </dgm:prSet>
      <dgm:spPr/>
    </dgm:pt>
    <dgm:pt modelId="{962CB99E-7D8E-4E35-8B57-861DB1C7AF58}" type="pres">
      <dgm:prSet presAssocID="{95799877-E544-48AA-969D-89B717CB98DA}" presName="desTx" presStyleLbl="alignAccFollowNode1" presStyleIdx="0" presStyleCnt="3">
        <dgm:presLayoutVars>
          <dgm:bulletEnabled val="1"/>
        </dgm:presLayoutVars>
      </dgm:prSet>
      <dgm:spPr/>
    </dgm:pt>
    <dgm:pt modelId="{A77571A0-82F8-424B-BD37-CAF815383A05}" type="pres">
      <dgm:prSet presAssocID="{931BC9F3-5FBB-4018-B35D-34072E77C14C}" presName="space" presStyleCnt="0"/>
      <dgm:spPr/>
    </dgm:pt>
    <dgm:pt modelId="{15B2EA70-2476-434C-AC59-6DCAB2494BC6}" type="pres">
      <dgm:prSet presAssocID="{F8F6BCA4-90E1-45F7-A83B-3F50BC3CB86B}" presName="composite" presStyleCnt="0"/>
      <dgm:spPr/>
    </dgm:pt>
    <dgm:pt modelId="{763DDE09-0082-46D2-9ECF-5570CA0D95C8}" type="pres">
      <dgm:prSet presAssocID="{F8F6BCA4-90E1-45F7-A83B-3F50BC3CB86B}" presName="parTx" presStyleLbl="alignNode1" presStyleIdx="1" presStyleCnt="3">
        <dgm:presLayoutVars>
          <dgm:chMax val="0"/>
          <dgm:chPref val="0"/>
          <dgm:bulletEnabled val="1"/>
        </dgm:presLayoutVars>
      </dgm:prSet>
      <dgm:spPr/>
    </dgm:pt>
    <dgm:pt modelId="{650DFC5A-7F48-42AF-9823-EB324534CF1B}" type="pres">
      <dgm:prSet presAssocID="{F8F6BCA4-90E1-45F7-A83B-3F50BC3CB86B}" presName="desTx" presStyleLbl="alignAccFollowNode1" presStyleIdx="1" presStyleCnt="3">
        <dgm:presLayoutVars>
          <dgm:bulletEnabled val="1"/>
        </dgm:presLayoutVars>
      </dgm:prSet>
      <dgm:spPr/>
    </dgm:pt>
    <dgm:pt modelId="{A5236984-DFAA-43EA-841A-6B36290B2E6F}" type="pres">
      <dgm:prSet presAssocID="{A483B8B2-7006-404C-8AEA-296BE94E2F20}" presName="space" presStyleCnt="0"/>
      <dgm:spPr/>
    </dgm:pt>
    <dgm:pt modelId="{AFED621C-5A2A-4A66-8957-3C07B3551BBF}" type="pres">
      <dgm:prSet presAssocID="{393D8A1D-6DE8-4106-8C1E-C022C57297D8}" presName="composite" presStyleCnt="0"/>
      <dgm:spPr/>
    </dgm:pt>
    <dgm:pt modelId="{A483957B-1C61-4125-8579-EB7D54F8437A}" type="pres">
      <dgm:prSet presAssocID="{393D8A1D-6DE8-4106-8C1E-C022C57297D8}" presName="parTx" presStyleLbl="alignNode1" presStyleIdx="2" presStyleCnt="3">
        <dgm:presLayoutVars>
          <dgm:chMax val="0"/>
          <dgm:chPref val="0"/>
          <dgm:bulletEnabled val="1"/>
        </dgm:presLayoutVars>
      </dgm:prSet>
      <dgm:spPr/>
    </dgm:pt>
    <dgm:pt modelId="{9A862BFD-BE08-4A86-947C-91CE63B96036}" type="pres">
      <dgm:prSet presAssocID="{393D8A1D-6DE8-4106-8C1E-C022C57297D8}" presName="desTx" presStyleLbl="alignAccFollowNode1" presStyleIdx="2" presStyleCnt="3">
        <dgm:presLayoutVars>
          <dgm:bulletEnabled val="1"/>
        </dgm:presLayoutVars>
      </dgm:prSet>
      <dgm:spPr/>
    </dgm:pt>
  </dgm:ptLst>
  <dgm:cxnLst>
    <dgm:cxn modelId="{C82E620E-BA2A-4934-B1E9-A88E17D224D4}" type="presOf" srcId="{F4F26575-7F5D-439B-B5FC-A295D6C64CFD}" destId="{650DFC5A-7F48-42AF-9823-EB324534CF1B}" srcOrd="0" destOrd="0" presId="urn:microsoft.com/office/officeart/2005/8/layout/hList1"/>
    <dgm:cxn modelId="{9758DF25-8692-40D1-89C1-64CED1C91BD7}" type="presOf" srcId="{393D8A1D-6DE8-4106-8C1E-C022C57297D8}" destId="{A483957B-1C61-4125-8579-EB7D54F8437A}" srcOrd="0" destOrd="0" presId="urn:microsoft.com/office/officeart/2005/8/layout/hList1"/>
    <dgm:cxn modelId="{22642E3F-450A-4182-84D9-B2582CF6C92F}" srcId="{27599077-3152-494C-9E4D-054451661CF8}" destId="{393D8A1D-6DE8-4106-8C1E-C022C57297D8}" srcOrd="2" destOrd="0" parTransId="{8C9F5875-86E5-49B1-AB98-B38460794E51}" sibTransId="{140975D9-42C7-4FD1-B8EE-5C6FC56EB361}"/>
    <dgm:cxn modelId="{7D228260-1539-4493-B3CF-FF12A23C66A9}" type="presOf" srcId="{71A43F39-306F-482C-AF0B-0EF0EAEDB161}" destId="{9A862BFD-BE08-4A86-947C-91CE63B96036}" srcOrd="0" destOrd="0" presId="urn:microsoft.com/office/officeart/2005/8/layout/hList1"/>
    <dgm:cxn modelId="{0EBEDA4A-C092-4B71-BA77-51AE3E498AB4}" srcId="{F8F6BCA4-90E1-45F7-A83B-3F50BC3CB86B}" destId="{F4F26575-7F5D-439B-B5FC-A295D6C64CFD}" srcOrd="0" destOrd="0" parTransId="{BF375C07-2DE6-40DA-8E39-B1CA2DBA6913}" sibTransId="{80D0B636-22EE-4866-A156-1BBA24DF3B6D}"/>
    <dgm:cxn modelId="{BEAA0D4C-D389-49F9-9FE0-6768625B1542}" srcId="{27599077-3152-494C-9E4D-054451661CF8}" destId="{F8F6BCA4-90E1-45F7-A83B-3F50BC3CB86B}" srcOrd="1" destOrd="0" parTransId="{106303EB-9004-406D-A544-F0F55CC150FB}" sibTransId="{A483B8B2-7006-404C-8AEA-296BE94E2F20}"/>
    <dgm:cxn modelId="{A7053B84-EF97-4EFC-9677-4F767FBF9F90}" srcId="{27599077-3152-494C-9E4D-054451661CF8}" destId="{95799877-E544-48AA-969D-89B717CB98DA}" srcOrd="0" destOrd="0" parTransId="{2B5EF6ED-A95B-473F-81CE-90D99E7A3BF9}" sibTransId="{931BC9F3-5FBB-4018-B35D-34072E77C14C}"/>
    <dgm:cxn modelId="{3040D3A6-D1CF-4F7D-9745-5E0DD300ECCA}" type="presOf" srcId="{F8F6BCA4-90E1-45F7-A83B-3F50BC3CB86B}" destId="{763DDE09-0082-46D2-9ECF-5570CA0D95C8}" srcOrd="0" destOrd="0" presId="urn:microsoft.com/office/officeart/2005/8/layout/hList1"/>
    <dgm:cxn modelId="{3EEC46BF-CB74-4988-8B1A-EB29D9F4DADA}" srcId="{95799877-E544-48AA-969D-89B717CB98DA}" destId="{5CA75ECA-70E2-4DEB-8CCE-CAD2BD638646}" srcOrd="0" destOrd="0" parTransId="{62DA8A92-E705-409D-A154-01839ECB0743}" sibTransId="{12142CED-0A09-4BCD-A651-4A706D0BA6CA}"/>
    <dgm:cxn modelId="{3C9DC4CD-971F-4774-B13B-F94BEE781A81}" srcId="{393D8A1D-6DE8-4106-8C1E-C022C57297D8}" destId="{71A43F39-306F-482C-AF0B-0EF0EAEDB161}" srcOrd="0" destOrd="0" parTransId="{4F4673BC-CE37-485E-B5A1-6943F98724D2}" sibTransId="{89E41567-2A13-4F7B-9ABC-2FC9E8801D83}"/>
    <dgm:cxn modelId="{2D74B0E1-97C1-489D-8A65-631360783344}" type="presOf" srcId="{5CA75ECA-70E2-4DEB-8CCE-CAD2BD638646}" destId="{962CB99E-7D8E-4E35-8B57-861DB1C7AF58}" srcOrd="0" destOrd="0" presId="urn:microsoft.com/office/officeart/2005/8/layout/hList1"/>
    <dgm:cxn modelId="{BFEA00EC-2B39-446C-BD38-1077DC56ED1D}" type="presOf" srcId="{95799877-E544-48AA-969D-89B717CB98DA}" destId="{A2E215F9-107C-4EA1-8FF6-B49A80DB6983}" srcOrd="0" destOrd="0" presId="urn:microsoft.com/office/officeart/2005/8/layout/hList1"/>
    <dgm:cxn modelId="{9842D5FB-E0B8-4D87-BBFC-A1357D6E55FA}" type="presOf" srcId="{27599077-3152-494C-9E4D-054451661CF8}" destId="{D1482297-0AF4-4C06-A913-53C11C9A73C9}" srcOrd="0" destOrd="0" presId="urn:microsoft.com/office/officeart/2005/8/layout/hList1"/>
    <dgm:cxn modelId="{1FF13D20-D4E4-40F1-8B41-D7F11F976DBC}" type="presParOf" srcId="{D1482297-0AF4-4C06-A913-53C11C9A73C9}" destId="{8061A266-A127-4101-9470-16AA94DFC55B}" srcOrd="0" destOrd="0" presId="urn:microsoft.com/office/officeart/2005/8/layout/hList1"/>
    <dgm:cxn modelId="{4F3DA998-AFEC-44C0-BA6A-6157DA82C812}" type="presParOf" srcId="{8061A266-A127-4101-9470-16AA94DFC55B}" destId="{A2E215F9-107C-4EA1-8FF6-B49A80DB6983}" srcOrd="0" destOrd="0" presId="urn:microsoft.com/office/officeart/2005/8/layout/hList1"/>
    <dgm:cxn modelId="{6B63C867-2938-42FE-96EA-46703A4FA48E}" type="presParOf" srcId="{8061A266-A127-4101-9470-16AA94DFC55B}" destId="{962CB99E-7D8E-4E35-8B57-861DB1C7AF58}" srcOrd="1" destOrd="0" presId="urn:microsoft.com/office/officeart/2005/8/layout/hList1"/>
    <dgm:cxn modelId="{C30590DE-EE9F-414B-B062-99D9B9BB499F}" type="presParOf" srcId="{D1482297-0AF4-4C06-A913-53C11C9A73C9}" destId="{A77571A0-82F8-424B-BD37-CAF815383A05}" srcOrd="1" destOrd="0" presId="urn:microsoft.com/office/officeart/2005/8/layout/hList1"/>
    <dgm:cxn modelId="{D4A4D637-B486-4703-A934-C32AF011F12F}" type="presParOf" srcId="{D1482297-0AF4-4C06-A913-53C11C9A73C9}" destId="{15B2EA70-2476-434C-AC59-6DCAB2494BC6}" srcOrd="2" destOrd="0" presId="urn:microsoft.com/office/officeart/2005/8/layout/hList1"/>
    <dgm:cxn modelId="{EA78D884-CC76-4F9F-8823-454C65F4FAAD}" type="presParOf" srcId="{15B2EA70-2476-434C-AC59-6DCAB2494BC6}" destId="{763DDE09-0082-46D2-9ECF-5570CA0D95C8}" srcOrd="0" destOrd="0" presId="urn:microsoft.com/office/officeart/2005/8/layout/hList1"/>
    <dgm:cxn modelId="{9409F04D-9830-4C24-8D80-9C905970D135}" type="presParOf" srcId="{15B2EA70-2476-434C-AC59-6DCAB2494BC6}" destId="{650DFC5A-7F48-42AF-9823-EB324534CF1B}" srcOrd="1" destOrd="0" presId="urn:microsoft.com/office/officeart/2005/8/layout/hList1"/>
    <dgm:cxn modelId="{4A20DE91-2129-4613-AE06-75A842B72A94}" type="presParOf" srcId="{D1482297-0AF4-4C06-A913-53C11C9A73C9}" destId="{A5236984-DFAA-43EA-841A-6B36290B2E6F}" srcOrd="3" destOrd="0" presId="urn:microsoft.com/office/officeart/2005/8/layout/hList1"/>
    <dgm:cxn modelId="{A58990F9-499E-42B1-82C7-42659D357529}" type="presParOf" srcId="{D1482297-0AF4-4C06-A913-53C11C9A73C9}" destId="{AFED621C-5A2A-4A66-8957-3C07B3551BBF}" srcOrd="4" destOrd="0" presId="urn:microsoft.com/office/officeart/2005/8/layout/hList1"/>
    <dgm:cxn modelId="{813E3A3E-9A88-475B-9D5C-3B01C0CA6213}" type="presParOf" srcId="{AFED621C-5A2A-4A66-8957-3C07B3551BBF}" destId="{A483957B-1C61-4125-8579-EB7D54F8437A}" srcOrd="0" destOrd="0" presId="urn:microsoft.com/office/officeart/2005/8/layout/hList1"/>
    <dgm:cxn modelId="{B84F1B7F-7EE4-450D-8AA9-0BBCABA0DFE4}" type="presParOf" srcId="{AFED621C-5A2A-4A66-8957-3C07B3551BBF}" destId="{9A862BFD-BE08-4A86-947C-91CE63B9603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CDCDA97-D71E-404D-B76B-A99623AC95DB}" type="doc">
      <dgm:prSet loTypeId="urn:microsoft.com/office/officeart/2005/8/layout/hierarchy6" loCatId="hierarchy" qsTypeId="urn:microsoft.com/office/officeart/2005/8/quickstyle/3d2" qsCatId="3D" csTypeId="urn:microsoft.com/office/officeart/2005/8/colors/colorful1" csCatId="colorful" phldr="1"/>
      <dgm:spPr/>
      <dgm:t>
        <a:bodyPr/>
        <a:lstStyle/>
        <a:p>
          <a:endParaRPr lang="zh-TW" altLang="en-US"/>
        </a:p>
      </dgm:t>
    </dgm:pt>
    <dgm:pt modelId="{7E4EF7BD-5242-4423-8B4C-605ACBC5CDEF}">
      <dgm:prSet custT="1"/>
      <dgm:spPr/>
      <dgm:t>
        <a:bodyPr/>
        <a:lstStyle/>
        <a:p>
          <a:pPr rtl="0"/>
          <a:r>
            <a:rPr lang="zh-TW" sz="2400" b="1" dirty="0"/>
            <a:t>個人電腦</a:t>
          </a:r>
          <a:r>
            <a:rPr lang="zh-TW" altLang="en-US" sz="2400" b="1" dirty="0"/>
            <a:t>常見</a:t>
          </a:r>
          <a:r>
            <a:rPr lang="zh-TW" sz="2400" b="1" dirty="0"/>
            <a:t>作業系統</a:t>
          </a:r>
          <a:endParaRPr lang="zh-TW" sz="2400" dirty="0"/>
        </a:p>
      </dgm:t>
    </dgm:pt>
    <dgm:pt modelId="{951B39A3-939D-4D69-8D65-DB91F0AC4C3F}" type="parTrans" cxnId="{16B2CC85-C02F-4BC9-90DC-E97E277CDCCE}">
      <dgm:prSet/>
      <dgm:spPr/>
      <dgm:t>
        <a:bodyPr/>
        <a:lstStyle/>
        <a:p>
          <a:endParaRPr lang="zh-TW" altLang="en-US"/>
        </a:p>
      </dgm:t>
    </dgm:pt>
    <dgm:pt modelId="{6A2A7043-887C-45F7-A75D-9C30CAE59B2D}" type="sibTrans" cxnId="{16B2CC85-C02F-4BC9-90DC-E97E277CDCCE}">
      <dgm:prSet/>
      <dgm:spPr/>
      <dgm:t>
        <a:bodyPr/>
        <a:lstStyle/>
        <a:p>
          <a:endParaRPr lang="zh-TW" altLang="en-US"/>
        </a:p>
      </dgm:t>
    </dgm:pt>
    <dgm:pt modelId="{E5706E7D-4A89-4D88-B588-CEF64E65A4C4}">
      <dgm:prSet custT="1"/>
      <dgm:spPr/>
      <dgm:t>
        <a:bodyPr/>
        <a:lstStyle/>
        <a:p>
          <a:pPr rtl="0"/>
          <a:r>
            <a:rPr lang="en-US" sz="2400" b="1" dirty="0"/>
            <a:t>DOS</a:t>
          </a:r>
          <a:endParaRPr lang="zh-TW" sz="2400" dirty="0"/>
        </a:p>
      </dgm:t>
    </dgm:pt>
    <dgm:pt modelId="{91F6A507-A102-4919-93FD-A35135E31384}" type="parTrans" cxnId="{1F739BA1-8653-4034-9326-A803AC26288A}">
      <dgm:prSet/>
      <dgm:spPr/>
      <dgm:t>
        <a:bodyPr/>
        <a:lstStyle/>
        <a:p>
          <a:endParaRPr lang="zh-TW" altLang="en-US"/>
        </a:p>
      </dgm:t>
    </dgm:pt>
    <dgm:pt modelId="{B94D13C0-FA21-4C67-83F8-BCDC4BB61C3A}" type="sibTrans" cxnId="{1F739BA1-8653-4034-9326-A803AC26288A}">
      <dgm:prSet/>
      <dgm:spPr/>
      <dgm:t>
        <a:bodyPr/>
        <a:lstStyle/>
        <a:p>
          <a:endParaRPr lang="zh-TW" altLang="en-US"/>
        </a:p>
      </dgm:t>
    </dgm:pt>
    <dgm:pt modelId="{496364A8-28C0-40E7-B0CA-007CEFB72335}">
      <dgm:prSet custT="1"/>
      <dgm:spPr/>
      <dgm:t>
        <a:bodyPr/>
        <a:lstStyle/>
        <a:p>
          <a:pPr rtl="0"/>
          <a:r>
            <a:rPr lang="en-US" sz="2400" b="1" dirty="0"/>
            <a:t>Mac OS</a:t>
          </a:r>
          <a:endParaRPr lang="zh-TW" sz="2400" dirty="0"/>
        </a:p>
      </dgm:t>
    </dgm:pt>
    <dgm:pt modelId="{9A44D536-E8D5-471F-8DF1-FAE650C85875}" type="parTrans" cxnId="{F9FE00E5-3C57-4EDE-96C1-A1E5927BA89F}">
      <dgm:prSet/>
      <dgm:spPr/>
      <dgm:t>
        <a:bodyPr/>
        <a:lstStyle/>
        <a:p>
          <a:endParaRPr lang="zh-TW" altLang="en-US"/>
        </a:p>
      </dgm:t>
    </dgm:pt>
    <dgm:pt modelId="{6119964F-BF3A-4F30-ABC3-535E89FA3DCB}" type="sibTrans" cxnId="{F9FE00E5-3C57-4EDE-96C1-A1E5927BA89F}">
      <dgm:prSet/>
      <dgm:spPr/>
      <dgm:t>
        <a:bodyPr/>
        <a:lstStyle/>
        <a:p>
          <a:endParaRPr lang="zh-TW" altLang="en-US"/>
        </a:p>
      </dgm:t>
    </dgm:pt>
    <dgm:pt modelId="{BE35C44D-2CD0-42F7-99D9-48996E35C50A}">
      <dgm:prSet custT="1"/>
      <dgm:spPr/>
      <dgm:t>
        <a:bodyPr/>
        <a:lstStyle/>
        <a:p>
          <a:pPr rtl="0"/>
          <a:r>
            <a:rPr lang="en-US" sz="2400" b="1" spc="-90" baseline="0" dirty="0"/>
            <a:t>Windows</a:t>
          </a:r>
          <a:endParaRPr lang="zh-TW" sz="2400" spc="-90" baseline="0" dirty="0"/>
        </a:p>
      </dgm:t>
    </dgm:pt>
    <dgm:pt modelId="{7C0E5800-2B83-4191-9A54-19DEE57188B3}" type="parTrans" cxnId="{65EAB436-8E89-41FE-96D6-4BF5DF832D21}">
      <dgm:prSet/>
      <dgm:spPr/>
      <dgm:t>
        <a:bodyPr/>
        <a:lstStyle/>
        <a:p>
          <a:endParaRPr lang="zh-TW" altLang="en-US"/>
        </a:p>
      </dgm:t>
    </dgm:pt>
    <dgm:pt modelId="{5B42E149-8720-46AB-B165-5FDC80AA3BEE}" type="sibTrans" cxnId="{65EAB436-8E89-41FE-96D6-4BF5DF832D21}">
      <dgm:prSet/>
      <dgm:spPr/>
      <dgm:t>
        <a:bodyPr/>
        <a:lstStyle/>
        <a:p>
          <a:endParaRPr lang="zh-TW" altLang="en-US"/>
        </a:p>
      </dgm:t>
    </dgm:pt>
    <dgm:pt modelId="{B0CF2C62-F8C4-415F-8511-30692DEE1146}">
      <dgm:prSet custT="1"/>
      <dgm:spPr/>
      <dgm:t>
        <a:bodyPr/>
        <a:lstStyle/>
        <a:p>
          <a:pPr rtl="0"/>
          <a:r>
            <a:rPr lang="en-US" sz="2400" b="1" dirty="0"/>
            <a:t>Linux</a:t>
          </a:r>
          <a:endParaRPr lang="zh-TW" sz="2400" dirty="0"/>
        </a:p>
      </dgm:t>
    </dgm:pt>
    <dgm:pt modelId="{3CABBC22-B855-40E8-ABB0-7F48D6C3DF85}" type="parTrans" cxnId="{40D81A0D-DCE0-459C-85A1-8DB7FE968EB1}">
      <dgm:prSet/>
      <dgm:spPr/>
      <dgm:t>
        <a:bodyPr/>
        <a:lstStyle/>
        <a:p>
          <a:endParaRPr lang="zh-TW" altLang="en-US"/>
        </a:p>
      </dgm:t>
    </dgm:pt>
    <dgm:pt modelId="{2218841C-2224-413E-B18F-E62BBE031E15}" type="sibTrans" cxnId="{40D81A0D-DCE0-459C-85A1-8DB7FE968EB1}">
      <dgm:prSet/>
      <dgm:spPr/>
      <dgm:t>
        <a:bodyPr/>
        <a:lstStyle/>
        <a:p>
          <a:endParaRPr lang="zh-TW" altLang="en-US"/>
        </a:p>
      </dgm:t>
    </dgm:pt>
    <dgm:pt modelId="{23237069-3679-4D4C-8192-37FF6F9FE5E1}" type="pres">
      <dgm:prSet presAssocID="{9CDCDA97-D71E-404D-B76B-A99623AC95DB}" presName="mainComposite" presStyleCnt="0">
        <dgm:presLayoutVars>
          <dgm:chPref val="1"/>
          <dgm:dir/>
          <dgm:animOne val="branch"/>
          <dgm:animLvl val="lvl"/>
          <dgm:resizeHandles val="exact"/>
        </dgm:presLayoutVars>
      </dgm:prSet>
      <dgm:spPr/>
    </dgm:pt>
    <dgm:pt modelId="{BEAC7563-964F-4812-993E-1B430421880E}" type="pres">
      <dgm:prSet presAssocID="{9CDCDA97-D71E-404D-B76B-A99623AC95DB}" presName="hierFlow" presStyleCnt="0"/>
      <dgm:spPr/>
    </dgm:pt>
    <dgm:pt modelId="{493C7E22-89B7-4602-AC5C-2EB0A1071070}" type="pres">
      <dgm:prSet presAssocID="{9CDCDA97-D71E-404D-B76B-A99623AC95DB}" presName="hierChild1" presStyleCnt="0">
        <dgm:presLayoutVars>
          <dgm:chPref val="1"/>
          <dgm:animOne val="branch"/>
          <dgm:animLvl val="lvl"/>
        </dgm:presLayoutVars>
      </dgm:prSet>
      <dgm:spPr/>
    </dgm:pt>
    <dgm:pt modelId="{78F77A63-ABF3-4ABC-AEA3-A71ED390A7CF}" type="pres">
      <dgm:prSet presAssocID="{7E4EF7BD-5242-4423-8B4C-605ACBC5CDEF}" presName="Name14" presStyleCnt="0"/>
      <dgm:spPr/>
    </dgm:pt>
    <dgm:pt modelId="{C114ED03-C59F-4709-98B7-F7D70FC4E073}" type="pres">
      <dgm:prSet presAssocID="{7E4EF7BD-5242-4423-8B4C-605ACBC5CDEF}" presName="level1Shape" presStyleLbl="node0" presStyleIdx="0" presStyleCnt="1" custScaleX="299723">
        <dgm:presLayoutVars>
          <dgm:chPref val="3"/>
        </dgm:presLayoutVars>
      </dgm:prSet>
      <dgm:spPr/>
    </dgm:pt>
    <dgm:pt modelId="{6E382546-3929-4A18-9B35-0ED0FCA27B43}" type="pres">
      <dgm:prSet presAssocID="{7E4EF7BD-5242-4423-8B4C-605ACBC5CDEF}" presName="hierChild2" presStyleCnt="0"/>
      <dgm:spPr/>
    </dgm:pt>
    <dgm:pt modelId="{D8AC71C6-0670-438D-944F-665FA5E9AD3B}" type="pres">
      <dgm:prSet presAssocID="{91F6A507-A102-4919-93FD-A35135E31384}" presName="Name19" presStyleLbl="parChTrans1D2" presStyleIdx="0" presStyleCnt="4"/>
      <dgm:spPr/>
    </dgm:pt>
    <dgm:pt modelId="{2D1ABE52-FC36-4F74-AD43-71C8C18DDED7}" type="pres">
      <dgm:prSet presAssocID="{E5706E7D-4A89-4D88-B588-CEF64E65A4C4}" presName="Name21" presStyleCnt="0"/>
      <dgm:spPr/>
    </dgm:pt>
    <dgm:pt modelId="{2F6E5B15-D6F5-4758-B743-013A74AE81C6}" type="pres">
      <dgm:prSet presAssocID="{E5706E7D-4A89-4D88-B588-CEF64E65A4C4}" presName="level2Shape" presStyleLbl="node2" presStyleIdx="0" presStyleCnt="4"/>
      <dgm:spPr/>
    </dgm:pt>
    <dgm:pt modelId="{ED4C57D9-C586-4001-8136-4ED594CC9CED}" type="pres">
      <dgm:prSet presAssocID="{E5706E7D-4A89-4D88-B588-CEF64E65A4C4}" presName="hierChild3" presStyleCnt="0"/>
      <dgm:spPr/>
    </dgm:pt>
    <dgm:pt modelId="{C6C997B2-E2E0-42D1-843A-2523932C812B}" type="pres">
      <dgm:prSet presAssocID="{9A44D536-E8D5-471F-8DF1-FAE650C85875}" presName="Name19" presStyleLbl="parChTrans1D2" presStyleIdx="1" presStyleCnt="4"/>
      <dgm:spPr/>
    </dgm:pt>
    <dgm:pt modelId="{E15F6B9A-38D9-4DF9-8122-C96F34B69E87}" type="pres">
      <dgm:prSet presAssocID="{496364A8-28C0-40E7-B0CA-007CEFB72335}" presName="Name21" presStyleCnt="0"/>
      <dgm:spPr/>
    </dgm:pt>
    <dgm:pt modelId="{72F65293-B266-45C7-8A9F-3CC7D96BC7A6}" type="pres">
      <dgm:prSet presAssocID="{496364A8-28C0-40E7-B0CA-007CEFB72335}" presName="level2Shape" presStyleLbl="node2" presStyleIdx="1" presStyleCnt="4" custScaleX="122064"/>
      <dgm:spPr/>
    </dgm:pt>
    <dgm:pt modelId="{77AC04EC-F2EB-4980-9AFC-281C662AABFF}" type="pres">
      <dgm:prSet presAssocID="{496364A8-28C0-40E7-B0CA-007CEFB72335}" presName="hierChild3" presStyleCnt="0"/>
      <dgm:spPr/>
    </dgm:pt>
    <dgm:pt modelId="{D697CF69-19B5-4B87-8B63-29477EC16EF2}" type="pres">
      <dgm:prSet presAssocID="{7C0E5800-2B83-4191-9A54-19DEE57188B3}" presName="Name19" presStyleLbl="parChTrans1D2" presStyleIdx="2" presStyleCnt="4"/>
      <dgm:spPr/>
    </dgm:pt>
    <dgm:pt modelId="{0EB20D25-6393-49E5-9247-90200E680754}" type="pres">
      <dgm:prSet presAssocID="{BE35C44D-2CD0-42F7-99D9-48996E35C50A}" presName="Name21" presStyleCnt="0"/>
      <dgm:spPr/>
    </dgm:pt>
    <dgm:pt modelId="{7903484B-78D2-4701-B7C5-6F57BD0A0CA8}" type="pres">
      <dgm:prSet presAssocID="{BE35C44D-2CD0-42F7-99D9-48996E35C50A}" presName="level2Shape" presStyleLbl="node2" presStyleIdx="2" presStyleCnt="4" custScaleX="123110"/>
      <dgm:spPr/>
    </dgm:pt>
    <dgm:pt modelId="{4DBC4744-A388-4368-A127-40F9E1065866}" type="pres">
      <dgm:prSet presAssocID="{BE35C44D-2CD0-42F7-99D9-48996E35C50A}" presName="hierChild3" presStyleCnt="0"/>
      <dgm:spPr/>
    </dgm:pt>
    <dgm:pt modelId="{069885D0-EC3B-4347-82CA-2BC139A7877D}" type="pres">
      <dgm:prSet presAssocID="{3CABBC22-B855-40E8-ABB0-7F48D6C3DF85}" presName="Name19" presStyleLbl="parChTrans1D2" presStyleIdx="3" presStyleCnt="4"/>
      <dgm:spPr/>
    </dgm:pt>
    <dgm:pt modelId="{9DB19657-C6D8-43FB-A3ED-658B764A71E4}" type="pres">
      <dgm:prSet presAssocID="{B0CF2C62-F8C4-415F-8511-30692DEE1146}" presName="Name21" presStyleCnt="0"/>
      <dgm:spPr/>
    </dgm:pt>
    <dgm:pt modelId="{2C45470F-9C98-4197-A66F-11BDF11B017D}" type="pres">
      <dgm:prSet presAssocID="{B0CF2C62-F8C4-415F-8511-30692DEE1146}" presName="level2Shape" presStyleLbl="node2" presStyleIdx="3" presStyleCnt="4"/>
      <dgm:spPr/>
    </dgm:pt>
    <dgm:pt modelId="{24B4369B-0CBB-412D-93C9-840DE0E1D78D}" type="pres">
      <dgm:prSet presAssocID="{B0CF2C62-F8C4-415F-8511-30692DEE1146}" presName="hierChild3" presStyleCnt="0"/>
      <dgm:spPr/>
    </dgm:pt>
    <dgm:pt modelId="{043F1139-5460-42D9-B3B9-6A3424547F41}" type="pres">
      <dgm:prSet presAssocID="{9CDCDA97-D71E-404D-B76B-A99623AC95DB}" presName="bgShapesFlow" presStyleCnt="0"/>
      <dgm:spPr/>
    </dgm:pt>
  </dgm:ptLst>
  <dgm:cxnLst>
    <dgm:cxn modelId="{40D81A0D-DCE0-459C-85A1-8DB7FE968EB1}" srcId="{7E4EF7BD-5242-4423-8B4C-605ACBC5CDEF}" destId="{B0CF2C62-F8C4-415F-8511-30692DEE1146}" srcOrd="3" destOrd="0" parTransId="{3CABBC22-B855-40E8-ABB0-7F48D6C3DF85}" sibTransId="{2218841C-2224-413E-B18F-E62BBE031E15}"/>
    <dgm:cxn modelId="{67304B13-2A38-436B-8B8E-F10582335098}" type="presOf" srcId="{E5706E7D-4A89-4D88-B588-CEF64E65A4C4}" destId="{2F6E5B15-D6F5-4758-B743-013A74AE81C6}" srcOrd="0" destOrd="0" presId="urn:microsoft.com/office/officeart/2005/8/layout/hierarchy6"/>
    <dgm:cxn modelId="{1F847C28-7C08-474E-B1E1-55FC902D79BC}" type="presOf" srcId="{7E4EF7BD-5242-4423-8B4C-605ACBC5CDEF}" destId="{C114ED03-C59F-4709-98B7-F7D70FC4E073}" srcOrd="0" destOrd="0" presId="urn:microsoft.com/office/officeart/2005/8/layout/hierarchy6"/>
    <dgm:cxn modelId="{65EAB436-8E89-41FE-96D6-4BF5DF832D21}" srcId="{7E4EF7BD-5242-4423-8B4C-605ACBC5CDEF}" destId="{BE35C44D-2CD0-42F7-99D9-48996E35C50A}" srcOrd="2" destOrd="0" parTransId="{7C0E5800-2B83-4191-9A54-19DEE57188B3}" sibTransId="{5B42E149-8720-46AB-B165-5FDC80AA3BEE}"/>
    <dgm:cxn modelId="{67C9E85D-92FA-4DD4-9CE7-B9522E0A9213}" type="presOf" srcId="{496364A8-28C0-40E7-B0CA-007CEFB72335}" destId="{72F65293-B266-45C7-8A9F-3CC7D96BC7A6}" srcOrd="0" destOrd="0" presId="urn:microsoft.com/office/officeart/2005/8/layout/hierarchy6"/>
    <dgm:cxn modelId="{90598B46-B18A-488A-8451-BDB9F4BBF8EF}" type="presOf" srcId="{3CABBC22-B855-40E8-ABB0-7F48D6C3DF85}" destId="{069885D0-EC3B-4347-82CA-2BC139A7877D}" srcOrd="0" destOrd="0" presId="urn:microsoft.com/office/officeart/2005/8/layout/hierarchy6"/>
    <dgm:cxn modelId="{19D7596A-5B9B-44C2-96E6-474EC28C71C0}" type="presOf" srcId="{BE35C44D-2CD0-42F7-99D9-48996E35C50A}" destId="{7903484B-78D2-4701-B7C5-6F57BD0A0CA8}" srcOrd="0" destOrd="0" presId="urn:microsoft.com/office/officeart/2005/8/layout/hierarchy6"/>
    <dgm:cxn modelId="{16B44750-1500-4766-AE13-CF3FB0D23651}" type="presOf" srcId="{9A44D536-E8D5-471F-8DF1-FAE650C85875}" destId="{C6C997B2-E2E0-42D1-843A-2523932C812B}" srcOrd="0" destOrd="0" presId="urn:microsoft.com/office/officeart/2005/8/layout/hierarchy6"/>
    <dgm:cxn modelId="{16B2CC85-C02F-4BC9-90DC-E97E277CDCCE}" srcId="{9CDCDA97-D71E-404D-B76B-A99623AC95DB}" destId="{7E4EF7BD-5242-4423-8B4C-605ACBC5CDEF}" srcOrd="0" destOrd="0" parTransId="{951B39A3-939D-4D69-8D65-DB91F0AC4C3F}" sibTransId="{6A2A7043-887C-45F7-A75D-9C30CAE59B2D}"/>
    <dgm:cxn modelId="{1F739BA1-8653-4034-9326-A803AC26288A}" srcId="{7E4EF7BD-5242-4423-8B4C-605ACBC5CDEF}" destId="{E5706E7D-4A89-4D88-B588-CEF64E65A4C4}" srcOrd="0" destOrd="0" parTransId="{91F6A507-A102-4919-93FD-A35135E31384}" sibTransId="{B94D13C0-FA21-4C67-83F8-BCDC4BB61C3A}"/>
    <dgm:cxn modelId="{61B95EAC-6EA5-4056-BF26-0A54F5331EB8}" type="presOf" srcId="{B0CF2C62-F8C4-415F-8511-30692DEE1146}" destId="{2C45470F-9C98-4197-A66F-11BDF11B017D}" srcOrd="0" destOrd="0" presId="urn:microsoft.com/office/officeart/2005/8/layout/hierarchy6"/>
    <dgm:cxn modelId="{EB6AFCBE-FB89-4C6A-8209-8854F95338C5}" type="presOf" srcId="{9CDCDA97-D71E-404D-B76B-A99623AC95DB}" destId="{23237069-3679-4D4C-8192-37FF6F9FE5E1}" srcOrd="0" destOrd="0" presId="urn:microsoft.com/office/officeart/2005/8/layout/hierarchy6"/>
    <dgm:cxn modelId="{690F64DF-5548-4544-A422-7CD976CE8509}" type="presOf" srcId="{91F6A507-A102-4919-93FD-A35135E31384}" destId="{D8AC71C6-0670-438D-944F-665FA5E9AD3B}" srcOrd="0" destOrd="0" presId="urn:microsoft.com/office/officeart/2005/8/layout/hierarchy6"/>
    <dgm:cxn modelId="{F9FE00E5-3C57-4EDE-96C1-A1E5927BA89F}" srcId="{7E4EF7BD-5242-4423-8B4C-605ACBC5CDEF}" destId="{496364A8-28C0-40E7-B0CA-007CEFB72335}" srcOrd="1" destOrd="0" parTransId="{9A44D536-E8D5-471F-8DF1-FAE650C85875}" sibTransId="{6119964F-BF3A-4F30-ABC3-535E89FA3DCB}"/>
    <dgm:cxn modelId="{61C307F4-545E-4321-A025-5946403D0ABA}" type="presOf" srcId="{7C0E5800-2B83-4191-9A54-19DEE57188B3}" destId="{D697CF69-19B5-4B87-8B63-29477EC16EF2}" srcOrd="0" destOrd="0" presId="urn:microsoft.com/office/officeart/2005/8/layout/hierarchy6"/>
    <dgm:cxn modelId="{1C9F3BBA-DFCA-4259-84C5-B73D532D8DA8}" type="presParOf" srcId="{23237069-3679-4D4C-8192-37FF6F9FE5E1}" destId="{BEAC7563-964F-4812-993E-1B430421880E}" srcOrd="0" destOrd="0" presId="urn:microsoft.com/office/officeart/2005/8/layout/hierarchy6"/>
    <dgm:cxn modelId="{E71B584A-3981-4012-835A-3416CC0548D5}" type="presParOf" srcId="{BEAC7563-964F-4812-993E-1B430421880E}" destId="{493C7E22-89B7-4602-AC5C-2EB0A1071070}" srcOrd="0" destOrd="0" presId="urn:microsoft.com/office/officeart/2005/8/layout/hierarchy6"/>
    <dgm:cxn modelId="{61ADA145-B5BE-4852-8D8C-0E632A7C8FB9}" type="presParOf" srcId="{493C7E22-89B7-4602-AC5C-2EB0A1071070}" destId="{78F77A63-ABF3-4ABC-AEA3-A71ED390A7CF}" srcOrd="0" destOrd="0" presId="urn:microsoft.com/office/officeart/2005/8/layout/hierarchy6"/>
    <dgm:cxn modelId="{EF682A64-E1AF-4110-B36C-F323C2C7D3BD}" type="presParOf" srcId="{78F77A63-ABF3-4ABC-AEA3-A71ED390A7CF}" destId="{C114ED03-C59F-4709-98B7-F7D70FC4E073}" srcOrd="0" destOrd="0" presId="urn:microsoft.com/office/officeart/2005/8/layout/hierarchy6"/>
    <dgm:cxn modelId="{27E52B02-EBBA-4A67-B2C4-635F9804D2EE}" type="presParOf" srcId="{78F77A63-ABF3-4ABC-AEA3-A71ED390A7CF}" destId="{6E382546-3929-4A18-9B35-0ED0FCA27B43}" srcOrd="1" destOrd="0" presId="urn:microsoft.com/office/officeart/2005/8/layout/hierarchy6"/>
    <dgm:cxn modelId="{D04CF63F-F7A0-41E5-9F24-AB7E9EB0DDE4}" type="presParOf" srcId="{6E382546-3929-4A18-9B35-0ED0FCA27B43}" destId="{D8AC71C6-0670-438D-944F-665FA5E9AD3B}" srcOrd="0" destOrd="0" presId="urn:microsoft.com/office/officeart/2005/8/layout/hierarchy6"/>
    <dgm:cxn modelId="{365B839B-D6D4-4570-9BCC-2D9314A2F89A}" type="presParOf" srcId="{6E382546-3929-4A18-9B35-0ED0FCA27B43}" destId="{2D1ABE52-FC36-4F74-AD43-71C8C18DDED7}" srcOrd="1" destOrd="0" presId="urn:microsoft.com/office/officeart/2005/8/layout/hierarchy6"/>
    <dgm:cxn modelId="{3F039F01-92ED-4761-A3C6-587F51C038FC}" type="presParOf" srcId="{2D1ABE52-FC36-4F74-AD43-71C8C18DDED7}" destId="{2F6E5B15-D6F5-4758-B743-013A74AE81C6}" srcOrd="0" destOrd="0" presId="urn:microsoft.com/office/officeart/2005/8/layout/hierarchy6"/>
    <dgm:cxn modelId="{524C2C77-BCA8-4680-AAF2-9B48EACAA76D}" type="presParOf" srcId="{2D1ABE52-FC36-4F74-AD43-71C8C18DDED7}" destId="{ED4C57D9-C586-4001-8136-4ED594CC9CED}" srcOrd="1" destOrd="0" presId="urn:microsoft.com/office/officeart/2005/8/layout/hierarchy6"/>
    <dgm:cxn modelId="{40F48AAE-6D59-47DC-9DF8-1A0E0DC7E3D8}" type="presParOf" srcId="{6E382546-3929-4A18-9B35-0ED0FCA27B43}" destId="{C6C997B2-E2E0-42D1-843A-2523932C812B}" srcOrd="2" destOrd="0" presId="urn:microsoft.com/office/officeart/2005/8/layout/hierarchy6"/>
    <dgm:cxn modelId="{67461570-DEC8-4DE6-BD3F-CC7F2E7B1F60}" type="presParOf" srcId="{6E382546-3929-4A18-9B35-0ED0FCA27B43}" destId="{E15F6B9A-38D9-4DF9-8122-C96F34B69E87}" srcOrd="3" destOrd="0" presId="urn:microsoft.com/office/officeart/2005/8/layout/hierarchy6"/>
    <dgm:cxn modelId="{2839417B-CDBD-4BBA-85CB-AD1F012C6144}" type="presParOf" srcId="{E15F6B9A-38D9-4DF9-8122-C96F34B69E87}" destId="{72F65293-B266-45C7-8A9F-3CC7D96BC7A6}" srcOrd="0" destOrd="0" presId="urn:microsoft.com/office/officeart/2005/8/layout/hierarchy6"/>
    <dgm:cxn modelId="{F6083967-E49E-4734-8D44-7C586FC457B2}" type="presParOf" srcId="{E15F6B9A-38D9-4DF9-8122-C96F34B69E87}" destId="{77AC04EC-F2EB-4980-9AFC-281C662AABFF}" srcOrd="1" destOrd="0" presId="urn:microsoft.com/office/officeart/2005/8/layout/hierarchy6"/>
    <dgm:cxn modelId="{CAE45452-C963-450D-8826-3BB6618A2B9F}" type="presParOf" srcId="{6E382546-3929-4A18-9B35-0ED0FCA27B43}" destId="{D697CF69-19B5-4B87-8B63-29477EC16EF2}" srcOrd="4" destOrd="0" presId="urn:microsoft.com/office/officeart/2005/8/layout/hierarchy6"/>
    <dgm:cxn modelId="{751417D0-0944-4237-850C-B7A702712850}" type="presParOf" srcId="{6E382546-3929-4A18-9B35-0ED0FCA27B43}" destId="{0EB20D25-6393-49E5-9247-90200E680754}" srcOrd="5" destOrd="0" presId="urn:microsoft.com/office/officeart/2005/8/layout/hierarchy6"/>
    <dgm:cxn modelId="{63BFFC5B-9490-485B-85B6-9DA16D98339A}" type="presParOf" srcId="{0EB20D25-6393-49E5-9247-90200E680754}" destId="{7903484B-78D2-4701-B7C5-6F57BD0A0CA8}" srcOrd="0" destOrd="0" presId="urn:microsoft.com/office/officeart/2005/8/layout/hierarchy6"/>
    <dgm:cxn modelId="{DB6F56C1-0FF0-46B3-A349-0CA7AAF942AB}" type="presParOf" srcId="{0EB20D25-6393-49E5-9247-90200E680754}" destId="{4DBC4744-A388-4368-A127-40F9E1065866}" srcOrd="1" destOrd="0" presId="urn:microsoft.com/office/officeart/2005/8/layout/hierarchy6"/>
    <dgm:cxn modelId="{5D72B5BA-4427-49AE-A9A2-0A0A644D359F}" type="presParOf" srcId="{6E382546-3929-4A18-9B35-0ED0FCA27B43}" destId="{069885D0-EC3B-4347-82CA-2BC139A7877D}" srcOrd="6" destOrd="0" presId="urn:microsoft.com/office/officeart/2005/8/layout/hierarchy6"/>
    <dgm:cxn modelId="{C71284DF-23B2-485A-A966-80B2F18F3EDD}" type="presParOf" srcId="{6E382546-3929-4A18-9B35-0ED0FCA27B43}" destId="{9DB19657-C6D8-43FB-A3ED-658B764A71E4}" srcOrd="7" destOrd="0" presId="urn:microsoft.com/office/officeart/2005/8/layout/hierarchy6"/>
    <dgm:cxn modelId="{0E491CBC-A54A-4CAA-9CFA-E0B3693910F5}" type="presParOf" srcId="{9DB19657-C6D8-43FB-A3ED-658B764A71E4}" destId="{2C45470F-9C98-4197-A66F-11BDF11B017D}" srcOrd="0" destOrd="0" presId="urn:microsoft.com/office/officeart/2005/8/layout/hierarchy6"/>
    <dgm:cxn modelId="{BE3A519E-10C8-4E8E-9B4B-442215478D62}" type="presParOf" srcId="{9DB19657-C6D8-43FB-A3ED-658B764A71E4}" destId="{24B4369B-0CBB-412D-93C9-840DE0E1D78D}" srcOrd="1" destOrd="0" presId="urn:microsoft.com/office/officeart/2005/8/layout/hierarchy6"/>
    <dgm:cxn modelId="{7F458FD6-ACED-4C1A-8CAD-4750D7E47DB6}" type="presParOf" srcId="{23237069-3679-4D4C-8192-37FF6F9FE5E1}" destId="{043F1139-5460-42D9-B3B9-6A3424547F41}" srcOrd="1" destOrd="0" presId="urn:microsoft.com/office/officeart/2005/8/layout/hierarchy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DFB6B5F-AF92-4B5D-84AF-D8012BB86894}" type="doc">
      <dgm:prSet loTypeId="urn:microsoft.com/office/officeart/2005/8/layout/lProcess2" loCatId="list" qsTypeId="urn:microsoft.com/office/officeart/2005/8/quickstyle/simple1" qsCatId="simple" csTypeId="urn:microsoft.com/office/officeart/2005/8/colors/colorful4" csCatId="colorful" phldr="1"/>
      <dgm:spPr/>
      <dgm:t>
        <a:bodyPr/>
        <a:lstStyle/>
        <a:p>
          <a:endParaRPr lang="zh-TW" altLang="en-US"/>
        </a:p>
      </dgm:t>
    </dgm:pt>
    <dgm:pt modelId="{ED00AC8F-C4D0-4BBC-815B-1772DA2C2088}">
      <dgm:prSet/>
      <dgm:spPr/>
      <dgm:t>
        <a:bodyPr/>
        <a:lstStyle/>
        <a:p>
          <a:pPr rtl="0"/>
          <a:r>
            <a:rPr lang="en-US" b="1" dirty="0"/>
            <a:t>DOS</a:t>
          </a:r>
          <a:br>
            <a:rPr lang="en-US" b="1" dirty="0"/>
          </a:br>
          <a:r>
            <a:rPr lang="zh-TW" b="1" dirty="0"/>
            <a:t>磁碟作業系統</a:t>
          </a:r>
          <a:endParaRPr lang="zh-TW" dirty="0"/>
        </a:p>
      </dgm:t>
    </dgm:pt>
    <dgm:pt modelId="{BD72E5CD-0E21-4614-B405-C39EABCB382C}" type="parTrans" cxnId="{D9CEAA37-A43A-47CD-83AB-DF858FA39155}">
      <dgm:prSet/>
      <dgm:spPr/>
      <dgm:t>
        <a:bodyPr/>
        <a:lstStyle/>
        <a:p>
          <a:endParaRPr lang="zh-TW" altLang="en-US"/>
        </a:p>
      </dgm:t>
    </dgm:pt>
    <dgm:pt modelId="{69FB3E41-D2A5-4E0A-9EB8-5404F2AE605E}" type="sibTrans" cxnId="{D9CEAA37-A43A-47CD-83AB-DF858FA39155}">
      <dgm:prSet/>
      <dgm:spPr/>
      <dgm:t>
        <a:bodyPr/>
        <a:lstStyle/>
        <a:p>
          <a:endParaRPr lang="zh-TW" altLang="en-US"/>
        </a:p>
      </dgm:t>
    </dgm:pt>
    <dgm:pt modelId="{8819F706-C122-4AE8-81CE-C881687F432B}">
      <dgm:prSet/>
      <dgm:spPr/>
      <dgm:t>
        <a:bodyPr/>
        <a:lstStyle/>
        <a:p>
          <a:pPr algn="just" rtl="0"/>
          <a:r>
            <a:rPr lang="zh-TW" b="1" dirty="0"/>
            <a:t>微軟最早的作業系統產品，用在</a:t>
          </a:r>
          <a:r>
            <a:rPr lang="en-US" b="1" dirty="0"/>
            <a:t>IBM</a:t>
          </a:r>
          <a:r>
            <a:rPr lang="zh-TW" b="1" dirty="0"/>
            <a:t>相容個人電腦上，使用者以指令方式操控電腦。</a:t>
          </a:r>
          <a:endParaRPr lang="zh-TW" dirty="0"/>
        </a:p>
      </dgm:t>
    </dgm:pt>
    <dgm:pt modelId="{30ADC65C-3378-4AA7-8BEE-8993C6ED5483}" type="parTrans" cxnId="{7FF9261A-9382-46B1-9C9C-D395EFBA587F}">
      <dgm:prSet/>
      <dgm:spPr/>
      <dgm:t>
        <a:bodyPr/>
        <a:lstStyle/>
        <a:p>
          <a:endParaRPr lang="zh-TW" altLang="en-US"/>
        </a:p>
      </dgm:t>
    </dgm:pt>
    <dgm:pt modelId="{182EC1BB-E643-441C-B124-CCF4E875DE8C}" type="sibTrans" cxnId="{7FF9261A-9382-46B1-9C9C-D395EFBA587F}">
      <dgm:prSet/>
      <dgm:spPr/>
      <dgm:t>
        <a:bodyPr/>
        <a:lstStyle/>
        <a:p>
          <a:endParaRPr lang="zh-TW" altLang="en-US"/>
        </a:p>
      </dgm:t>
    </dgm:pt>
    <dgm:pt modelId="{D68C3717-E708-4D82-851E-FEA13ED62403}">
      <dgm:prSet/>
      <dgm:spPr/>
      <dgm:t>
        <a:bodyPr/>
        <a:lstStyle/>
        <a:p>
          <a:pPr rtl="0"/>
          <a:r>
            <a:rPr lang="en-US" b="1"/>
            <a:t>Mac OS</a:t>
          </a:r>
          <a:endParaRPr lang="zh-TW"/>
        </a:p>
      </dgm:t>
    </dgm:pt>
    <dgm:pt modelId="{FF35A142-2002-495C-9D51-C0B146FB9658}" type="parTrans" cxnId="{11B8C9B0-CE1D-4098-9826-07229524F0FC}">
      <dgm:prSet/>
      <dgm:spPr/>
      <dgm:t>
        <a:bodyPr/>
        <a:lstStyle/>
        <a:p>
          <a:endParaRPr lang="zh-TW" altLang="en-US"/>
        </a:p>
      </dgm:t>
    </dgm:pt>
    <dgm:pt modelId="{79146AB8-0171-4767-9AF6-65313A91FC0C}" type="sibTrans" cxnId="{11B8C9B0-CE1D-4098-9826-07229524F0FC}">
      <dgm:prSet/>
      <dgm:spPr/>
      <dgm:t>
        <a:bodyPr/>
        <a:lstStyle/>
        <a:p>
          <a:endParaRPr lang="zh-TW" altLang="en-US"/>
        </a:p>
      </dgm:t>
    </dgm:pt>
    <dgm:pt modelId="{704E86C6-B801-4082-B2A4-6B1B59E53C54}">
      <dgm:prSet/>
      <dgm:spPr/>
      <dgm:t>
        <a:bodyPr/>
        <a:lstStyle/>
        <a:p>
          <a:pPr algn="just" rtl="0"/>
          <a:r>
            <a:rPr lang="zh-TW" b="1" dirty="0"/>
            <a:t>第一個圖形化介面的個人電腦作業系統，適用於蘋果電腦上。</a:t>
          </a:r>
          <a:endParaRPr lang="zh-TW" dirty="0"/>
        </a:p>
      </dgm:t>
    </dgm:pt>
    <dgm:pt modelId="{AEEB4F55-535A-4E4D-89C4-957065A62CD0}" type="parTrans" cxnId="{8A0709CC-ABD6-430B-B89A-88AB2DF81BE7}">
      <dgm:prSet/>
      <dgm:spPr/>
      <dgm:t>
        <a:bodyPr/>
        <a:lstStyle/>
        <a:p>
          <a:endParaRPr lang="zh-TW" altLang="en-US"/>
        </a:p>
      </dgm:t>
    </dgm:pt>
    <dgm:pt modelId="{EAECB048-F680-4D93-8C8D-F03BF81A8120}" type="sibTrans" cxnId="{8A0709CC-ABD6-430B-B89A-88AB2DF81BE7}">
      <dgm:prSet/>
      <dgm:spPr/>
      <dgm:t>
        <a:bodyPr/>
        <a:lstStyle/>
        <a:p>
          <a:endParaRPr lang="zh-TW" altLang="en-US"/>
        </a:p>
      </dgm:t>
    </dgm:pt>
    <dgm:pt modelId="{F9EE3DB5-A562-412C-96FB-E4691EBE9C78}">
      <dgm:prSet/>
      <dgm:spPr/>
      <dgm:t>
        <a:bodyPr/>
        <a:lstStyle/>
        <a:p>
          <a:pPr rtl="0"/>
          <a:r>
            <a:rPr lang="en-US" b="1"/>
            <a:t>Windows</a:t>
          </a:r>
          <a:endParaRPr lang="zh-TW"/>
        </a:p>
      </dgm:t>
    </dgm:pt>
    <dgm:pt modelId="{E54A0AE9-F03F-4382-A1D7-7D8773F6432B}" type="parTrans" cxnId="{2BD91140-B227-442E-819D-B397D721D944}">
      <dgm:prSet/>
      <dgm:spPr/>
      <dgm:t>
        <a:bodyPr/>
        <a:lstStyle/>
        <a:p>
          <a:endParaRPr lang="zh-TW" altLang="en-US"/>
        </a:p>
      </dgm:t>
    </dgm:pt>
    <dgm:pt modelId="{DC0F6FEA-08B3-4293-A5A8-CCE7FABD8AD9}" type="sibTrans" cxnId="{2BD91140-B227-442E-819D-B397D721D944}">
      <dgm:prSet/>
      <dgm:spPr/>
      <dgm:t>
        <a:bodyPr/>
        <a:lstStyle/>
        <a:p>
          <a:endParaRPr lang="zh-TW" altLang="en-US"/>
        </a:p>
      </dgm:t>
    </dgm:pt>
    <dgm:pt modelId="{E4975A4C-043F-4834-8F46-243C183BD4EA}">
      <dgm:prSet/>
      <dgm:spPr/>
      <dgm:t>
        <a:bodyPr/>
        <a:lstStyle/>
        <a:p>
          <a:pPr algn="just" rtl="0"/>
          <a:r>
            <a:rPr lang="zh-TW" b="1" dirty="0"/>
            <a:t>微軟推出</a:t>
          </a:r>
          <a:r>
            <a:rPr lang="zh-TW" altLang="en-US" b="1" dirty="0"/>
            <a:t>的</a:t>
          </a:r>
          <a:r>
            <a:rPr lang="en-US" b="1" dirty="0"/>
            <a:t>Windows 1.0</a:t>
          </a:r>
          <a:r>
            <a:rPr lang="zh-TW" b="1" dirty="0"/>
            <a:t>是</a:t>
          </a:r>
          <a:r>
            <a:rPr lang="en-US" b="1" dirty="0"/>
            <a:t>PC</a:t>
          </a:r>
          <a:r>
            <a:rPr lang="zh-TW" b="1" dirty="0"/>
            <a:t>上第一個圖形化作業系統。</a:t>
          </a:r>
          <a:endParaRPr lang="zh-TW" dirty="0"/>
        </a:p>
      </dgm:t>
    </dgm:pt>
    <dgm:pt modelId="{9781CBEF-03F2-4EEA-86F4-8E1D42EC17BD}" type="parTrans" cxnId="{14D9D0DD-468D-48A5-9CC0-F5540FAC6F21}">
      <dgm:prSet/>
      <dgm:spPr/>
      <dgm:t>
        <a:bodyPr/>
        <a:lstStyle/>
        <a:p>
          <a:endParaRPr lang="zh-TW" altLang="en-US"/>
        </a:p>
      </dgm:t>
    </dgm:pt>
    <dgm:pt modelId="{0654FDFD-ACA9-4756-B577-2A62CFD9A8BF}" type="sibTrans" cxnId="{14D9D0DD-468D-48A5-9CC0-F5540FAC6F21}">
      <dgm:prSet/>
      <dgm:spPr/>
      <dgm:t>
        <a:bodyPr/>
        <a:lstStyle/>
        <a:p>
          <a:endParaRPr lang="zh-TW" altLang="en-US"/>
        </a:p>
      </dgm:t>
    </dgm:pt>
    <dgm:pt modelId="{DED61DBE-58BE-4A26-B2B2-805DEA1C7FB0}">
      <dgm:prSet/>
      <dgm:spPr/>
      <dgm:t>
        <a:bodyPr/>
        <a:lstStyle/>
        <a:p>
          <a:pPr rtl="0"/>
          <a:r>
            <a:rPr lang="en-US" b="1"/>
            <a:t>Linux</a:t>
          </a:r>
          <a:endParaRPr lang="zh-TW"/>
        </a:p>
      </dgm:t>
    </dgm:pt>
    <dgm:pt modelId="{F316F93B-B2C6-4D72-8262-44B3EFE51E67}" type="parTrans" cxnId="{3DB5BE07-EBF5-42AF-8C95-50A0284F5960}">
      <dgm:prSet/>
      <dgm:spPr/>
      <dgm:t>
        <a:bodyPr/>
        <a:lstStyle/>
        <a:p>
          <a:endParaRPr lang="zh-TW" altLang="en-US"/>
        </a:p>
      </dgm:t>
    </dgm:pt>
    <dgm:pt modelId="{65EEF9C5-CDC1-4387-A2C4-6B71F777534D}" type="sibTrans" cxnId="{3DB5BE07-EBF5-42AF-8C95-50A0284F5960}">
      <dgm:prSet/>
      <dgm:spPr/>
      <dgm:t>
        <a:bodyPr/>
        <a:lstStyle/>
        <a:p>
          <a:endParaRPr lang="zh-TW" altLang="en-US"/>
        </a:p>
      </dgm:t>
    </dgm:pt>
    <dgm:pt modelId="{FC499470-97E6-4425-BB9C-053D4CDA2AFB}">
      <dgm:prSet/>
      <dgm:spPr/>
      <dgm:t>
        <a:bodyPr/>
        <a:lstStyle/>
        <a:p>
          <a:pPr algn="just" rtl="0"/>
          <a:r>
            <a:rPr lang="zh-TW" b="1" dirty="0"/>
            <a:t>根據大型電腦作業系統</a:t>
          </a:r>
          <a:r>
            <a:rPr lang="en-US" b="1" dirty="0"/>
            <a:t>UNIX</a:t>
          </a:r>
          <a:r>
            <a:rPr lang="zh-TW" b="1" dirty="0"/>
            <a:t>所發展，早期只有命令列模式，現在也有了圖形化使用者介面。</a:t>
          </a:r>
          <a:endParaRPr lang="zh-TW" dirty="0"/>
        </a:p>
      </dgm:t>
    </dgm:pt>
    <dgm:pt modelId="{89821A0E-F880-486A-8E76-3E7EEB8DA04C}" type="parTrans" cxnId="{99974255-C000-48A5-AA58-45645AE1C5BB}">
      <dgm:prSet/>
      <dgm:spPr/>
      <dgm:t>
        <a:bodyPr/>
        <a:lstStyle/>
        <a:p>
          <a:endParaRPr lang="zh-TW" altLang="en-US"/>
        </a:p>
      </dgm:t>
    </dgm:pt>
    <dgm:pt modelId="{82AA9523-69A3-416C-B374-2D5F0A2E8A1C}" type="sibTrans" cxnId="{99974255-C000-48A5-AA58-45645AE1C5BB}">
      <dgm:prSet/>
      <dgm:spPr/>
      <dgm:t>
        <a:bodyPr/>
        <a:lstStyle/>
        <a:p>
          <a:endParaRPr lang="zh-TW" altLang="en-US"/>
        </a:p>
      </dgm:t>
    </dgm:pt>
    <dgm:pt modelId="{66A51C54-731D-4FBE-8ADD-A037693671BF}" type="pres">
      <dgm:prSet presAssocID="{DDFB6B5F-AF92-4B5D-84AF-D8012BB86894}" presName="theList" presStyleCnt="0">
        <dgm:presLayoutVars>
          <dgm:dir/>
          <dgm:animLvl val="lvl"/>
          <dgm:resizeHandles val="exact"/>
        </dgm:presLayoutVars>
      </dgm:prSet>
      <dgm:spPr/>
    </dgm:pt>
    <dgm:pt modelId="{953540B1-990D-4165-AA45-17252335E492}" type="pres">
      <dgm:prSet presAssocID="{ED00AC8F-C4D0-4BBC-815B-1772DA2C2088}" presName="compNode" presStyleCnt="0"/>
      <dgm:spPr/>
    </dgm:pt>
    <dgm:pt modelId="{E6989828-48A8-4900-992A-E3907662702C}" type="pres">
      <dgm:prSet presAssocID="{ED00AC8F-C4D0-4BBC-815B-1772DA2C2088}" presName="aNode" presStyleLbl="bgShp" presStyleIdx="0" presStyleCnt="4"/>
      <dgm:spPr/>
    </dgm:pt>
    <dgm:pt modelId="{E5023419-3994-4C49-ACDA-8BBF5A12D1F8}" type="pres">
      <dgm:prSet presAssocID="{ED00AC8F-C4D0-4BBC-815B-1772DA2C2088}" presName="textNode" presStyleLbl="bgShp" presStyleIdx="0" presStyleCnt="4"/>
      <dgm:spPr/>
    </dgm:pt>
    <dgm:pt modelId="{EFB5F87A-C32B-4E33-87E5-57FE3C713CB4}" type="pres">
      <dgm:prSet presAssocID="{ED00AC8F-C4D0-4BBC-815B-1772DA2C2088}" presName="compChildNode" presStyleCnt="0"/>
      <dgm:spPr/>
    </dgm:pt>
    <dgm:pt modelId="{C66946F8-AF94-45C6-8669-957907EF9179}" type="pres">
      <dgm:prSet presAssocID="{ED00AC8F-C4D0-4BBC-815B-1772DA2C2088}" presName="theInnerList" presStyleCnt="0"/>
      <dgm:spPr/>
    </dgm:pt>
    <dgm:pt modelId="{9C88E4EE-B867-4730-8BE4-045FAA72E804}" type="pres">
      <dgm:prSet presAssocID="{8819F706-C122-4AE8-81CE-C881687F432B}" presName="childNode" presStyleLbl="node1" presStyleIdx="0" presStyleCnt="4">
        <dgm:presLayoutVars>
          <dgm:bulletEnabled val="1"/>
        </dgm:presLayoutVars>
      </dgm:prSet>
      <dgm:spPr/>
    </dgm:pt>
    <dgm:pt modelId="{B7AE02A8-F0BE-461F-9F06-93E3B0D2DB99}" type="pres">
      <dgm:prSet presAssocID="{ED00AC8F-C4D0-4BBC-815B-1772DA2C2088}" presName="aSpace" presStyleCnt="0"/>
      <dgm:spPr/>
    </dgm:pt>
    <dgm:pt modelId="{62BF41BA-A5AC-46C3-B364-347592A2C132}" type="pres">
      <dgm:prSet presAssocID="{D68C3717-E708-4D82-851E-FEA13ED62403}" presName="compNode" presStyleCnt="0"/>
      <dgm:spPr/>
    </dgm:pt>
    <dgm:pt modelId="{7146ECC3-A499-4DC2-A65B-D6AFB808FDB2}" type="pres">
      <dgm:prSet presAssocID="{D68C3717-E708-4D82-851E-FEA13ED62403}" presName="aNode" presStyleLbl="bgShp" presStyleIdx="1" presStyleCnt="4"/>
      <dgm:spPr/>
    </dgm:pt>
    <dgm:pt modelId="{C7568EAC-1DED-4CCF-846A-D1D98EAEFCC2}" type="pres">
      <dgm:prSet presAssocID="{D68C3717-E708-4D82-851E-FEA13ED62403}" presName="textNode" presStyleLbl="bgShp" presStyleIdx="1" presStyleCnt="4"/>
      <dgm:spPr/>
    </dgm:pt>
    <dgm:pt modelId="{221E8172-EDA7-4F9D-95E0-544A937A6E7D}" type="pres">
      <dgm:prSet presAssocID="{D68C3717-E708-4D82-851E-FEA13ED62403}" presName="compChildNode" presStyleCnt="0"/>
      <dgm:spPr/>
    </dgm:pt>
    <dgm:pt modelId="{6419277E-86DF-4154-8C23-F4563F7EAB8A}" type="pres">
      <dgm:prSet presAssocID="{D68C3717-E708-4D82-851E-FEA13ED62403}" presName="theInnerList" presStyleCnt="0"/>
      <dgm:spPr/>
    </dgm:pt>
    <dgm:pt modelId="{676982ED-93E4-4E00-BDC4-017A734EBA47}" type="pres">
      <dgm:prSet presAssocID="{704E86C6-B801-4082-B2A4-6B1B59E53C54}" presName="childNode" presStyleLbl="node1" presStyleIdx="1" presStyleCnt="4">
        <dgm:presLayoutVars>
          <dgm:bulletEnabled val="1"/>
        </dgm:presLayoutVars>
      </dgm:prSet>
      <dgm:spPr/>
    </dgm:pt>
    <dgm:pt modelId="{962EEF86-8F7B-4313-AFB3-E7FDAD288B07}" type="pres">
      <dgm:prSet presAssocID="{D68C3717-E708-4D82-851E-FEA13ED62403}" presName="aSpace" presStyleCnt="0"/>
      <dgm:spPr/>
    </dgm:pt>
    <dgm:pt modelId="{B110431F-F647-4AF7-B02B-FD57969EF2AD}" type="pres">
      <dgm:prSet presAssocID="{F9EE3DB5-A562-412C-96FB-E4691EBE9C78}" presName="compNode" presStyleCnt="0"/>
      <dgm:spPr/>
    </dgm:pt>
    <dgm:pt modelId="{4199C421-EBD5-4B7C-AB1E-9F1716F0800A}" type="pres">
      <dgm:prSet presAssocID="{F9EE3DB5-A562-412C-96FB-E4691EBE9C78}" presName="aNode" presStyleLbl="bgShp" presStyleIdx="2" presStyleCnt="4"/>
      <dgm:spPr/>
    </dgm:pt>
    <dgm:pt modelId="{C72BA33C-42A2-4E3B-AF81-158990F11793}" type="pres">
      <dgm:prSet presAssocID="{F9EE3DB5-A562-412C-96FB-E4691EBE9C78}" presName="textNode" presStyleLbl="bgShp" presStyleIdx="2" presStyleCnt="4"/>
      <dgm:spPr/>
    </dgm:pt>
    <dgm:pt modelId="{2EB43EFB-04FD-4AB4-AFC9-314ABFE4395A}" type="pres">
      <dgm:prSet presAssocID="{F9EE3DB5-A562-412C-96FB-E4691EBE9C78}" presName="compChildNode" presStyleCnt="0"/>
      <dgm:spPr/>
    </dgm:pt>
    <dgm:pt modelId="{C4465A06-040D-4D6D-A4BF-8CCCCD40DC74}" type="pres">
      <dgm:prSet presAssocID="{F9EE3DB5-A562-412C-96FB-E4691EBE9C78}" presName="theInnerList" presStyleCnt="0"/>
      <dgm:spPr/>
    </dgm:pt>
    <dgm:pt modelId="{F1A615C9-4CCE-4362-9B09-68599A4CE9B1}" type="pres">
      <dgm:prSet presAssocID="{E4975A4C-043F-4834-8F46-243C183BD4EA}" presName="childNode" presStyleLbl="node1" presStyleIdx="2" presStyleCnt="4">
        <dgm:presLayoutVars>
          <dgm:bulletEnabled val="1"/>
        </dgm:presLayoutVars>
      </dgm:prSet>
      <dgm:spPr/>
    </dgm:pt>
    <dgm:pt modelId="{1A743CAA-67DB-4011-ADD8-CD34F8353EC0}" type="pres">
      <dgm:prSet presAssocID="{F9EE3DB5-A562-412C-96FB-E4691EBE9C78}" presName="aSpace" presStyleCnt="0"/>
      <dgm:spPr/>
    </dgm:pt>
    <dgm:pt modelId="{02FD29AC-3BA6-4825-A41C-D52172B79AC3}" type="pres">
      <dgm:prSet presAssocID="{DED61DBE-58BE-4A26-B2B2-805DEA1C7FB0}" presName="compNode" presStyleCnt="0"/>
      <dgm:spPr/>
    </dgm:pt>
    <dgm:pt modelId="{43A0AD34-7D5F-442C-829B-6AFF5BC527A0}" type="pres">
      <dgm:prSet presAssocID="{DED61DBE-58BE-4A26-B2B2-805DEA1C7FB0}" presName="aNode" presStyleLbl="bgShp" presStyleIdx="3" presStyleCnt="4"/>
      <dgm:spPr/>
    </dgm:pt>
    <dgm:pt modelId="{FA6BD9C3-D2F4-4750-8128-D981C26E0CD2}" type="pres">
      <dgm:prSet presAssocID="{DED61DBE-58BE-4A26-B2B2-805DEA1C7FB0}" presName="textNode" presStyleLbl="bgShp" presStyleIdx="3" presStyleCnt="4"/>
      <dgm:spPr/>
    </dgm:pt>
    <dgm:pt modelId="{FEC5E065-4EEF-4ECF-A6C7-01FA3E0FB1DD}" type="pres">
      <dgm:prSet presAssocID="{DED61DBE-58BE-4A26-B2B2-805DEA1C7FB0}" presName="compChildNode" presStyleCnt="0"/>
      <dgm:spPr/>
    </dgm:pt>
    <dgm:pt modelId="{59831619-9598-435D-BCCF-9BF5CD01CAC4}" type="pres">
      <dgm:prSet presAssocID="{DED61DBE-58BE-4A26-B2B2-805DEA1C7FB0}" presName="theInnerList" presStyleCnt="0"/>
      <dgm:spPr/>
    </dgm:pt>
    <dgm:pt modelId="{03A037B0-18B7-4771-AFFE-415CB798E264}" type="pres">
      <dgm:prSet presAssocID="{FC499470-97E6-4425-BB9C-053D4CDA2AFB}" presName="childNode" presStyleLbl="node1" presStyleIdx="3" presStyleCnt="4">
        <dgm:presLayoutVars>
          <dgm:bulletEnabled val="1"/>
        </dgm:presLayoutVars>
      </dgm:prSet>
      <dgm:spPr/>
    </dgm:pt>
  </dgm:ptLst>
  <dgm:cxnLst>
    <dgm:cxn modelId="{3DB5BE07-EBF5-42AF-8C95-50A0284F5960}" srcId="{DDFB6B5F-AF92-4B5D-84AF-D8012BB86894}" destId="{DED61DBE-58BE-4A26-B2B2-805DEA1C7FB0}" srcOrd="3" destOrd="0" parTransId="{F316F93B-B2C6-4D72-8262-44B3EFE51E67}" sibTransId="{65EEF9C5-CDC1-4387-A2C4-6B71F777534D}"/>
    <dgm:cxn modelId="{CACFF00C-9D5D-4E97-AB91-C6F947CACB71}" type="presOf" srcId="{DDFB6B5F-AF92-4B5D-84AF-D8012BB86894}" destId="{66A51C54-731D-4FBE-8ADD-A037693671BF}" srcOrd="0" destOrd="0" presId="urn:microsoft.com/office/officeart/2005/8/layout/lProcess2"/>
    <dgm:cxn modelId="{E0B61D0F-A3CD-4147-B68E-182DEC6D9AEE}" type="presOf" srcId="{ED00AC8F-C4D0-4BBC-815B-1772DA2C2088}" destId="{E6989828-48A8-4900-992A-E3907662702C}" srcOrd="0" destOrd="0" presId="urn:microsoft.com/office/officeart/2005/8/layout/lProcess2"/>
    <dgm:cxn modelId="{7FF9261A-9382-46B1-9C9C-D395EFBA587F}" srcId="{ED00AC8F-C4D0-4BBC-815B-1772DA2C2088}" destId="{8819F706-C122-4AE8-81CE-C881687F432B}" srcOrd="0" destOrd="0" parTransId="{30ADC65C-3378-4AA7-8BEE-8993C6ED5483}" sibTransId="{182EC1BB-E643-441C-B124-CCF4E875DE8C}"/>
    <dgm:cxn modelId="{AB34682D-A7E8-4D49-AD5A-B01E4E4217B7}" type="presOf" srcId="{F9EE3DB5-A562-412C-96FB-E4691EBE9C78}" destId="{4199C421-EBD5-4B7C-AB1E-9F1716F0800A}" srcOrd="0" destOrd="0" presId="urn:microsoft.com/office/officeart/2005/8/layout/lProcess2"/>
    <dgm:cxn modelId="{3B6B3C2F-E889-4BFC-8694-97EC29694353}" type="presOf" srcId="{8819F706-C122-4AE8-81CE-C881687F432B}" destId="{9C88E4EE-B867-4730-8BE4-045FAA72E804}" srcOrd="0" destOrd="0" presId="urn:microsoft.com/office/officeart/2005/8/layout/lProcess2"/>
    <dgm:cxn modelId="{D9CEAA37-A43A-47CD-83AB-DF858FA39155}" srcId="{DDFB6B5F-AF92-4B5D-84AF-D8012BB86894}" destId="{ED00AC8F-C4D0-4BBC-815B-1772DA2C2088}" srcOrd="0" destOrd="0" parTransId="{BD72E5CD-0E21-4614-B405-C39EABCB382C}" sibTransId="{69FB3E41-D2A5-4E0A-9EB8-5404F2AE605E}"/>
    <dgm:cxn modelId="{2BD91140-B227-442E-819D-B397D721D944}" srcId="{DDFB6B5F-AF92-4B5D-84AF-D8012BB86894}" destId="{F9EE3DB5-A562-412C-96FB-E4691EBE9C78}" srcOrd="2" destOrd="0" parTransId="{E54A0AE9-F03F-4382-A1D7-7D8773F6432B}" sibTransId="{DC0F6FEA-08B3-4293-A5A8-CCE7FABD8AD9}"/>
    <dgm:cxn modelId="{A88EDE5D-6B63-40EC-884C-099B13C5D095}" type="presOf" srcId="{FC499470-97E6-4425-BB9C-053D4CDA2AFB}" destId="{03A037B0-18B7-4771-AFFE-415CB798E264}" srcOrd="0" destOrd="0" presId="urn:microsoft.com/office/officeart/2005/8/layout/lProcess2"/>
    <dgm:cxn modelId="{43943A62-B42C-448C-9B7B-D2A51452ACD1}" type="presOf" srcId="{704E86C6-B801-4082-B2A4-6B1B59E53C54}" destId="{676982ED-93E4-4E00-BDC4-017A734EBA47}" srcOrd="0" destOrd="0" presId="urn:microsoft.com/office/officeart/2005/8/layout/lProcess2"/>
    <dgm:cxn modelId="{E4435943-9364-4C54-881A-80046D8E4370}" type="presOf" srcId="{D68C3717-E708-4D82-851E-FEA13ED62403}" destId="{C7568EAC-1DED-4CCF-846A-D1D98EAEFCC2}" srcOrd="1" destOrd="0" presId="urn:microsoft.com/office/officeart/2005/8/layout/lProcess2"/>
    <dgm:cxn modelId="{3EB9CC68-F690-4C51-9245-7B92F17E505A}" type="presOf" srcId="{DED61DBE-58BE-4A26-B2B2-805DEA1C7FB0}" destId="{43A0AD34-7D5F-442C-829B-6AFF5BC527A0}" srcOrd="0" destOrd="0" presId="urn:microsoft.com/office/officeart/2005/8/layout/lProcess2"/>
    <dgm:cxn modelId="{5FFE9269-E5FD-4EA6-9548-46F9071B9CA0}" type="presOf" srcId="{DED61DBE-58BE-4A26-B2B2-805DEA1C7FB0}" destId="{FA6BD9C3-D2F4-4750-8128-D981C26E0CD2}" srcOrd="1" destOrd="0" presId="urn:microsoft.com/office/officeart/2005/8/layout/lProcess2"/>
    <dgm:cxn modelId="{99974255-C000-48A5-AA58-45645AE1C5BB}" srcId="{DED61DBE-58BE-4A26-B2B2-805DEA1C7FB0}" destId="{FC499470-97E6-4425-BB9C-053D4CDA2AFB}" srcOrd="0" destOrd="0" parTransId="{89821A0E-F880-486A-8E76-3E7EEB8DA04C}" sibTransId="{82AA9523-69A3-416C-B374-2D5F0A2E8A1C}"/>
    <dgm:cxn modelId="{783B088B-0E5F-4CAD-A5B9-257C65F05F46}" type="presOf" srcId="{ED00AC8F-C4D0-4BBC-815B-1772DA2C2088}" destId="{E5023419-3994-4C49-ACDA-8BBF5A12D1F8}" srcOrd="1" destOrd="0" presId="urn:microsoft.com/office/officeart/2005/8/layout/lProcess2"/>
    <dgm:cxn modelId="{BEF36DAC-AB0A-4771-BBBA-63999DC56EE4}" type="presOf" srcId="{E4975A4C-043F-4834-8F46-243C183BD4EA}" destId="{F1A615C9-4CCE-4362-9B09-68599A4CE9B1}" srcOrd="0" destOrd="0" presId="urn:microsoft.com/office/officeart/2005/8/layout/lProcess2"/>
    <dgm:cxn modelId="{11B8C9B0-CE1D-4098-9826-07229524F0FC}" srcId="{DDFB6B5F-AF92-4B5D-84AF-D8012BB86894}" destId="{D68C3717-E708-4D82-851E-FEA13ED62403}" srcOrd="1" destOrd="0" parTransId="{FF35A142-2002-495C-9D51-C0B146FB9658}" sibTransId="{79146AB8-0171-4767-9AF6-65313A91FC0C}"/>
    <dgm:cxn modelId="{090BE3BF-2B32-4C81-B632-66C62535AFC6}" type="presOf" srcId="{F9EE3DB5-A562-412C-96FB-E4691EBE9C78}" destId="{C72BA33C-42A2-4E3B-AF81-158990F11793}" srcOrd="1" destOrd="0" presId="urn:microsoft.com/office/officeart/2005/8/layout/lProcess2"/>
    <dgm:cxn modelId="{8A0709CC-ABD6-430B-B89A-88AB2DF81BE7}" srcId="{D68C3717-E708-4D82-851E-FEA13ED62403}" destId="{704E86C6-B801-4082-B2A4-6B1B59E53C54}" srcOrd="0" destOrd="0" parTransId="{AEEB4F55-535A-4E4D-89C4-957065A62CD0}" sibTransId="{EAECB048-F680-4D93-8C8D-F03BF81A8120}"/>
    <dgm:cxn modelId="{14D9D0DD-468D-48A5-9CC0-F5540FAC6F21}" srcId="{F9EE3DB5-A562-412C-96FB-E4691EBE9C78}" destId="{E4975A4C-043F-4834-8F46-243C183BD4EA}" srcOrd="0" destOrd="0" parTransId="{9781CBEF-03F2-4EEA-86F4-8E1D42EC17BD}" sibTransId="{0654FDFD-ACA9-4756-B577-2A62CFD9A8BF}"/>
    <dgm:cxn modelId="{90110AFD-BD34-40B6-931C-34F49F206753}" type="presOf" srcId="{D68C3717-E708-4D82-851E-FEA13ED62403}" destId="{7146ECC3-A499-4DC2-A65B-D6AFB808FDB2}" srcOrd="0" destOrd="0" presId="urn:microsoft.com/office/officeart/2005/8/layout/lProcess2"/>
    <dgm:cxn modelId="{66DF0F53-8F69-4A57-86D6-411C411C1CE5}" type="presParOf" srcId="{66A51C54-731D-4FBE-8ADD-A037693671BF}" destId="{953540B1-990D-4165-AA45-17252335E492}" srcOrd="0" destOrd="0" presId="urn:microsoft.com/office/officeart/2005/8/layout/lProcess2"/>
    <dgm:cxn modelId="{38E4F471-A55B-4E8E-BBEC-6ABAB0CE7958}" type="presParOf" srcId="{953540B1-990D-4165-AA45-17252335E492}" destId="{E6989828-48A8-4900-992A-E3907662702C}" srcOrd="0" destOrd="0" presId="urn:microsoft.com/office/officeart/2005/8/layout/lProcess2"/>
    <dgm:cxn modelId="{7F08578E-F724-47E4-9C51-72920EF145F9}" type="presParOf" srcId="{953540B1-990D-4165-AA45-17252335E492}" destId="{E5023419-3994-4C49-ACDA-8BBF5A12D1F8}" srcOrd="1" destOrd="0" presId="urn:microsoft.com/office/officeart/2005/8/layout/lProcess2"/>
    <dgm:cxn modelId="{FA3DE998-DEED-45EA-B7BC-0629893ED8F5}" type="presParOf" srcId="{953540B1-990D-4165-AA45-17252335E492}" destId="{EFB5F87A-C32B-4E33-87E5-57FE3C713CB4}" srcOrd="2" destOrd="0" presId="urn:microsoft.com/office/officeart/2005/8/layout/lProcess2"/>
    <dgm:cxn modelId="{ED4E0C7E-5185-43A3-A596-7EAC6006C6BF}" type="presParOf" srcId="{EFB5F87A-C32B-4E33-87E5-57FE3C713CB4}" destId="{C66946F8-AF94-45C6-8669-957907EF9179}" srcOrd="0" destOrd="0" presId="urn:microsoft.com/office/officeart/2005/8/layout/lProcess2"/>
    <dgm:cxn modelId="{3155677E-077E-4845-BDB2-8BEF2DDAFEBC}" type="presParOf" srcId="{C66946F8-AF94-45C6-8669-957907EF9179}" destId="{9C88E4EE-B867-4730-8BE4-045FAA72E804}" srcOrd="0" destOrd="0" presId="urn:microsoft.com/office/officeart/2005/8/layout/lProcess2"/>
    <dgm:cxn modelId="{7DFF511D-3BB2-4313-AEF0-05656E3AF662}" type="presParOf" srcId="{66A51C54-731D-4FBE-8ADD-A037693671BF}" destId="{B7AE02A8-F0BE-461F-9F06-93E3B0D2DB99}" srcOrd="1" destOrd="0" presId="urn:microsoft.com/office/officeart/2005/8/layout/lProcess2"/>
    <dgm:cxn modelId="{09BED9B2-C4A5-449D-A032-09C2C4B2D117}" type="presParOf" srcId="{66A51C54-731D-4FBE-8ADD-A037693671BF}" destId="{62BF41BA-A5AC-46C3-B364-347592A2C132}" srcOrd="2" destOrd="0" presId="urn:microsoft.com/office/officeart/2005/8/layout/lProcess2"/>
    <dgm:cxn modelId="{032774F0-7BAF-4D03-A6C4-C9E9EB7FBEB5}" type="presParOf" srcId="{62BF41BA-A5AC-46C3-B364-347592A2C132}" destId="{7146ECC3-A499-4DC2-A65B-D6AFB808FDB2}" srcOrd="0" destOrd="0" presId="urn:microsoft.com/office/officeart/2005/8/layout/lProcess2"/>
    <dgm:cxn modelId="{223292E2-70BE-443E-B37F-87CC3E1CC992}" type="presParOf" srcId="{62BF41BA-A5AC-46C3-B364-347592A2C132}" destId="{C7568EAC-1DED-4CCF-846A-D1D98EAEFCC2}" srcOrd="1" destOrd="0" presId="urn:microsoft.com/office/officeart/2005/8/layout/lProcess2"/>
    <dgm:cxn modelId="{CA4BFFA1-BB93-4F7B-96CB-D518B333B986}" type="presParOf" srcId="{62BF41BA-A5AC-46C3-B364-347592A2C132}" destId="{221E8172-EDA7-4F9D-95E0-544A937A6E7D}" srcOrd="2" destOrd="0" presId="urn:microsoft.com/office/officeart/2005/8/layout/lProcess2"/>
    <dgm:cxn modelId="{FA326169-3B91-4CDC-B0F9-7DB1FC853CF4}" type="presParOf" srcId="{221E8172-EDA7-4F9D-95E0-544A937A6E7D}" destId="{6419277E-86DF-4154-8C23-F4563F7EAB8A}" srcOrd="0" destOrd="0" presId="urn:microsoft.com/office/officeart/2005/8/layout/lProcess2"/>
    <dgm:cxn modelId="{F996511B-9A58-44FB-91F4-71783DBF90A6}" type="presParOf" srcId="{6419277E-86DF-4154-8C23-F4563F7EAB8A}" destId="{676982ED-93E4-4E00-BDC4-017A734EBA47}" srcOrd="0" destOrd="0" presId="urn:microsoft.com/office/officeart/2005/8/layout/lProcess2"/>
    <dgm:cxn modelId="{483D6D1E-A6E9-40E0-8612-D69CD29FB298}" type="presParOf" srcId="{66A51C54-731D-4FBE-8ADD-A037693671BF}" destId="{962EEF86-8F7B-4313-AFB3-E7FDAD288B07}" srcOrd="3" destOrd="0" presId="urn:microsoft.com/office/officeart/2005/8/layout/lProcess2"/>
    <dgm:cxn modelId="{6C9160E4-8574-449F-9B47-B33C6FD01B1B}" type="presParOf" srcId="{66A51C54-731D-4FBE-8ADD-A037693671BF}" destId="{B110431F-F647-4AF7-B02B-FD57969EF2AD}" srcOrd="4" destOrd="0" presId="urn:microsoft.com/office/officeart/2005/8/layout/lProcess2"/>
    <dgm:cxn modelId="{65241B9F-A7BC-41FE-84DD-CC66A05B7604}" type="presParOf" srcId="{B110431F-F647-4AF7-B02B-FD57969EF2AD}" destId="{4199C421-EBD5-4B7C-AB1E-9F1716F0800A}" srcOrd="0" destOrd="0" presId="urn:microsoft.com/office/officeart/2005/8/layout/lProcess2"/>
    <dgm:cxn modelId="{3ED9F549-B2DE-4A9E-9ADB-2D2EA0E62D3F}" type="presParOf" srcId="{B110431F-F647-4AF7-B02B-FD57969EF2AD}" destId="{C72BA33C-42A2-4E3B-AF81-158990F11793}" srcOrd="1" destOrd="0" presId="urn:microsoft.com/office/officeart/2005/8/layout/lProcess2"/>
    <dgm:cxn modelId="{20EE0F08-FAB2-4B65-A423-2F0EB6D7225B}" type="presParOf" srcId="{B110431F-F647-4AF7-B02B-FD57969EF2AD}" destId="{2EB43EFB-04FD-4AB4-AFC9-314ABFE4395A}" srcOrd="2" destOrd="0" presId="urn:microsoft.com/office/officeart/2005/8/layout/lProcess2"/>
    <dgm:cxn modelId="{799966E6-48BD-4353-AB9A-6220A6AA3821}" type="presParOf" srcId="{2EB43EFB-04FD-4AB4-AFC9-314ABFE4395A}" destId="{C4465A06-040D-4D6D-A4BF-8CCCCD40DC74}" srcOrd="0" destOrd="0" presId="urn:microsoft.com/office/officeart/2005/8/layout/lProcess2"/>
    <dgm:cxn modelId="{0A4D6CD5-7EF6-41C8-8DFF-661729108588}" type="presParOf" srcId="{C4465A06-040D-4D6D-A4BF-8CCCCD40DC74}" destId="{F1A615C9-4CCE-4362-9B09-68599A4CE9B1}" srcOrd="0" destOrd="0" presId="urn:microsoft.com/office/officeart/2005/8/layout/lProcess2"/>
    <dgm:cxn modelId="{BE234B1D-0A25-4411-A04F-25A51A2440CE}" type="presParOf" srcId="{66A51C54-731D-4FBE-8ADD-A037693671BF}" destId="{1A743CAA-67DB-4011-ADD8-CD34F8353EC0}" srcOrd="5" destOrd="0" presId="urn:microsoft.com/office/officeart/2005/8/layout/lProcess2"/>
    <dgm:cxn modelId="{113DC5B1-A2FD-4E6E-9351-C52A0CC742AB}" type="presParOf" srcId="{66A51C54-731D-4FBE-8ADD-A037693671BF}" destId="{02FD29AC-3BA6-4825-A41C-D52172B79AC3}" srcOrd="6" destOrd="0" presId="urn:microsoft.com/office/officeart/2005/8/layout/lProcess2"/>
    <dgm:cxn modelId="{AFB5C053-23D5-4F33-8122-42B62813DF9A}" type="presParOf" srcId="{02FD29AC-3BA6-4825-A41C-D52172B79AC3}" destId="{43A0AD34-7D5F-442C-829B-6AFF5BC527A0}" srcOrd="0" destOrd="0" presId="urn:microsoft.com/office/officeart/2005/8/layout/lProcess2"/>
    <dgm:cxn modelId="{C2A0B352-E45E-4269-AB35-14A5072AE652}" type="presParOf" srcId="{02FD29AC-3BA6-4825-A41C-D52172B79AC3}" destId="{FA6BD9C3-D2F4-4750-8128-D981C26E0CD2}" srcOrd="1" destOrd="0" presId="urn:microsoft.com/office/officeart/2005/8/layout/lProcess2"/>
    <dgm:cxn modelId="{0CF0992F-B04B-4C18-8F5D-53F7040D6E1D}" type="presParOf" srcId="{02FD29AC-3BA6-4825-A41C-D52172B79AC3}" destId="{FEC5E065-4EEF-4ECF-A6C7-01FA3E0FB1DD}" srcOrd="2" destOrd="0" presId="urn:microsoft.com/office/officeart/2005/8/layout/lProcess2"/>
    <dgm:cxn modelId="{80480A3D-4D23-42C3-8A71-51BBD87F1D61}" type="presParOf" srcId="{FEC5E065-4EEF-4ECF-A6C7-01FA3E0FB1DD}" destId="{59831619-9598-435D-BCCF-9BF5CD01CAC4}" srcOrd="0" destOrd="0" presId="urn:microsoft.com/office/officeart/2005/8/layout/lProcess2"/>
    <dgm:cxn modelId="{89C5FE52-2C2D-4FA5-82DE-55CD96546D55}" type="presParOf" srcId="{59831619-9598-435D-BCCF-9BF5CD01CAC4}" destId="{03A037B0-18B7-4771-AFFE-415CB798E264}" srcOrd="0"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93A7257-C1E4-4B66-A577-3261111CE8DC}"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TW" altLang="en-US"/>
        </a:p>
      </dgm:t>
    </dgm:pt>
    <dgm:pt modelId="{73C626E2-6C8E-4234-A4F3-664E7C6A7480}">
      <dgm:prSet/>
      <dgm:spPr/>
      <dgm:t>
        <a:bodyPr/>
        <a:lstStyle/>
        <a:p>
          <a:pPr rtl="0"/>
          <a:r>
            <a:rPr lang="zh-TW" b="1" dirty="0"/>
            <a:t>即時時鐘管理</a:t>
          </a:r>
          <a:endParaRPr lang="zh-TW" dirty="0"/>
        </a:p>
      </dgm:t>
    </dgm:pt>
    <dgm:pt modelId="{E2E58192-2199-4E92-9DF3-F50B9F4D5231}" type="parTrans" cxnId="{19F2F7B1-AC76-4FBA-BD40-B3878100B817}">
      <dgm:prSet/>
      <dgm:spPr/>
      <dgm:t>
        <a:bodyPr/>
        <a:lstStyle/>
        <a:p>
          <a:endParaRPr lang="zh-TW" altLang="en-US"/>
        </a:p>
      </dgm:t>
    </dgm:pt>
    <dgm:pt modelId="{44F7042D-8CB3-4373-AE81-4BFBBB621BE0}" type="sibTrans" cxnId="{19F2F7B1-AC76-4FBA-BD40-B3878100B817}">
      <dgm:prSet/>
      <dgm:spPr/>
      <dgm:t>
        <a:bodyPr/>
        <a:lstStyle/>
        <a:p>
          <a:endParaRPr lang="zh-TW" altLang="en-US"/>
        </a:p>
      </dgm:t>
    </dgm:pt>
    <dgm:pt modelId="{F8C0DA08-1C4D-4A24-8460-5B9F36436DC5}">
      <dgm:prSet/>
      <dgm:spPr/>
      <dgm:t>
        <a:bodyPr/>
        <a:lstStyle/>
        <a:p>
          <a:pPr rtl="0"/>
          <a:r>
            <a:rPr lang="zh-TW" b="1"/>
            <a:t>用以完成定時工作或者延遲工作，以利與其他工作協調。</a:t>
          </a:r>
          <a:endParaRPr lang="zh-TW"/>
        </a:p>
      </dgm:t>
    </dgm:pt>
    <dgm:pt modelId="{1B5DBB8B-FF4B-49E7-9241-B74E3109ADAF}" type="parTrans" cxnId="{ECC3F2F4-9249-4822-A748-158A39A25487}">
      <dgm:prSet/>
      <dgm:spPr/>
      <dgm:t>
        <a:bodyPr/>
        <a:lstStyle/>
        <a:p>
          <a:endParaRPr lang="zh-TW" altLang="en-US"/>
        </a:p>
      </dgm:t>
    </dgm:pt>
    <dgm:pt modelId="{C7374995-5F66-4DDE-A8C0-8E1CD6365BD9}" type="sibTrans" cxnId="{ECC3F2F4-9249-4822-A748-158A39A25487}">
      <dgm:prSet/>
      <dgm:spPr/>
      <dgm:t>
        <a:bodyPr/>
        <a:lstStyle/>
        <a:p>
          <a:endParaRPr lang="zh-TW" altLang="en-US"/>
        </a:p>
      </dgm:t>
    </dgm:pt>
    <dgm:pt modelId="{28AEE7AB-B720-4EC8-A9A5-9AAC1B753EAE}">
      <dgm:prSet/>
      <dgm:spPr/>
      <dgm:t>
        <a:bodyPr/>
        <a:lstStyle/>
        <a:p>
          <a:pPr rtl="0"/>
          <a:r>
            <a:rPr lang="zh-TW" b="1"/>
            <a:t>過載保護</a:t>
          </a:r>
          <a:endParaRPr lang="zh-TW"/>
        </a:p>
      </dgm:t>
    </dgm:pt>
    <dgm:pt modelId="{4C126394-FFF1-42C1-AE31-6FF9032848ED}" type="parTrans" cxnId="{6A1D1927-69A5-4657-9EE1-253ECF51633F}">
      <dgm:prSet/>
      <dgm:spPr/>
      <dgm:t>
        <a:bodyPr/>
        <a:lstStyle/>
        <a:p>
          <a:endParaRPr lang="zh-TW" altLang="en-US"/>
        </a:p>
      </dgm:t>
    </dgm:pt>
    <dgm:pt modelId="{C1B5997D-A32D-4C37-A406-E301020D3531}" type="sibTrans" cxnId="{6A1D1927-69A5-4657-9EE1-253ECF51633F}">
      <dgm:prSet/>
      <dgm:spPr/>
      <dgm:t>
        <a:bodyPr/>
        <a:lstStyle/>
        <a:p>
          <a:endParaRPr lang="zh-TW" altLang="en-US"/>
        </a:p>
      </dgm:t>
    </dgm:pt>
    <dgm:pt modelId="{7E3063B0-F646-49B6-8289-F9D1F5A46134}">
      <dgm:prSet/>
      <dgm:spPr/>
      <dgm:t>
        <a:bodyPr/>
        <a:lstStyle/>
        <a:p>
          <a:pPr rtl="0"/>
          <a:r>
            <a:rPr lang="zh-TW" b="1" dirty="0"/>
            <a:t>當工作太多導致計算機來不及處理時，須有完善的服務策略</a:t>
          </a:r>
          <a:r>
            <a:rPr lang="en-US" b="1" dirty="0"/>
            <a:t>(</a:t>
          </a:r>
          <a:r>
            <a:rPr lang="zh-TW" b="1" dirty="0"/>
            <a:t>例如：使用緩衝區</a:t>
          </a:r>
          <a:r>
            <a:rPr lang="en-US" b="1" dirty="0"/>
            <a:t>)</a:t>
          </a:r>
          <a:r>
            <a:rPr lang="zh-TW" b="1" dirty="0"/>
            <a:t>。</a:t>
          </a:r>
          <a:endParaRPr lang="zh-TW" dirty="0"/>
        </a:p>
      </dgm:t>
    </dgm:pt>
    <dgm:pt modelId="{459EFB1F-866D-4FC3-B0F1-F93CB4D9B73C}" type="parTrans" cxnId="{3D6A00D1-FC5F-4A48-A773-55C8B4E56FD8}">
      <dgm:prSet/>
      <dgm:spPr/>
      <dgm:t>
        <a:bodyPr/>
        <a:lstStyle/>
        <a:p>
          <a:endParaRPr lang="zh-TW" altLang="en-US"/>
        </a:p>
      </dgm:t>
    </dgm:pt>
    <dgm:pt modelId="{9AC5F4EF-91D8-49DA-9837-2B72FC545E49}" type="sibTrans" cxnId="{3D6A00D1-FC5F-4A48-A773-55C8B4E56FD8}">
      <dgm:prSet/>
      <dgm:spPr/>
      <dgm:t>
        <a:bodyPr/>
        <a:lstStyle/>
        <a:p>
          <a:endParaRPr lang="zh-TW" altLang="en-US"/>
        </a:p>
      </dgm:t>
    </dgm:pt>
    <dgm:pt modelId="{26971046-B94F-4821-B9C2-A14B58B805EC}">
      <dgm:prSet/>
      <dgm:spPr/>
      <dgm:t>
        <a:bodyPr/>
        <a:lstStyle/>
        <a:p>
          <a:pPr rtl="0"/>
          <a:r>
            <a:rPr lang="zh-TW" b="1"/>
            <a:t>高度可靠性</a:t>
          </a:r>
          <a:endParaRPr lang="zh-TW"/>
        </a:p>
      </dgm:t>
    </dgm:pt>
    <dgm:pt modelId="{2C104ADE-C5B1-4A4F-AA35-8E377BB60E8E}" type="parTrans" cxnId="{DD51D306-5D99-4BBF-BDCF-E3176088218A}">
      <dgm:prSet/>
      <dgm:spPr/>
      <dgm:t>
        <a:bodyPr/>
        <a:lstStyle/>
        <a:p>
          <a:endParaRPr lang="zh-TW" altLang="en-US"/>
        </a:p>
      </dgm:t>
    </dgm:pt>
    <dgm:pt modelId="{243B663E-AE77-4A25-BA18-C60507B6DCA2}" type="sibTrans" cxnId="{DD51D306-5D99-4BBF-BDCF-E3176088218A}">
      <dgm:prSet/>
      <dgm:spPr/>
      <dgm:t>
        <a:bodyPr/>
        <a:lstStyle/>
        <a:p>
          <a:endParaRPr lang="zh-TW" altLang="en-US"/>
        </a:p>
      </dgm:t>
    </dgm:pt>
    <dgm:pt modelId="{0B425990-E995-4A6C-A7C5-DA0DAB982271}">
      <dgm:prSet/>
      <dgm:spPr/>
      <dgm:t>
        <a:bodyPr/>
        <a:lstStyle/>
        <a:p>
          <a:pPr rtl="0"/>
          <a:r>
            <a:rPr lang="zh-TW" b="1" dirty="0"/>
            <a:t>保障計算機發生問題時，系統仍然正常工作，通常使用的解決方式就是多處理器。</a:t>
          </a:r>
          <a:endParaRPr lang="zh-TW" dirty="0"/>
        </a:p>
      </dgm:t>
    </dgm:pt>
    <dgm:pt modelId="{DB41415E-3937-4851-A1E4-904469EBEC0F}" type="parTrans" cxnId="{86047988-B4DF-42B0-A5EE-E45EAD2BFE3B}">
      <dgm:prSet/>
      <dgm:spPr/>
      <dgm:t>
        <a:bodyPr/>
        <a:lstStyle/>
        <a:p>
          <a:endParaRPr lang="zh-TW" altLang="en-US"/>
        </a:p>
      </dgm:t>
    </dgm:pt>
    <dgm:pt modelId="{0060334F-9AB0-4683-BEB6-30BCCAFB410D}" type="sibTrans" cxnId="{86047988-B4DF-42B0-A5EE-E45EAD2BFE3B}">
      <dgm:prSet/>
      <dgm:spPr/>
      <dgm:t>
        <a:bodyPr/>
        <a:lstStyle/>
        <a:p>
          <a:endParaRPr lang="zh-TW" altLang="en-US"/>
        </a:p>
      </dgm:t>
    </dgm:pt>
    <dgm:pt modelId="{BEF5751D-C0FD-4DFA-A716-C00E99F1B6D9}" type="pres">
      <dgm:prSet presAssocID="{993A7257-C1E4-4B66-A577-3261111CE8DC}" presName="Name0" presStyleCnt="0">
        <dgm:presLayoutVars>
          <dgm:dir/>
          <dgm:animLvl val="lvl"/>
          <dgm:resizeHandles val="exact"/>
        </dgm:presLayoutVars>
      </dgm:prSet>
      <dgm:spPr/>
    </dgm:pt>
    <dgm:pt modelId="{4931BD48-1B35-4161-9E41-EEE0D39AF8FA}" type="pres">
      <dgm:prSet presAssocID="{73C626E2-6C8E-4234-A4F3-664E7C6A7480}" presName="composite" presStyleCnt="0"/>
      <dgm:spPr/>
    </dgm:pt>
    <dgm:pt modelId="{7BF59ECF-A806-48B1-9DE3-0AF79D9B7C2C}" type="pres">
      <dgm:prSet presAssocID="{73C626E2-6C8E-4234-A4F3-664E7C6A7480}" presName="parTx" presStyleLbl="alignNode1" presStyleIdx="0" presStyleCnt="3">
        <dgm:presLayoutVars>
          <dgm:chMax val="0"/>
          <dgm:chPref val="0"/>
          <dgm:bulletEnabled val="1"/>
        </dgm:presLayoutVars>
      </dgm:prSet>
      <dgm:spPr/>
    </dgm:pt>
    <dgm:pt modelId="{18FFA64A-C309-4363-9B65-40F05BC1472F}" type="pres">
      <dgm:prSet presAssocID="{73C626E2-6C8E-4234-A4F3-664E7C6A7480}" presName="desTx" presStyleLbl="alignAccFollowNode1" presStyleIdx="0" presStyleCnt="3">
        <dgm:presLayoutVars>
          <dgm:bulletEnabled val="1"/>
        </dgm:presLayoutVars>
      </dgm:prSet>
      <dgm:spPr/>
    </dgm:pt>
    <dgm:pt modelId="{B3CB45CC-825D-46BA-811C-B847ACF0344C}" type="pres">
      <dgm:prSet presAssocID="{44F7042D-8CB3-4373-AE81-4BFBBB621BE0}" presName="space" presStyleCnt="0"/>
      <dgm:spPr/>
    </dgm:pt>
    <dgm:pt modelId="{50907B04-7537-4DC1-B122-FCFAFB6D1EFB}" type="pres">
      <dgm:prSet presAssocID="{28AEE7AB-B720-4EC8-A9A5-9AAC1B753EAE}" presName="composite" presStyleCnt="0"/>
      <dgm:spPr/>
    </dgm:pt>
    <dgm:pt modelId="{F8264C11-5FF0-4A1E-A671-1B113D420267}" type="pres">
      <dgm:prSet presAssocID="{28AEE7AB-B720-4EC8-A9A5-9AAC1B753EAE}" presName="parTx" presStyleLbl="alignNode1" presStyleIdx="1" presStyleCnt="3">
        <dgm:presLayoutVars>
          <dgm:chMax val="0"/>
          <dgm:chPref val="0"/>
          <dgm:bulletEnabled val="1"/>
        </dgm:presLayoutVars>
      </dgm:prSet>
      <dgm:spPr/>
    </dgm:pt>
    <dgm:pt modelId="{FAC0E1C3-A503-47B6-99C9-346CFA235112}" type="pres">
      <dgm:prSet presAssocID="{28AEE7AB-B720-4EC8-A9A5-9AAC1B753EAE}" presName="desTx" presStyleLbl="alignAccFollowNode1" presStyleIdx="1" presStyleCnt="3">
        <dgm:presLayoutVars>
          <dgm:bulletEnabled val="1"/>
        </dgm:presLayoutVars>
      </dgm:prSet>
      <dgm:spPr/>
    </dgm:pt>
    <dgm:pt modelId="{D5C79FD4-5EBF-4BE6-8ED3-4C3CDFFBF771}" type="pres">
      <dgm:prSet presAssocID="{C1B5997D-A32D-4C37-A406-E301020D3531}" presName="space" presStyleCnt="0"/>
      <dgm:spPr/>
    </dgm:pt>
    <dgm:pt modelId="{18B4C3F8-7942-440E-8E3D-27A475E65213}" type="pres">
      <dgm:prSet presAssocID="{26971046-B94F-4821-B9C2-A14B58B805EC}" presName="composite" presStyleCnt="0"/>
      <dgm:spPr/>
    </dgm:pt>
    <dgm:pt modelId="{1E0F72F6-C0F2-4F6C-9721-5BA7F8A3B7AF}" type="pres">
      <dgm:prSet presAssocID="{26971046-B94F-4821-B9C2-A14B58B805EC}" presName="parTx" presStyleLbl="alignNode1" presStyleIdx="2" presStyleCnt="3">
        <dgm:presLayoutVars>
          <dgm:chMax val="0"/>
          <dgm:chPref val="0"/>
          <dgm:bulletEnabled val="1"/>
        </dgm:presLayoutVars>
      </dgm:prSet>
      <dgm:spPr/>
    </dgm:pt>
    <dgm:pt modelId="{4F61F5F2-CAE7-4913-AC78-54BF7E808FCA}" type="pres">
      <dgm:prSet presAssocID="{26971046-B94F-4821-B9C2-A14B58B805EC}" presName="desTx" presStyleLbl="alignAccFollowNode1" presStyleIdx="2" presStyleCnt="3">
        <dgm:presLayoutVars>
          <dgm:bulletEnabled val="1"/>
        </dgm:presLayoutVars>
      </dgm:prSet>
      <dgm:spPr/>
    </dgm:pt>
  </dgm:ptLst>
  <dgm:cxnLst>
    <dgm:cxn modelId="{DD51D306-5D99-4BBF-BDCF-E3176088218A}" srcId="{993A7257-C1E4-4B66-A577-3261111CE8DC}" destId="{26971046-B94F-4821-B9C2-A14B58B805EC}" srcOrd="2" destOrd="0" parTransId="{2C104ADE-C5B1-4A4F-AA35-8E377BB60E8E}" sibTransId="{243B663E-AE77-4A25-BA18-C60507B6DCA2}"/>
    <dgm:cxn modelId="{7C76F508-5C2A-46FD-BF32-A842E6429F98}" type="presOf" srcId="{73C626E2-6C8E-4234-A4F3-664E7C6A7480}" destId="{7BF59ECF-A806-48B1-9DE3-0AF79D9B7C2C}" srcOrd="0" destOrd="0" presId="urn:microsoft.com/office/officeart/2005/8/layout/hList1"/>
    <dgm:cxn modelId="{46E89117-C401-41C7-AFA5-8DCF41496482}" type="presOf" srcId="{0B425990-E995-4A6C-A7C5-DA0DAB982271}" destId="{4F61F5F2-CAE7-4913-AC78-54BF7E808FCA}" srcOrd="0" destOrd="0" presId="urn:microsoft.com/office/officeart/2005/8/layout/hList1"/>
    <dgm:cxn modelId="{3FC48D19-2414-454D-9A54-C8E47240697C}" type="presOf" srcId="{F8C0DA08-1C4D-4A24-8460-5B9F36436DC5}" destId="{18FFA64A-C309-4363-9B65-40F05BC1472F}" srcOrd="0" destOrd="0" presId="urn:microsoft.com/office/officeart/2005/8/layout/hList1"/>
    <dgm:cxn modelId="{6A1D1927-69A5-4657-9EE1-253ECF51633F}" srcId="{993A7257-C1E4-4B66-A577-3261111CE8DC}" destId="{28AEE7AB-B720-4EC8-A9A5-9AAC1B753EAE}" srcOrd="1" destOrd="0" parTransId="{4C126394-FFF1-42C1-AE31-6FF9032848ED}" sibTransId="{C1B5997D-A32D-4C37-A406-E301020D3531}"/>
    <dgm:cxn modelId="{B4F06286-20C3-49B9-9998-FBFFB3B92AB0}" type="presOf" srcId="{26971046-B94F-4821-B9C2-A14B58B805EC}" destId="{1E0F72F6-C0F2-4F6C-9721-5BA7F8A3B7AF}" srcOrd="0" destOrd="0" presId="urn:microsoft.com/office/officeart/2005/8/layout/hList1"/>
    <dgm:cxn modelId="{86047988-B4DF-42B0-A5EE-E45EAD2BFE3B}" srcId="{26971046-B94F-4821-B9C2-A14B58B805EC}" destId="{0B425990-E995-4A6C-A7C5-DA0DAB982271}" srcOrd="0" destOrd="0" parTransId="{DB41415E-3937-4851-A1E4-904469EBEC0F}" sibTransId="{0060334F-9AB0-4683-BEB6-30BCCAFB410D}"/>
    <dgm:cxn modelId="{F59BF699-A031-473D-B02D-9F512C2DA2D2}" type="presOf" srcId="{7E3063B0-F646-49B6-8289-F9D1F5A46134}" destId="{FAC0E1C3-A503-47B6-99C9-346CFA235112}" srcOrd="0" destOrd="0" presId="urn:microsoft.com/office/officeart/2005/8/layout/hList1"/>
    <dgm:cxn modelId="{19F2F7B1-AC76-4FBA-BD40-B3878100B817}" srcId="{993A7257-C1E4-4B66-A577-3261111CE8DC}" destId="{73C626E2-6C8E-4234-A4F3-664E7C6A7480}" srcOrd="0" destOrd="0" parTransId="{E2E58192-2199-4E92-9DF3-F50B9F4D5231}" sibTransId="{44F7042D-8CB3-4373-AE81-4BFBBB621BE0}"/>
    <dgm:cxn modelId="{3D6A00D1-FC5F-4A48-A773-55C8B4E56FD8}" srcId="{28AEE7AB-B720-4EC8-A9A5-9AAC1B753EAE}" destId="{7E3063B0-F646-49B6-8289-F9D1F5A46134}" srcOrd="0" destOrd="0" parTransId="{459EFB1F-866D-4FC3-B0F1-F93CB4D9B73C}" sibTransId="{9AC5F4EF-91D8-49DA-9837-2B72FC545E49}"/>
    <dgm:cxn modelId="{D2F23DD4-16E6-454E-BD17-C9807B5EB616}" type="presOf" srcId="{993A7257-C1E4-4B66-A577-3261111CE8DC}" destId="{BEF5751D-C0FD-4DFA-A716-C00E99F1B6D9}" srcOrd="0" destOrd="0" presId="urn:microsoft.com/office/officeart/2005/8/layout/hList1"/>
    <dgm:cxn modelId="{76A62CDF-8C62-4599-BCFF-74990DB652DD}" type="presOf" srcId="{28AEE7AB-B720-4EC8-A9A5-9AAC1B753EAE}" destId="{F8264C11-5FF0-4A1E-A671-1B113D420267}" srcOrd="0" destOrd="0" presId="urn:microsoft.com/office/officeart/2005/8/layout/hList1"/>
    <dgm:cxn modelId="{ECC3F2F4-9249-4822-A748-158A39A25487}" srcId="{73C626E2-6C8E-4234-A4F3-664E7C6A7480}" destId="{F8C0DA08-1C4D-4A24-8460-5B9F36436DC5}" srcOrd="0" destOrd="0" parTransId="{1B5DBB8B-FF4B-49E7-9241-B74E3109ADAF}" sibTransId="{C7374995-5F66-4DDE-A8C0-8E1CD6365BD9}"/>
    <dgm:cxn modelId="{3EA7416D-FEB3-48D7-AC64-44EE90C6C21C}" type="presParOf" srcId="{BEF5751D-C0FD-4DFA-A716-C00E99F1B6D9}" destId="{4931BD48-1B35-4161-9E41-EEE0D39AF8FA}" srcOrd="0" destOrd="0" presId="urn:microsoft.com/office/officeart/2005/8/layout/hList1"/>
    <dgm:cxn modelId="{0314E3C7-CF32-4C48-964C-2670138B5917}" type="presParOf" srcId="{4931BD48-1B35-4161-9E41-EEE0D39AF8FA}" destId="{7BF59ECF-A806-48B1-9DE3-0AF79D9B7C2C}" srcOrd="0" destOrd="0" presId="urn:microsoft.com/office/officeart/2005/8/layout/hList1"/>
    <dgm:cxn modelId="{FB4A15C0-5545-49A0-AE75-EFC07A63598F}" type="presParOf" srcId="{4931BD48-1B35-4161-9E41-EEE0D39AF8FA}" destId="{18FFA64A-C309-4363-9B65-40F05BC1472F}" srcOrd="1" destOrd="0" presId="urn:microsoft.com/office/officeart/2005/8/layout/hList1"/>
    <dgm:cxn modelId="{2A3B6DA9-87F2-4F2E-88E7-84596DF4816E}" type="presParOf" srcId="{BEF5751D-C0FD-4DFA-A716-C00E99F1B6D9}" destId="{B3CB45CC-825D-46BA-811C-B847ACF0344C}" srcOrd="1" destOrd="0" presId="urn:microsoft.com/office/officeart/2005/8/layout/hList1"/>
    <dgm:cxn modelId="{641BF7C4-C1F4-43C6-AC18-6B5A74A2C6C3}" type="presParOf" srcId="{BEF5751D-C0FD-4DFA-A716-C00E99F1B6D9}" destId="{50907B04-7537-4DC1-B122-FCFAFB6D1EFB}" srcOrd="2" destOrd="0" presId="urn:microsoft.com/office/officeart/2005/8/layout/hList1"/>
    <dgm:cxn modelId="{E66B00AE-78CB-483F-BB20-A38B98633A7C}" type="presParOf" srcId="{50907B04-7537-4DC1-B122-FCFAFB6D1EFB}" destId="{F8264C11-5FF0-4A1E-A671-1B113D420267}" srcOrd="0" destOrd="0" presId="urn:microsoft.com/office/officeart/2005/8/layout/hList1"/>
    <dgm:cxn modelId="{83633BFB-E059-4B4F-B6DD-25C8760CA7B2}" type="presParOf" srcId="{50907B04-7537-4DC1-B122-FCFAFB6D1EFB}" destId="{FAC0E1C3-A503-47B6-99C9-346CFA235112}" srcOrd="1" destOrd="0" presId="urn:microsoft.com/office/officeart/2005/8/layout/hList1"/>
    <dgm:cxn modelId="{5381208A-0FCB-4F33-BF65-CEA88C7D068A}" type="presParOf" srcId="{BEF5751D-C0FD-4DFA-A716-C00E99F1B6D9}" destId="{D5C79FD4-5EBF-4BE6-8ED3-4C3CDFFBF771}" srcOrd="3" destOrd="0" presId="urn:microsoft.com/office/officeart/2005/8/layout/hList1"/>
    <dgm:cxn modelId="{37E88BD3-6222-4C4F-9937-4CE369634A0E}" type="presParOf" srcId="{BEF5751D-C0FD-4DFA-A716-C00E99F1B6D9}" destId="{18B4C3F8-7942-440E-8E3D-27A475E65213}" srcOrd="4" destOrd="0" presId="urn:microsoft.com/office/officeart/2005/8/layout/hList1"/>
    <dgm:cxn modelId="{A7413205-3E14-40D9-9350-865326EDD285}" type="presParOf" srcId="{18B4C3F8-7942-440E-8E3D-27A475E65213}" destId="{1E0F72F6-C0F2-4F6C-9721-5BA7F8A3B7AF}" srcOrd="0" destOrd="0" presId="urn:microsoft.com/office/officeart/2005/8/layout/hList1"/>
    <dgm:cxn modelId="{8995F137-CD43-49A1-88AB-F749EB7CAFBD}" type="presParOf" srcId="{18B4C3F8-7942-440E-8E3D-27A475E65213}" destId="{4F61F5F2-CAE7-4913-AC78-54BF7E808FCA}"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237EA0D-EF87-4D44-98CB-7CD9F123A5E9}" type="doc">
      <dgm:prSet loTypeId="urn:microsoft.com/office/officeart/2005/8/layout/chevron2" loCatId="process" qsTypeId="urn:microsoft.com/office/officeart/2005/8/quickstyle/simple1" qsCatId="simple" csTypeId="urn:microsoft.com/office/officeart/2005/8/colors/colorful1" csCatId="colorful" phldr="1"/>
      <dgm:spPr/>
      <dgm:t>
        <a:bodyPr/>
        <a:lstStyle/>
        <a:p>
          <a:endParaRPr lang="zh-TW" altLang="en-US"/>
        </a:p>
      </dgm:t>
    </dgm:pt>
    <dgm:pt modelId="{BB298C23-CAC5-476E-9D64-0D8683A7C06D}">
      <dgm:prSet custT="1"/>
      <dgm:spPr/>
      <dgm:t>
        <a:bodyPr/>
        <a:lstStyle/>
        <a:p>
          <a:pPr rtl="0"/>
          <a:r>
            <a:rPr lang="zh-TW" altLang="en-US" sz="1200" b="1" dirty="0"/>
            <a:t>１</a:t>
          </a:r>
          <a:endParaRPr lang="zh-TW" altLang="en-US" sz="1200" dirty="0"/>
        </a:p>
      </dgm:t>
    </dgm:pt>
    <dgm:pt modelId="{1A450254-CECC-464C-9BD0-41EF001B5472}" type="parTrans" cxnId="{771F3679-0CBA-469A-98EF-E0B8B3DCFDCF}">
      <dgm:prSet/>
      <dgm:spPr/>
      <dgm:t>
        <a:bodyPr/>
        <a:lstStyle/>
        <a:p>
          <a:endParaRPr lang="zh-TW" altLang="en-US"/>
        </a:p>
      </dgm:t>
    </dgm:pt>
    <dgm:pt modelId="{CFE7DEF8-9537-4F57-8DB2-C43D521E24E6}" type="sibTrans" cxnId="{771F3679-0CBA-469A-98EF-E0B8B3DCFDCF}">
      <dgm:prSet/>
      <dgm:spPr/>
      <dgm:t>
        <a:bodyPr/>
        <a:lstStyle/>
        <a:p>
          <a:endParaRPr lang="zh-TW" altLang="en-US"/>
        </a:p>
      </dgm:t>
    </dgm:pt>
    <dgm:pt modelId="{0D81B725-AE21-4928-88DD-A113D615B83D}">
      <dgm:prSet custT="1"/>
      <dgm:spPr/>
      <dgm:t>
        <a:bodyPr/>
        <a:lstStyle/>
        <a:p>
          <a:pPr rtl="0"/>
          <a:r>
            <a:rPr lang="zh-TW" altLang="en-US" sz="1200" b="1" dirty="0"/>
            <a:t>２</a:t>
          </a:r>
          <a:endParaRPr lang="zh-TW" altLang="en-US" sz="1200" dirty="0"/>
        </a:p>
      </dgm:t>
    </dgm:pt>
    <dgm:pt modelId="{58C3BA66-91B8-4BF1-BBA1-55F1C5FBC23B}" type="parTrans" cxnId="{FFF82A16-88BC-402A-B621-BE834B8213D2}">
      <dgm:prSet/>
      <dgm:spPr/>
      <dgm:t>
        <a:bodyPr/>
        <a:lstStyle/>
        <a:p>
          <a:endParaRPr lang="zh-TW" altLang="en-US"/>
        </a:p>
      </dgm:t>
    </dgm:pt>
    <dgm:pt modelId="{FC7D5512-DB97-436B-9D84-45706B805256}" type="sibTrans" cxnId="{FFF82A16-88BC-402A-B621-BE834B8213D2}">
      <dgm:prSet/>
      <dgm:spPr/>
      <dgm:t>
        <a:bodyPr/>
        <a:lstStyle/>
        <a:p>
          <a:endParaRPr lang="zh-TW" altLang="en-US"/>
        </a:p>
      </dgm:t>
    </dgm:pt>
    <dgm:pt modelId="{243E840B-3A1F-4C77-BE67-866A1B33F966}">
      <dgm:prSet custT="1"/>
      <dgm:spPr/>
      <dgm:t>
        <a:bodyPr/>
        <a:lstStyle/>
        <a:p>
          <a:pPr rtl="0"/>
          <a:r>
            <a:rPr lang="zh-TW" altLang="en-US" sz="1200" b="1" dirty="0"/>
            <a:t>３</a:t>
          </a:r>
          <a:endParaRPr lang="zh-TW" altLang="en-US" sz="1200" dirty="0"/>
        </a:p>
      </dgm:t>
    </dgm:pt>
    <dgm:pt modelId="{E92DB5D7-4074-4EF5-B2BA-3BCD10CEFA46}" type="parTrans" cxnId="{8AF194F0-AB24-42B2-A377-3171357911D2}">
      <dgm:prSet/>
      <dgm:spPr/>
      <dgm:t>
        <a:bodyPr/>
        <a:lstStyle/>
        <a:p>
          <a:endParaRPr lang="zh-TW" altLang="en-US"/>
        </a:p>
      </dgm:t>
    </dgm:pt>
    <dgm:pt modelId="{F3ADC57D-3206-41F9-BC8B-A13F72733D23}" type="sibTrans" cxnId="{8AF194F0-AB24-42B2-A377-3171357911D2}">
      <dgm:prSet/>
      <dgm:spPr/>
      <dgm:t>
        <a:bodyPr/>
        <a:lstStyle/>
        <a:p>
          <a:endParaRPr lang="zh-TW" altLang="en-US"/>
        </a:p>
      </dgm:t>
    </dgm:pt>
    <dgm:pt modelId="{B18037E6-75C0-4161-B1DE-72F561DC2D0D}">
      <dgm:prSet custT="1"/>
      <dgm:spPr/>
      <dgm:t>
        <a:bodyPr/>
        <a:lstStyle/>
        <a:p>
          <a:pPr rtl="0"/>
          <a:r>
            <a:rPr lang="zh-TW" altLang="en-US" sz="1200" b="1" dirty="0"/>
            <a:t>４</a:t>
          </a:r>
          <a:endParaRPr lang="zh-TW" altLang="en-US" sz="1200" dirty="0"/>
        </a:p>
      </dgm:t>
    </dgm:pt>
    <dgm:pt modelId="{C97A8ADD-A363-4BCA-BAC8-DC6E8DE3502B}" type="parTrans" cxnId="{7E7B17D5-7FE2-4AEB-A189-08FF96281889}">
      <dgm:prSet/>
      <dgm:spPr/>
      <dgm:t>
        <a:bodyPr/>
        <a:lstStyle/>
        <a:p>
          <a:endParaRPr lang="zh-TW" altLang="en-US"/>
        </a:p>
      </dgm:t>
    </dgm:pt>
    <dgm:pt modelId="{AAF5D1B1-6CA3-4EDE-8FDB-2DD005373FF0}" type="sibTrans" cxnId="{7E7B17D5-7FE2-4AEB-A189-08FF96281889}">
      <dgm:prSet/>
      <dgm:spPr/>
      <dgm:t>
        <a:bodyPr/>
        <a:lstStyle/>
        <a:p>
          <a:endParaRPr lang="zh-TW" altLang="en-US"/>
        </a:p>
      </dgm:t>
    </dgm:pt>
    <dgm:pt modelId="{154C092D-1F9B-4070-B359-5DBED2618CFA}">
      <dgm:prSet custT="1"/>
      <dgm:spPr/>
      <dgm:t>
        <a:bodyPr/>
        <a:lstStyle/>
        <a:p>
          <a:pPr rtl="0"/>
          <a:r>
            <a:rPr lang="zh-TW" altLang="en-US" sz="1200" b="1" dirty="0"/>
            <a:t>５</a:t>
          </a:r>
          <a:endParaRPr lang="zh-TW" altLang="en-US" sz="1200" dirty="0"/>
        </a:p>
      </dgm:t>
    </dgm:pt>
    <dgm:pt modelId="{40B5D20B-21ED-4828-9424-A36271A5E377}" type="parTrans" cxnId="{6FEBCA60-0BDE-4265-A265-FE65C90B1338}">
      <dgm:prSet/>
      <dgm:spPr/>
      <dgm:t>
        <a:bodyPr/>
        <a:lstStyle/>
        <a:p>
          <a:endParaRPr lang="zh-TW" altLang="en-US"/>
        </a:p>
      </dgm:t>
    </dgm:pt>
    <dgm:pt modelId="{AA6606B5-620D-4499-AB06-FDFF013D2BC8}" type="sibTrans" cxnId="{6FEBCA60-0BDE-4265-A265-FE65C90B1338}">
      <dgm:prSet/>
      <dgm:spPr/>
      <dgm:t>
        <a:bodyPr/>
        <a:lstStyle/>
        <a:p>
          <a:endParaRPr lang="zh-TW" altLang="en-US"/>
        </a:p>
      </dgm:t>
    </dgm:pt>
    <dgm:pt modelId="{936B9EEE-03AD-4730-AECE-A8B43DCFB0CD}">
      <dgm:prSet/>
      <dgm:spPr/>
      <dgm:t>
        <a:bodyPr/>
        <a:lstStyle/>
        <a:p>
          <a:pPr rtl="0"/>
          <a:r>
            <a:rPr lang="zh-TW" b="1" dirty="0"/>
            <a:t>程序新產生時</a:t>
          </a:r>
          <a:r>
            <a:rPr lang="zh-TW" altLang="en-US" b="1" dirty="0"/>
            <a:t>。</a:t>
          </a:r>
          <a:endParaRPr lang="zh-TW" dirty="0"/>
        </a:p>
      </dgm:t>
    </dgm:pt>
    <dgm:pt modelId="{FC850733-67E7-4351-84C2-CB60C20FC83F}" type="parTrans" cxnId="{2A9B3329-6C6C-4CC0-904D-A8E5E1A182EF}">
      <dgm:prSet/>
      <dgm:spPr/>
      <dgm:t>
        <a:bodyPr/>
        <a:lstStyle/>
        <a:p>
          <a:endParaRPr lang="zh-TW" altLang="en-US"/>
        </a:p>
      </dgm:t>
    </dgm:pt>
    <dgm:pt modelId="{8D254D89-8D65-4A4C-A462-6543827F6FA8}" type="sibTrans" cxnId="{2A9B3329-6C6C-4CC0-904D-A8E5E1A182EF}">
      <dgm:prSet/>
      <dgm:spPr/>
      <dgm:t>
        <a:bodyPr/>
        <a:lstStyle/>
        <a:p>
          <a:endParaRPr lang="zh-TW" altLang="en-US"/>
        </a:p>
      </dgm:t>
    </dgm:pt>
    <dgm:pt modelId="{61A6677F-742A-46B2-9BF2-CB509CD01215}">
      <dgm:prSet/>
      <dgm:spPr/>
      <dgm:t>
        <a:bodyPr/>
        <a:lstStyle/>
        <a:p>
          <a:pPr rtl="0"/>
          <a:r>
            <a:rPr lang="zh-TW" b="1" dirty="0"/>
            <a:t>程序從執行狀態變成等待狀態</a:t>
          </a:r>
          <a:r>
            <a:rPr lang="en-US" b="1" dirty="0"/>
            <a:t>(</a:t>
          </a:r>
          <a:r>
            <a:rPr lang="zh-TW" b="1" dirty="0"/>
            <a:t>譬如有</a:t>
          </a:r>
          <a:r>
            <a:rPr lang="en-US" b="1" dirty="0"/>
            <a:t>I/O</a:t>
          </a:r>
          <a:r>
            <a:rPr lang="zh-TW" b="1" dirty="0"/>
            <a:t>要求</a:t>
          </a:r>
          <a:r>
            <a:rPr lang="en-US" b="1" dirty="0"/>
            <a:t>)</a:t>
          </a:r>
          <a:r>
            <a:rPr lang="zh-TW" altLang="en-US" b="1" dirty="0"/>
            <a:t>。</a:t>
          </a:r>
          <a:endParaRPr lang="zh-TW" dirty="0"/>
        </a:p>
      </dgm:t>
    </dgm:pt>
    <dgm:pt modelId="{9FA6097B-52D6-4163-8D22-197D334FD288}" type="parTrans" cxnId="{67282063-5EB2-4DF0-A594-AB89C464EDC1}">
      <dgm:prSet/>
      <dgm:spPr/>
      <dgm:t>
        <a:bodyPr/>
        <a:lstStyle/>
        <a:p>
          <a:endParaRPr lang="zh-TW" altLang="en-US"/>
        </a:p>
      </dgm:t>
    </dgm:pt>
    <dgm:pt modelId="{3E73DED0-9286-4E01-8F4D-91716A38BB4E}" type="sibTrans" cxnId="{67282063-5EB2-4DF0-A594-AB89C464EDC1}">
      <dgm:prSet/>
      <dgm:spPr/>
      <dgm:t>
        <a:bodyPr/>
        <a:lstStyle/>
        <a:p>
          <a:endParaRPr lang="zh-TW" altLang="en-US"/>
        </a:p>
      </dgm:t>
    </dgm:pt>
    <dgm:pt modelId="{ADCB22CA-B91F-4E3E-A269-909BE8003778}">
      <dgm:prSet/>
      <dgm:spPr/>
      <dgm:t>
        <a:bodyPr/>
        <a:lstStyle/>
        <a:p>
          <a:pPr rtl="0"/>
          <a:r>
            <a:rPr lang="zh-TW" b="1" dirty="0"/>
            <a:t>程序從執行狀態變成就緒狀態</a:t>
          </a:r>
          <a:r>
            <a:rPr lang="en-US" b="1" dirty="0"/>
            <a:t>(</a:t>
          </a:r>
          <a:r>
            <a:rPr lang="zh-TW" b="1" dirty="0"/>
            <a:t>譬如有中斷發生時</a:t>
          </a:r>
          <a:r>
            <a:rPr lang="en-US" b="1" dirty="0"/>
            <a:t>)</a:t>
          </a:r>
          <a:r>
            <a:rPr lang="zh-TW" altLang="en-US" b="1" dirty="0"/>
            <a:t>。</a:t>
          </a:r>
          <a:endParaRPr lang="zh-TW" dirty="0"/>
        </a:p>
      </dgm:t>
    </dgm:pt>
    <dgm:pt modelId="{D3A7976A-A22C-46E7-8421-1656B9277D8D}" type="parTrans" cxnId="{27F0B236-44F8-4DA0-A186-518CE004930B}">
      <dgm:prSet/>
      <dgm:spPr/>
      <dgm:t>
        <a:bodyPr/>
        <a:lstStyle/>
        <a:p>
          <a:endParaRPr lang="zh-TW" altLang="en-US"/>
        </a:p>
      </dgm:t>
    </dgm:pt>
    <dgm:pt modelId="{9753EF43-8F9F-4268-A579-B4DA48AA0668}" type="sibTrans" cxnId="{27F0B236-44F8-4DA0-A186-518CE004930B}">
      <dgm:prSet/>
      <dgm:spPr/>
      <dgm:t>
        <a:bodyPr/>
        <a:lstStyle/>
        <a:p>
          <a:endParaRPr lang="zh-TW" altLang="en-US"/>
        </a:p>
      </dgm:t>
    </dgm:pt>
    <dgm:pt modelId="{542E1E55-C6DE-4739-908E-3274439605C7}">
      <dgm:prSet/>
      <dgm:spPr/>
      <dgm:t>
        <a:bodyPr/>
        <a:lstStyle/>
        <a:p>
          <a:pPr rtl="0"/>
          <a:r>
            <a:rPr lang="zh-TW" b="1" dirty="0"/>
            <a:t>程序從等待狀態變成就緒狀態</a:t>
          </a:r>
          <a:r>
            <a:rPr lang="en-US" b="1" dirty="0"/>
            <a:t>(</a:t>
          </a:r>
          <a:r>
            <a:rPr lang="zh-TW" b="1" dirty="0"/>
            <a:t>譬如</a:t>
          </a:r>
          <a:r>
            <a:rPr lang="en-US" b="1" dirty="0"/>
            <a:t>I/O</a:t>
          </a:r>
          <a:r>
            <a:rPr lang="zh-TW" b="1" dirty="0"/>
            <a:t>要求得到回應</a:t>
          </a:r>
          <a:r>
            <a:rPr lang="en-US" b="1" dirty="0"/>
            <a:t>)</a:t>
          </a:r>
          <a:r>
            <a:rPr lang="zh-TW" altLang="en-US" b="1" dirty="0"/>
            <a:t>。</a:t>
          </a:r>
          <a:endParaRPr lang="zh-TW" dirty="0"/>
        </a:p>
      </dgm:t>
    </dgm:pt>
    <dgm:pt modelId="{8E15CE36-5CD6-48F8-ABCF-1300AAD4A797}" type="parTrans" cxnId="{B3F29C45-B715-4759-8BB8-DD2A0E156DE6}">
      <dgm:prSet/>
      <dgm:spPr/>
      <dgm:t>
        <a:bodyPr/>
        <a:lstStyle/>
        <a:p>
          <a:endParaRPr lang="zh-TW" altLang="en-US"/>
        </a:p>
      </dgm:t>
    </dgm:pt>
    <dgm:pt modelId="{C273B7C5-5A7B-4EA7-B4A4-0C3FDE1BAFDD}" type="sibTrans" cxnId="{B3F29C45-B715-4759-8BB8-DD2A0E156DE6}">
      <dgm:prSet/>
      <dgm:spPr/>
      <dgm:t>
        <a:bodyPr/>
        <a:lstStyle/>
        <a:p>
          <a:endParaRPr lang="zh-TW" altLang="en-US"/>
        </a:p>
      </dgm:t>
    </dgm:pt>
    <dgm:pt modelId="{7881ADF0-CFFE-467A-A738-C81A7B89E3A8}">
      <dgm:prSet/>
      <dgm:spPr/>
      <dgm:t>
        <a:bodyPr/>
        <a:lstStyle/>
        <a:p>
          <a:pPr rtl="0"/>
          <a:r>
            <a:rPr lang="zh-TW" b="1" dirty="0"/>
            <a:t>程序</a:t>
          </a:r>
          <a:r>
            <a:rPr lang="zh-TW" altLang="en-US" b="1" dirty="0"/>
            <a:t>終</a:t>
          </a:r>
          <a:r>
            <a:rPr lang="zh-TW" b="1" dirty="0"/>
            <a:t>止時</a:t>
          </a:r>
          <a:r>
            <a:rPr lang="zh-TW" altLang="en-US" b="1" dirty="0"/>
            <a:t>。</a:t>
          </a:r>
          <a:endParaRPr lang="zh-TW" dirty="0"/>
        </a:p>
      </dgm:t>
    </dgm:pt>
    <dgm:pt modelId="{12E5636A-4913-4D43-9742-401E86030F47}" type="parTrans" cxnId="{E187EF8A-E252-4C98-8E60-19FBF70AE391}">
      <dgm:prSet/>
      <dgm:spPr/>
      <dgm:t>
        <a:bodyPr/>
        <a:lstStyle/>
        <a:p>
          <a:endParaRPr lang="zh-TW" altLang="en-US"/>
        </a:p>
      </dgm:t>
    </dgm:pt>
    <dgm:pt modelId="{3017B2A1-1307-499E-B28F-843A602FE601}" type="sibTrans" cxnId="{E187EF8A-E252-4C98-8E60-19FBF70AE391}">
      <dgm:prSet/>
      <dgm:spPr/>
      <dgm:t>
        <a:bodyPr/>
        <a:lstStyle/>
        <a:p>
          <a:endParaRPr lang="zh-TW" altLang="en-US"/>
        </a:p>
      </dgm:t>
    </dgm:pt>
    <dgm:pt modelId="{BDB57C2A-B783-4647-B2C7-A2E0C2502923}" type="pres">
      <dgm:prSet presAssocID="{B237EA0D-EF87-4D44-98CB-7CD9F123A5E9}" presName="linearFlow" presStyleCnt="0">
        <dgm:presLayoutVars>
          <dgm:dir/>
          <dgm:animLvl val="lvl"/>
          <dgm:resizeHandles val="exact"/>
        </dgm:presLayoutVars>
      </dgm:prSet>
      <dgm:spPr/>
    </dgm:pt>
    <dgm:pt modelId="{70D70B33-7FB8-4032-BD91-5A8BCF40420A}" type="pres">
      <dgm:prSet presAssocID="{BB298C23-CAC5-476E-9D64-0D8683A7C06D}" presName="composite" presStyleCnt="0"/>
      <dgm:spPr/>
    </dgm:pt>
    <dgm:pt modelId="{412BB79F-88FB-42CD-9247-BF14F4479C45}" type="pres">
      <dgm:prSet presAssocID="{BB298C23-CAC5-476E-9D64-0D8683A7C06D}" presName="parentText" presStyleLbl="alignNode1" presStyleIdx="0" presStyleCnt="5">
        <dgm:presLayoutVars>
          <dgm:chMax val="1"/>
          <dgm:bulletEnabled val="1"/>
        </dgm:presLayoutVars>
      </dgm:prSet>
      <dgm:spPr/>
    </dgm:pt>
    <dgm:pt modelId="{CD25FCE0-6612-4107-96F4-126F7563BEA4}" type="pres">
      <dgm:prSet presAssocID="{BB298C23-CAC5-476E-9D64-0D8683A7C06D}" presName="descendantText" presStyleLbl="alignAcc1" presStyleIdx="0" presStyleCnt="5">
        <dgm:presLayoutVars>
          <dgm:bulletEnabled val="1"/>
        </dgm:presLayoutVars>
      </dgm:prSet>
      <dgm:spPr/>
    </dgm:pt>
    <dgm:pt modelId="{3DE65E6A-1246-440B-A9A2-39641F76E305}" type="pres">
      <dgm:prSet presAssocID="{CFE7DEF8-9537-4F57-8DB2-C43D521E24E6}" presName="sp" presStyleCnt="0"/>
      <dgm:spPr/>
    </dgm:pt>
    <dgm:pt modelId="{DD1385D3-295B-4316-B0E2-E4A873A4B2AA}" type="pres">
      <dgm:prSet presAssocID="{0D81B725-AE21-4928-88DD-A113D615B83D}" presName="composite" presStyleCnt="0"/>
      <dgm:spPr/>
    </dgm:pt>
    <dgm:pt modelId="{81DD2124-5FD3-44DE-86FD-14D92825E8C6}" type="pres">
      <dgm:prSet presAssocID="{0D81B725-AE21-4928-88DD-A113D615B83D}" presName="parentText" presStyleLbl="alignNode1" presStyleIdx="1" presStyleCnt="5">
        <dgm:presLayoutVars>
          <dgm:chMax val="1"/>
          <dgm:bulletEnabled val="1"/>
        </dgm:presLayoutVars>
      </dgm:prSet>
      <dgm:spPr/>
    </dgm:pt>
    <dgm:pt modelId="{52112723-FA74-47D5-9DC5-0B31FE79F526}" type="pres">
      <dgm:prSet presAssocID="{0D81B725-AE21-4928-88DD-A113D615B83D}" presName="descendantText" presStyleLbl="alignAcc1" presStyleIdx="1" presStyleCnt="5">
        <dgm:presLayoutVars>
          <dgm:bulletEnabled val="1"/>
        </dgm:presLayoutVars>
      </dgm:prSet>
      <dgm:spPr/>
    </dgm:pt>
    <dgm:pt modelId="{05C8C6B4-08A9-45D1-A7E7-5B40EF061CF5}" type="pres">
      <dgm:prSet presAssocID="{FC7D5512-DB97-436B-9D84-45706B805256}" presName="sp" presStyleCnt="0"/>
      <dgm:spPr/>
    </dgm:pt>
    <dgm:pt modelId="{2ADCBC33-A3F1-4D5D-816C-9B3598BB9871}" type="pres">
      <dgm:prSet presAssocID="{243E840B-3A1F-4C77-BE67-866A1B33F966}" presName="composite" presStyleCnt="0"/>
      <dgm:spPr/>
    </dgm:pt>
    <dgm:pt modelId="{C3DAB8C2-8932-4689-AA63-34E17D177B54}" type="pres">
      <dgm:prSet presAssocID="{243E840B-3A1F-4C77-BE67-866A1B33F966}" presName="parentText" presStyleLbl="alignNode1" presStyleIdx="2" presStyleCnt="5">
        <dgm:presLayoutVars>
          <dgm:chMax val="1"/>
          <dgm:bulletEnabled val="1"/>
        </dgm:presLayoutVars>
      </dgm:prSet>
      <dgm:spPr/>
    </dgm:pt>
    <dgm:pt modelId="{AAD239F8-9CEC-4E2F-ACC8-96E1C96C2471}" type="pres">
      <dgm:prSet presAssocID="{243E840B-3A1F-4C77-BE67-866A1B33F966}" presName="descendantText" presStyleLbl="alignAcc1" presStyleIdx="2" presStyleCnt="5">
        <dgm:presLayoutVars>
          <dgm:bulletEnabled val="1"/>
        </dgm:presLayoutVars>
      </dgm:prSet>
      <dgm:spPr/>
    </dgm:pt>
    <dgm:pt modelId="{0145D812-5756-40D2-8EB2-730D496916D9}" type="pres">
      <dgm:prSet presAssocID="{F3ADC57D-3206-41F9-BC8B-A13F72733D23}" presName="sp" presStyleCnt="0"/>
      <dgm:spPr/>
    </dgm:pt>
    <dgm:pt modelId="{D0524404-FD2B-4E7D-A875-4147EA8039AC}" type="pres">
      <dgm:prSet presAssocID="{B18037E6-75C0-4161-B1DE-72F561DC2D0D}" presName="composite" presStyleCnt="0"/>
      <dgm:spPr/>
    </dgm:pt>
    <dgm:pt modelId="{1B095F01-AA05-41B6-BFF5-C8D3EE9B1E07}" type="pres">
      <dgm:prSet presAssocID="{B18037E6-75C0-4161-B1DE-72F561DC2D0D}" presName="parentText" presStyleLbl="alignNode1" presStyleIdx="3" presStyleCnt="5">
        <dgm:presLayoutVars>
          <dgm:chMax val="1"/>
          <dgm:bulletEnabled val="1"/>
        </dgm:presLayoutVars>
      </dgm:prSet>
      <dgm:spPr/>
    </dgm:pt>
    <dgm:pt modelId="{103F4FC3-C904-4F18-B38E-F9644F89EE7A}" type="pres">
      <dgm:prSet presAssocID="{B18037E6-75C0-4161-B1DE-72F561DC2D0D}" presName="descendantText" presStyleLbl="alignAcc1" presStyleIdx="3" presStyleCnt="5">
        <dgm:presLayoutVars>
          <dgm:bulletEnabled val="1"/>
        </dgm:presLayoutVars>
      </dgm:prSet>
      <dgm:spPr/>
    </dgm:pt>
    <dgm:pt modelId="{6E6BD9B1-AA00-4400-AD84-AC8265A864B2}" type="pres">
      <dgm:prSet presAssocID="{AAF5D1B1-6CA3-4EDE-8FDB-2DD005373FF0}" presName="sp" presStyleCnt="0"/>
      <dgm:spPr/>
    </dgm:pt>
    <dgm:pt modelId="{F60F9E78-61BA-40E2-915E-86CF3DCAD3A0}" type="pres">
      <dgm:prSet presAssocID="{154C092D-1F9B-4070-B359-5DBED2618CFA}" presName="composite" presStyleCnt="0"/>
      <dgm:spPr/>
    </dgm:pt>
    <dgm:pt modelId="{FCA6D434-8147-4BEC-8AE9-8AC875A2137A}" type="pres">
      <dgm:prSet presAssocID="{154C092D-1F9B-4070-B359-5DBED2618CFA}" presName="parentText" presStyleLbl="alignNode1" presStyleIdx="4" presStyleCnt="5">
        <dgm:presLayoutVars>
          <dgm:chMax val="1"/>
          <dgm:bulletEnabled val="1"/>
        </dgm:presLayoutVars>
      </dgm:prSet>
      <dgm:spPr/>
    </dgm:pt>
    <dgm:pt modelId="{DF063631-2400-4380-BD0A-0B16A0E2B631}" type="pres">
      <dgm:prSet presAssocID="{154C092D-1F9B-4070-B359-5DBED2618CFA}" presName="descendantText" presStyleLbl="alignAcc1" presStyleIdx="4" presStyleCnt="5">
        <dgm:presLayoutVars>
          <dgm:bulletEnabled val="1"/>
        </dgm:presLayoutVars>
      </dgm:prSet>
      <dgm:spPr/>
    </dgm:pt>
  </dgm:ptLst>
  <dgm:cxnLst>
    <dgm:cxn modelId="{F79E5B01-9CF1-4904-865C-E351FE90A767}" type="presOf" srcId="{ADCB22CA-B91F-4E3E-A269-909BE8003778}" destId="{AAD239F8-9CEC-4E2F-ACC8-96E1C96C2471}" srcOrd="0" destOrd="0" presId="urn:microsoft.com/office/officeart/2005/8/layout/chevron2"/>
    <dgm:cxn modelId="{FFF82A16-88BC-402A-B621-BE834B8213D2}" srcId="{B237EA0D-EF87-4D44-98CB-7CD9F123A5E9}" destId="{0D81B725-AE21-4928-88DD-A113D615B83D}" srcOrd="1" destOrd="0" parTransId="{58C3BA66-91B8-4BF1-BBA1-55F1C5FBC23B}" sibTransId="{FC7D5512-DB97-436B-9D84-45706B805256}"/>
    <dgm:cxn modelId="{2A9B3329-6C6C-4CC0-904D-A8E5E1A182EF}" srcId="{BB298C23-CAC5-476E-9D64-0D8683A7C06D}" destId="{936B9EEE-03AD-4730-AECE-A8B43DCFB0CD}" srcOrd="0" destOrd="0" parTransId="{FC850733-67E7-4351-84C2-CB60C20FC83F}" sibTransId="{8D254D89-8D65-4A4C-A462-6543827F6FA8}"/>
    <dgm:cxn modelId="{27F0B236-44F8-4DA0-A186-518CE004930B}" srcId="{243E840B-3A1F-4C77-BE67-866A1B33F966}" destId="{ADCB22CA-B91F-4E3E-A269-909BE8003778}" srcOrd="0" destOrd="0" parTransId="{D3A7976A-A22C-46E7-8421-1656B9277D8D}" sibTransId="{9753EF43-8F9F-4268-A579-B4DA48AA0668}"/>
    <dgm:cxn modelId="{6FEBCA60-0BDE-4265-A265-FE65C90B1338}" srcId="{B237EA0D-EF87-4D44-98CB-7CD9F123A5E9}" destId="{154C092D-1F9B-4070-B359-5DBED2618CFA}" srcOrd="4" destOrd="0" parTransId="{40B5D20B-21ED-4828-9424-A36271A5E377}" sibTransId="{AA6606B5-620D-4499-AB06-FDFF013D2BC8}"/>
    <dgm:cxn modelId="{67282063-5EB2-4DF0-A594-AB89C464EDC1}" srcId="{0D81B725-AE21-4928-88DD-A113D615B83D}" destId="{61A6677F-742A-46B2-9BF2-CB509CD01215}" srcOrd="0" destOrd="0" parTransId="{9FA6097B-52D6-4163-8D22-197D334FD288}" sibTransId="{3E73DED0-9286-4E01-8F4D-91716A38BB4E}"/>
    <dgm:cxn modelId="{B3F29C45-B715-4759-8BB8-DD2A0E156DE6}" srcId="{B18037E6-75C0-4161-B1DE-72F561DC2D0D}" destId="{542E1E55-C6DE-4739-908E-3274439605C7}" srcOrd="0" destOrd="0" parTransId="{8E15CE36-5CD6-48F8-ABCF-1300AAD4A797}" sibTransId="{C273B7C5-5A7B-4EA7-B4A4-0C3FDE1BAFDD}"/>
    <dgm:cxn modelId="{17586D69-EF41-4E0C-8460-24A678BA7803}" type="presOf" srcId="{936B9EEE-03AD-4730-AECE-A8B43DCFB0CD}" destId="{CD25FCE0-6612-4107-96F4-126F7563BEA4}" srcOrd="0" destOrd="0" presId="urn:microsoft.com/office/officeart/2005/8/layout/chevron2"/>
    <dgm:cxn modelId="{E6A00452-F9A0-4490-B2B6-6F4C69E9B91D}" type="presOf" srcId="{B237EA0D-EF87-4D44-98CB-7CD9F123A5E9}" destId="{BDB57C2A-B783-4647-B2C7-A2E0C2502923}" srcOrd="0" destOrd="0" presId="urn:microsoft.com/office/officeart/2005/8/layout/chevron2"/>
    <dgm:cxn modelId="{1421DD55-F42D-467E-B45A-66C895BAF960}" type="presOf" srcId="{542E1E55-C6DE-4739-908E-3274439605C7}" destId="{103F4FC3-C904-4F18-B38E-F9644F89EE7A}" srcOrd="0" destOrd="0" presId="urn:microsoft.com/office/officeart/2005/8/layout/chevron2"/>
    <dgm:cxn modelId="{771F3679-0CBA-469A-98EF-E0B8B3DCFDCF}" srcId="{B237EA0D-EF87-4D44-98CB-7CD9F123A5E9}" destId="{BB298C23-CAC5-476E-9D64-0D8683A7C06D}" srcOrd="0" destOrd="0" parTransId="{1A450254-CECC-464C-9BD0-41EF001B5472}" sibTransId="{CFE7DEF8-9537-4F57-8DB2-C43D521E24E6}"/>
    <dgm:cxn modelId="{E187EF8A-E252-4C98-8E60-19FBF70AE391}" srcId="{154C092D-1F9B-4070-B359-5DBED2618CFA}" destId="{7881ADF0-CFFE-467A-A738-C81A7B89E3A8}" srcOrd="0" destOrd="0" parTransId="{12E5636A-4913-4D43-9742-401E86030F47}" sibTransId="{3017B2A1-1307-499E-B28F-843A602FE601}"/>
    <dgm:cxn modelId="{7902068F-FE79-4CD6-B24B-34CD4A1FF67E}" type="presOf" srcId="{61A6677F-742A-46B2-9BF2-CB509CD01215}" destId="{52112723-FA74-47D5-9DC5-0B31FE79F526}" srcOrd="0" destOrd="0" presId="urn:microsoft.com/office/officeart/2005/8/layout/chevron2"/>
    <dgm:cxn modelId="{BCCB9C94-8EB1-4FCA-A45D-CBC57DADF5DF}" type="presOf" srcId="{154C092D-1F9B-4070-B359-5DBED2618CFA}" destId="{FCA6D434-8147-4BEC-8AE9-8AC875A2137A}" srcOrd="0" destOrd="0" presId="urn:microsoft.com/office/officeart/2005/8/layout/chevron2"/>
    <dgm:cxn modelId="{A91240A9-7F54-4771-9362-BD1B789DAAAF}" type="presOf" srcId="{BB298C23-CAC5-476E-9D64-0D8683A7C06D}" destId="{412BB79F-88FB-42CD-9247-BF14F4479C45}" srcOrd="0" destOrd="0" presId="urn:microsoft.com/office/officeart/2005/8/layout/chevron2"/>
    <dgm:cxn modelId="{0BC831AA-81D0-4FC3-A019-361D5C739CE9}" type="presOf" srcId="{B18037E6-75C0-4161-B1DE-72F561DC2D0D}" destId="{1B095F01-AA05-41B6-BFF5-C8D3EE9B1E07}" srcOrd="0" destOrd="0" presId="urn:microsoft.com/office/officeart/2005/8/layout/chevron2"/>
    <dgm:cxn modelId="{5E705FC3-9751-4F25-8516-48144CAF3081}" type="presOf" srcId="{243E840B-3A1F-4C77-BE67-866A1B33F966}" destId="{C3DAB8C2-8932-4689-AA63-34E17D177B54}" srcOrd="0" destOrd="0" presId="urn:microsoft.com/office/officeart/2005/8/layout/chevron2"/>
    <dgm:cxn modelId="{7E7B17D5-7FE2-4AEB-A189-08FF96281889}" srcId="{B237EA0D-EF87-4D44-98CB-7CD9F123A5E9}" destId="{B18037E6-75C0-4161-B1DE-72F561DC2D0D}" srcOrd="3" destOrd="0" parTransId="{C97A8ADD-A363-4BCA-BAC8-DC6E8DE3502B}" sibTransId="{AAF5D1B1-6CA3-4EDE-8FDB-2DD005373FF0}"/>
    <dgm:cxn modelId="{8AF194F0-AB24-42B2-A377-3171357911D2}" srcId="{B237EA0D-EF87-4D44-98CB-7CD9F123A5E9}" destId="{243E840B-3A1F-4C77-BE67-866A1B33F966}" srcOrd="2" destOrd="0" parTransId="{E92DB5D7-4074-4EF5-B2BA-3BCD10CEFA46}" sibTransId="{F3ADC57D-3206-41F9-BC8B-A13F72733D23}"/>
    <dgm:cxn modelId="{EF7176F1-82D3-4702-BA10-A658A44FA003}" type="presOf" srcId="{0D81B725-AE21-4928-88DD-A113D615B83D}" destId="{81DD2124-5FD3-44DE-86FD-14D92825E8C6}" srcOrd="0" destOrd="0" presId="urn:microsoft.com/office/officeart/2005/8/layout/chevron2"/>
    <dgm:cxn modelId="{58C974F9-67CA-46E7-9A4C-C320BA29D3F7}" type="presOf" srcId="{7881ADF0-CFFE-467A-A738-C81A7B89E3A8}" destId="{DF063631-2400-4380-BD0A-0B16A0E2B631}" srcOrd="0" destOrd="0" presId="urn:microsoft.com/office/officeart/2005/8/layout/chevron2"/>
    <dgm:cxn modelId="{91EDEC65-C5AD-4738-967F-0569201A2294}" type="presParOf" srcId="{BDB57C2A-B783-4647-B2C7-A2E0C2502923}" destId="{70D70B33-7FB8-4032-BD91-5A8BCF40420A}" srcOrd="0" destOrd="0" presId="urn:microsoft.com/office/officeart/2005/8/layout/chevron2"/>
    <dgm:cxn modelId="{1CC1126A-D9E6-4D66-B12C-A695AF1904EB}" type="presParOf" srcId="{70D70B33-7FB8-4032-BD91-5A8BCF40420A}" destId="{412BB79F-88FB-42CD-9247-BF14F4479C45}" srcOrd="0" destOrd="0" presId="urn:microsoft.com/office/officeart/2005/8/layout/chevron2"/>
    <dgm:cxn modelId="{9ADC7D30-4BD0-466A-AFD5-49187E264F29}" type="presParOf" srcId="{70D70B33-7FB8-4032-BD91-5A8BCF40420A}" destId="{CD25FCE0-6612-4107-96F4-126F7563BEA4}" srcOrd="1" destOrd="0" presId="urn:microsoft.com/office/officeart/2005/8/layout/chevron2"/>
    <dgm:cxn modelId="{C3EC7F1A-08A4-4D41-80AC-DF0CE557DFEE}" type="presParOf" srcId="{BDB57C2A-B783-4647-B2C7-A2E0C2502923}" destId="{3DE65E6A-1246-440B-A9A2-39641F76E305}" srcOrd="1" destOrd="0" presId="urn:microsoft.com/office/officeart/2005/8/layout/chevron2"/>
    <dgm:cxn modelId="{F9F6CEF7-5A49-46A1-984B-F8C5E50D7F11}" type="presParOf" srcId="{BDB57C2A-B783-4647-B2C7-A2E0C2502923}" destId="{DD1385D3-295B-4316-B0E2-E4A873A4B2AA}" srcOrd="2" destOrd="0" presId="urn:microsoft.com/office/officeart/2005/8/layout/chevron2"/>
    <dgm:cxn modelId="{538B4B56-F5D7-4FB8-86A6-C737F1FA48A3}" type="presParOf" srcId="{DD1385D3-295B-4316-B0E2-E4A873A4B2AA}" destId="{81DD2124-5FD3-44DE-86FD-14D92825E8C6}" srcOrd="0" destOrd="0" presId="urn:microsoft.com/office/officeart/2005/8/layout/chevron2"/>
    <dgm:cxn modelId="{96E46900-69EC-47D9-A0D0-958C7EB34AB7}" type="presParOf" srcId="{DD1385D3-295B-4316-B0E2-E4A873A4B2AA}" destId="{52112723-FA74-47D5-9DC5-0B31FE79F526}" srcOrd="1" destOrd="0" presId="urn:microsoft.com/office/officeart/2005/8/layout/chevron2"/>
    <dgm:cxn modelId="{C2D760B9-9C9C-4A42-8834-191C63962ACF}" type="presParOf" srcId="{BDB57C2A-B783-4647-B2C7-A2E0C2502923}" destId="{05C8C6B4-08A9-45D1-A7E7-5B40EF061CF5}" srcOrd="3" destOrd="0" presId="urn:microsoft.com/office/officeart/2005/8/layout/chevron2"/>
    <dgm:cxn modelId="{C77A6CCC-3D62-4E3A-BEA1-4D7D7187E838}" type="presParOf" srcId="{BDB57C2A-B783-4647-B2C7-A2E0C2502923}" destId="{2ADCBC33-A3F1-4D5D-816C-9B3598BB9871}" srcOrd="4" destOrd="0" presId="urn:microsoft.com/office/officeart/2005/8/layout/chevron2"/>
    <dgm:cxn modelId="{3AA82B31-78EB-456B-9629-E78D530F2AFA}" type="presParOf" srcId="{2ADCBC33-A3F1-4D5D-816C-9B3598BB9871}" destId="{C3DAB8C2-8932-4689-AA63-34E17D177B54}" srcOrd="0" destOrd="0" presId="urn:microsoft.com/office/officeart/2005/8/layout/chevron2"/>
    <dgm:cxn modelId="{3DBB7AE0-6D28-4EAC-9800-D50377D1223D}" type="presParOf" srcId="{2ADCBC33-A3F1-4D5D-816C-9B3598BB9871}" destId="{AAD239F8-9CEC-4E2F-ACC8-96E1C96C2471}" srcOrd="1" destOrd="0" presId="urn:microsoft.com/office/officeart/2005/8/layout/chevron2"/>
    <dgm:cxn modelId="{C93F7A18-3B5F-4587-BFB0-4684122090E1}" type="presParOf" srcId="{BDB57C2A-B783-4647-B2C7-A2E0C2502923}" destId="{0145D812-5756-40D2-8EB2-730D496916D9}" srcOrd="5" destOrd="0" presId="urn:microsoft.com/office/officeart/2005/8/layout/chevron2"/>
    <dgm:cxn modelId="{A0F87B7C-C4AB-427E-B3C9-D3D8E089D878}" type="presParOf" srcId="{BDB57C2A-B783-4647-B2C7-A2E0C2502923}" destId="{D0524404-FD2B-4E7D-A875-4147EA8039AC}" srcOrd="6" destOrd="0" presId="urn:microsoft.com/office/officeart/2005/8/layout/chevron2"/>
    <dgm:cxn modelId="{2AC52911-94CE-406D-87DC-E59E7D1C0B35}" type="presParOf" srcId="{D0524404-FD2B-4E7D-A875-4147EA8039AC}" destId="{1B095F01-AA05-41B6-BFF5-C8D3EE9B1E07}" srcOrd="0" destOrd="0" presId="urn:microsoft.com/office/officeart/2005/8/layout/chevron2"/>
    <dgm:cxn modelId="{0407653B-7CB3-452A-AF4C-AD480FE85772}" type="presParOf" srcId="{D0524404-FD2B-4E7D-A875-4147EA8039AC}" destId="{103F4FC3-C904-4F18-B38E-F9644F89EE7A}" srcOrd="1" destOrd="0" presId="urn:microsoft.com/office/officeart/2005/8/layout/chevron2"/>
    <dgm:cxn modelId="{EB96AF74-B252-4998-A95D-C6F0C4C64A6A}" type="presParOf" srcId="{BDB57C2A-B783-4647-B2C7-A2E0C2502923}" destId="{6E6BD9B1-AA00-4400-AD84-AC8265A864B2}" srcOrd="7" destOrd="0" presId="urn:microsoft.com/office/officeart/2005/8/layout/chevron2"/>
    <dgm:cxn modelId="{4DCCCA24-623E-4485-BC6F-D77236BC9548}" type="presParOf" srcId="{BDB57C2A-B783-4647-B2C7-A2E0C2502923}" destId="{F60F9E78-61BA-40E2-915E-86CF3DCAD3A0}" srcOrd="8" destOrd="0" presId="urn:microsoft.com/office/officeart/2005/8/layout/chevron2"/>
    <dgm:cxn modelId="{BCD95A05-BFD7-42F1-BCEB-4028EA351EF4}" type="presParOf" srcId="{F60F9E78-61BA-40E2-915E-86CF3DCAD3A0}" destId="{FCA6D434-8147-4BEC-8AE9-8AC875A2137A}" srcOrd="0" destOrd="0" presId="urn:microsoft.com/office/officeart/2005/8/layout/chevron2"/>
    <dgm:cxn modelId="{ED02B696-714C-4BA6-BBD6-1AE169B96F8D}" type="presParOf" srcId="{F60F9E78-61BA-40E2-915E-86CF3DCAD3A0}" destId="{DF063631-2400-4380-BD0A-0B16A0E2B631}"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A67FCB4-3329-43B7-8B8A-86D4D6B3CE78}" type="doc">
      <dgm:prSet loTypeId="urn:microsoft.com/office/officeart/2009/3/layout/SubStepProcess" loCatId="process" qsTypeId="urn:microsoft.com/office/officeart/2005/8/quickstyle/3d1" qsCatId="3D" csTypeId="urn:microsoft.com/office/officeart/2005/8/colors/colorful2" csCatId="colorful" phldr="1"/>
      <dgm:spPr/>
      <dgm:t>
        <a:bodyPr/>
        <a:lstStyle/>
        <a:p>
          <a:endParaRPr lang="zh-TW" altLang="en-US"/>
        </a:p>
      </dgm:t>
    </dgm:pt>
    <dgm:pt modelId="{8D8099EC-AA37-4EC7-998F-B4258934CAD6}">
      <dgm:prSet/>
      <dgm:spPr/>
      <dgm:t>
        <a:bodyPr/>
        <a:lstStyle/>
        <a:p>
          <a:pPr rtl="0"/>
          <a:r>
            <a:rPr lang="zh-TW" b="1" dirty="0"/>
            <a:t>先到</a:t>
          </a:r>
          <a:br>
            <a:rPr lang="en-US" altLang="zh-TW" b="1" dirty="0"/>
          </a:br>
          <a:r>
            <a:rPr lang="zh-TW" b="1" dirty="0"/>
            <a:t>先處理</a:t>
          </a:r>
          <a:endParaRPr lang="zh-TW" dirty="0"/>
        </a:p>
      </dgm:t>
      <dgm:extLst>
        <a:ext uri="{E40237B7-FDA0-4F09-8148-C483321AD2D9}">
          <dgm14:cNvPr xmlns:dgm14="http://schemas.microsoft.com/office/drawing/2010/diagram" id="0" name="">
            <a:hlinkClick xmlns:r="http://schemas.openxmlformats.org/officeDocument/2006/relationships" r:id="rId1" action="ppaction://hlinksldjump"/>
          </dgm14:cNvPr>
        </a:ext>
      </dgm:extLst>
    </dgm:pt>
    <dgm:pt modelId="{2FB86FB5-770C-40A5-8BDB-EA74B70150AB}" type="parTrans" cxnId="{57CD283B-3EE5-4FC0-B7B4-C3B52568BE50}">
      <dgm:prSet/>
      <dgm:spPr/>
      <dgm:t>
        <a:bodyPr/>
        <a:lstStyle/>
        <a:p>
          <a:endParaRPr lang="zh-TW" altLang="en-US"/>
        </a:p>
      </dgm:t>
    </dgm:pt>
    <dgm:pt modelId="{39CED53F-CA01-4B43-9FAB-B03BCAAD2542}" type="sibTrans" cxnId="{57CD283B-3EE5-4FC0-B7B4-C3B52568BE50}">
      <dgm:prSet/>
      <dgm:spPr/>
      <dgm:t>
        <a:bodyPr/>
        <a:lstStyle/>
        <a:p>
          <a:endParaRPr lang="zh-TW" altLang="en-US"/>
        </a:p>
      </dgm:t>
    </dgm:pt>
    <dgm:pt modelId="{84D6DAE2-12B8-4C28-9946-33789B4D274D}">
      <dgm:prSet/>
      <dgm:spPr/>
      <dgm:t>
        <a:bodyPr/>
        <a:lstStyle/>
        <a:p>
          <a:pPr rtl="0"/>
          <a:r>
            <a:rPr lang="zh-TW" b="1"/>
            <a:t>最短工作先處理</a:t>
          </a:r>
          <a:endParaRPr lang="zh-TW"/>
        </a:p>
      </dgm:t>
      <dgm:extLst>
        <a:ext uri="{E40237B7-FDA0-4F09-8148-C483321AD2D9}">
          <dgm14:cNvPr xmlns:dgm14="http://schemas.microsoft.com/office/drawing/2010/diagram" id="0" name="">
            <a:hlinkClick xmlns:r="http://schemas.openxmlformats.org/officeDocument/2006/relationships" r:id="rId2" action="ppaction://hlinksldjump"/>
          </dgm14:cNvPr>
        </a:ext>
      </dgm:extLst>
    </dgm:pt>
    <dgm:pt modelId="{CB63EDEC-E00B-4544-AC87-93ED0A763A1A}" type="parTrans" cxnId="{92DA3C60-0BB4-42D7-B3A6-3A219BCC95AD}">
      <dgm:prSet/>
      <dgm:spPr/>
      <dgm:t>
        <a:bodyPr/>
        <a:lstStyle/>
        <a:p>
          <a:endParaRPr lang="zh-TW" altLang="en-US"/>
        </a:p>
      </dgm:t>
    </dgm:pt>
    <dgm:pt modelId="{E6CDC016-480D-47E8-AB38-CB08E689E260}" type="sibTrans" cxnId="{92DA3C60-0BB4-42D7-B3A6-3A219BCC95AD}">
      <dgm:prSet/>
      <dgm:spPr/>
      <dgm:t>
        <a:bodyPr/>
        <a:lstStyle/>
        <a:p>
          <a:endParaRPr lang="zh-TW" altLang="en-US"/>
        </a:p>
      </dgm:t>
    </dgm:pt>
    <dgm:pt modelId="{FB134368-E624-406C-8E38-7E79E37AE2DE}">
      <dgm:prSet/>
      <dgm:spPr/>
      <dgm:t>
        <a:bodyPr/>
        <a:lstStyle/>
        <a:p>
          <a:pPr rtl="0"/>
          <a:r>
            <a:rPr lang="zh-TW" b="1" dirty="0"/>
            <a:t>優先權</a:t>
          </a:r>
          <a:br>
            <a:rPr lang="en-US" altLang="zh-TW" b="1" dirty="0"/>
          </a:br>
          <a:r>
            <a:rPr lang="zh-TW" b="1" dirty="0"/>
            <a:t>排班</a:t>
          </a:r>
          <a:endParaRPr lang="zh-TW" dirty="0"/>
        </a:p>
      </dgm:t>
      <dgm:extLst>
        <a:ext uri="{E40237B7-FDA0-4F09-8148-C483321AD2D9}">
          <dgm14:cNvPr xmlns:dgm14="http://schemas.microsoft.com/office/drawing/2010/diagram" id="0" name="">
            <a:hlinkClick xmlns:r="http://schemas.openxmlformats.org/officeDocument/2006/relationships" r:id="rId3" action="ppaction://hlinksldjump"/>
          </dgm14:cNvPr>
        </a:ext>
      </dgm:extLst>
    </dgm:pt>
    <dgm:pt modelId="{7033019A-90A4-4BEF-A0BC-D100E74C53F4}" type="parTrans" cxnId="{BED00397-6ACD-437D-9CA0-896C44E1C68D}">
      <dgm:prSet/>
      <dgm:spPr/>
      <dgm:t>
        <a:bodyPr/>
        <a:lstStyle/>
        <a:p>
          <a:endParaRPr lang="zh-TW" altLang="en-US"/>
        </a:p>
      </dgm:t>
    </dgm:pt>
    <dgm:pt modelId="{CFBFFB8B-9A34-4546-8D57-7DB2EAD4AA39}" type="sibTrans" cxnId="{BED00397-6ACD-437D-9CA0-896C44E1C68D}">
      <dgm:prSet/>
      <dgm:spPr/>
      <dgm:t>
        <a:bodyPr/>
        <a:lstStyle/>
        <a:p>
          <a:endParaRPr lang="zh-TW" altLang="en-US"/>
        </a:p>
      </dgm:t>
    </dgm:pt>
    <dgm:pt modelId="{7C7BEF4A-752B-4649-BCD1-DBD114592110}">
      <dgm:prSet/>
      <dgm:spPr/>
      <dgm:t>
        <a:bodyPr/>
        <a:lstStyle/>
        <a:p>
          <a:pPr rtl="0"/>
          <a:r>
            <a:rPr lang="zh-TW" b="1"/>
            <a:t>依序循環排班</a:t>
          </a:r>
          <a:endParaRPr lang="zh-TW"/>
        </a:p>
      </dgm:t>
      <dgm:extLst>
        <a:ext uri="{E40237B7-FDA0-4F09-8148-C483321AD2D9}">
          <dgm14:cNvPr xmlns:dgm14="http://schemas.microsoft.com/office/drawing/2010/diagram" id="0" name="">
            <a:hlinkClick xmlns:r="http://schemas.openxmlformats.org/officeDocument/2006/relationships" r:id="rId4" action="ppaction://hlinksldjump"/>
          </dgm14:cNvPr>
        </a:ext>
      </dgm:extLst>
    </dgm:pt>
    <dgm:pt modelId="{C0796DD9-D9D2-408D-9AE5-38C5A3F01E31}" type="parTrans" cxnId="{DAC0B04E-222D-43F3-B51B-9EEB07370A4E}">
      <dgm:prSet/>
      <dgm:spPr/>
      <dgm:t>
        <a:bodyPr/>
        <a:lstStyle/>
        <a:p>
          <a:endParaRPr lang="zh-TW" altLang="en-US"/>
        </a:p>
      </dgm:t>
    </dgm:pt>
    <dgm:pt modelId="{0D8DD133-059C-4E50-AC27-2048EF1147BE}" type="sibTrans" cxnId="{DAC0B04E-222D-43F3-B51B-9EEB07370A4E}">
      <dgm:prSet/>
      <dgm:spPr/>
      <dgm:t>
        <a:bodyPr/>
        <a:lstStyle/>
        <a:p>
          <a:endParaRPr lang="zh-TW" altLang="en-US"/>
        </a:p>
      </dgm:t>
    </dgm:pt>
    <dgm:pt modelId="{2756D013-9001-409E-9CB1-524A63C7E3D1}" type="pres">
      <dgm:prSet presAssocID="{EA67FCB4-3329-43B7-8B8A-86D4D6B3CE78}" presName="Name0" presStyleCnt="0">
        <dgm:presLayoutVars>
          <dgm:chMax val="7"/>
          <dgm:dir/>
          <dgm:animOne val="branch"/>
        </dgm:presLayoutVars>
      </dgm:prSet>
      <dgm:spPr/>
    </dgm:pt>
    <dgm:pt modelId="{453312A1-59B3-4A59-A2E8-EB35758123C4}" type="pres">
      <dgm:prSet presAssocID="{8D8099EC-AA37-4EC7-998F-B4258934CAD6}" presName="parTx1" presStyleLbl="node1" presStyleIdx="0" presStyleCnt="4"/>
      <dgm:spPr/>
    </dgm:pt>
    <dgm:pt modelId="{F3140E5F-6FB8-4816-9404-F5784320B599}" type="pres">
      <dgm:prSet presAssocID="{84D6DAE2-12B8-4C28-9946-33789B4D274D}" presName="parTx2" presStyleLbl="node1" presStyleIdx="1" presStyleCnt="4"/>
      <dgm:spPr/>
    </dgm:pt>
    <dgm:pt modelId="{26B7C004-0B88-4D22-9B1F-C6C10F5B3497}" type="pres">
      <dgm:prSet presAssocID="{FB134368-E624-406C-8E38-7E79E37AE2DE}" presName="parTx3" presStyleLbl="node1" presStyleIdx="2" presStyleCnt="4"/>
      <dgm:spPr/>
    </dgm:pt>
    <dgm:pt modelId="{7A8653B0-89E5-4BC1-8601-5650509C4775}" type="pres">
      <dgm:prSet presAssocID="{7C7BEF4A-752B-4649-BCD1-DBD114592110}" presName="parTx4" presStyleLbl="node1" presStyleIdx="3" presStyleCnt="4"/>
      <dgm:spPr/>
    </dgm:pt>
  </dgm:ptLst>
  <dgm:cxnLst>
    <dgm:cxn modelId="{8504F213-1C91-4444-A04C-33255BB38811}" type="presOf" srcId="{8D8099EC-AA37-4EC7-998F-B4258934CAD6}" destId="{453312A1-59B3-4A59-A2E8-EB35758123C4}" srcOrd="0" destOrd="0" presId="urn:microsoft.com/office/officeart/2009/3/layout/SubStepProcess"/>
    <dgm:cxn modelId="{57CD283B-3EE5-4FC0-B7B4-C3B52568BE50}" srcId="{EA67FCB4-3329-43B7-8B8A-86D4D6B3CE78}" destId="{8D8099EC-AA37-4EC7-998F-B4258934CAD6}" srcOrd="0" destOrd="0" parTransId="{2FB86FB5-770C-40A5-8BDB-EA74B70150AB}" sibTransId="{39CED53F-CA01-4B43-9FAB-B03BCAAD2542}"/>
    <dgm:cxn modelId="{92DA3C60-0BB4-42D7-B3A6-3A219BCC95AD}" srcId="{EA67FCB4-3329-43B7-8B8A-86D4D6B3CE78}" destId="{84D6DAE2-12B8-4C28-9946-33789B4D274D}" srcOrd="1" destOrd="0" parTransId="{CB63EDEC-E00B-4544-AC87-93ED0A763A1A}" sibTransId="{E6CDC016-480D-47E8-AB38-CB08E689E260}"/>
    <dgm:cxn modelId="{DAC0B04E-222D-43F3-B51B-9EEB07370A4E}" srcId="{EA67FCB4-3329-43B7-8B8A-86D4D6B3CE78}" destId="{7C7BEF4A-752B-4649-BCD1-DBD114592110}" srcOrd="3" destOrd="0" parTransId="{C0796DD9-D9D2-408D-9AE5-38C5A3F01E31}" sibTransId="{0D8DD133-059C-4E50-AC27-2048EF1147BE}"/>
    <dgm:cxn modelId="{824FA354-3F25-4348-91E5-934A7F4D38E3}" type="presOf" srcId="{84D6DAE2-12B8-4C28-9946-33789B4D274D}" destId="{F3140E5F-6FB8-4816-9404-F5784320B599}" srcOrd="0" destOrd="0" presId="urn:microsoft.com/office/officeart/2009/3/layout/SubStepProcess"/>
    <dgm:cxn modelId="{F6C4C579-C740-4857-AAFC-CAF45564C611}" type="presOf" srcId="{FB134368-E624-406C-8E38-7E79E37AE2DE}" destId="{26B7C004-0B88-4D22-9B1F-C6C10F5B3497}" srcOrd="0" destOrd="0" presId="urn:microsoft.com/office/officeart/2009/3/layout/SubStepProcess"/>
    <dgm:cxn modelId="{BED00397-6ACD-437D-9CA0-896C44E1C68D}" srcId="{EA67FCB4-3329-43B7-8B8A-86D4D6B3CE78}" destId="{FB134368-E624-406C-8E38-7E79E37AE2DE}" srcOrd="2" destOrd="0" parTransId="{7033019A-90A4-4BEF-A0BC-D100E74C53F4}" sibTransId="{CFBFFB8B-9A34-4546-8D57-7DB2EAD4AA39}"/>
    <dgm:cxn modelId="{2D9E15AE-2F2D-4D13-B4AC-810538F06678}" type="presOf" srcId="{EA67FCB4-3329-43B7-8B8A-86D4D6B3CE78}" destId="{2756D013-9001-409E-9CB1-524A63C7E3D1}" srcOrd="0" destOrd="0" presId="urn:microsoft.com/office/officeart/2009/3/layout/SubStepProcess"/>
    <dgm:cxn modelId="{012ACCE6-6FDD-4CF1-9680-EEF1729EA0E1}" type="presOf" srcId="{7C7BEF4A-752B-4649-BCD1-DBD114592110}" destId="{7A8653B0-89E5-4BC1-8601-5650509C4775}" srcOrd="0" destOrd="0" presId="urn:microsoft.com/office/officeart/2009/3/layout/SubStepProcess"/>
    <dgm:cxn modelId="{1C5729F4-FA31-41EE-BB73-3001E1A2F743}" type="presParOf" srcId="{2756D013-9001-409E-9CB1-524A63C7E3D1}" destId="{453312A1-59B3-4A59-A2E8-EB35758123C4}" srcOrd="0" destOrd="0" presId="urn:microsoft.com/office/officeart/2009/3/layout/SubStepProcess"/>
    <dgm:cxn modelId="{4F919C1E-BBCB-4F85-9893-2C7EF169DC8A}" type="presParOf" srcId="{2756D013-9001-409E-9CB1-524A63C7E3D1}" destId="{F3140E5F-6FB8-4816-9404-F5784320B599}" srcOrd="1" destOrd="0" presId="urn:microsoft.com/office/officeart/2009/3/layout/SubStepProcess"/>
    <dgm:cxn modelId="{E80D0427-FC5E-4BB8-8290-E4B57F5C2206}" type="presParOf" srcId="{2756D013-9001-409E-9CB1-524A63C7E3D1}" destId="{26B7C004-0B88-4D22-9B1F-C6C10F5B3497}" srcOrd="2" destOrd="0" presId="urn:microsoft.com/office/officeart/2009/3/layout/SubStepProcess"/>
    <dgm:cxn modelId="{D77C3053-19A7-48FC-8FB9-1A76358E4E2C}" type="presParOf" srcId="{2756D013-9001-409E-9CB1-524A63C7E3D1}" destId="{7A8653B0-89E5-4BC1-8601-5650509C4775}" srcOrd="3" destOrd="0" presId="urn:microsoft.com/office/officeart/2009/3/layout/SubSte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B5BB475-F394-4385-99D2-947F6343D534}" type="doc">
      <dgm:prSet loTypeId="urn:microsoft.com/office/officeart/2005/8/layout/hList3" loCatId="list" qsTypeId="urn:microsoft.com/office/officeart/2005/8/quickstyle/simple1" qsCatId="simple" csTypeId="urn:microsoft.com/office/officeart/2005/8/colors/accent3_1" csCatId="accent3" phldr="1"/>
      <dgm:spPr/>
      <dgm:t>
        <a:bodyPr/>
        <a:lstStyle/>
        <a:p>
          <a:endParaRPr lang="zh-TW" altLang="en-US"/>
        </a:p>
      </dgm:t>
    </dgm:pt>
    <dgm:pt modelId="{C5124D2F-D0D7-4802-AF7D-490A8E0C4FA9}">
      <dgm:prSet custT="1"/>
      <dgm:spPr/>
      <dgm:t>
        <a:bodyPr/>
        <a:lstStyle/>
        <a:p>
          <a:pPr rtl="0"/>
          <a:r>
            <a:rPr lang="en-US" sz="2800" b="1" dirty="0"/>
            <a:t>CPU</a:t>
          </a:r>
          <a:r>
            <a:rPr lang="zh-TW" sz="2800" b="1" dirty="0"/>
            <a:t>執行某工作時，若有新程序產生</a:t>
          </a:r>
          <a:r>
            <a:rPr lang="en-US" altLang="zh-TW" sz="2800" b="1" dirty="0"/>
            <a:t>…</a:t>
          </a:r>
          <a:endParaRPr lang="zh-TW" sz="2800" dirty="0"/>
        </a:p>
      </dgm:t>
    </dgm:pt>
    <dgm:pt modelId="{47B5311D-5A24-4F92-915E-976B9FD87B0F}" type="parTrans" cxnId="{FECB6580-DE9B-4DAC-BC26-7622C374EC70}">
      <dgm:prSet/>
      <dgm:spPr/>
      <dgm:t>
        <a:bodyPr/>
        <a:lstStyle/>
        <a:p>
          <a:endParaRPr lang="zh-TW" altLang="en-US"/>
        </a:p>
      </dgm:t>
    </dgm:pt>
    <dgm:pt modelId="{91748D8C-4C95-4F95-80DE-C98476AA984F}" type="sibTrans" cxnId="{FECB6580-DE9B-4DAC-BC26-7622C374EC70}">
      <dgm:prSet/>
      <dgm:spPr/>
      <dgm:t>
        <a:bodyPr/>
        <a:lstStyle/>
        <a:p>
          <a:endParaRPr lang="zh-TW" altLang="en-US"/>
        </a:p>
      </dgm:t>
    </dgm:pt>
    <dgm:pt modelId="{077DB032-F391-46AC-A611-2F78F546CD51}">
      <dgm:prSet/>
      <dgm:spPr/>
      <dgm:t>
        <a:bodyPr/>
        <a:lstStyle/>
        <a:p>
          <a:pPr rtl="0"/>
          <a:r>
            <a:rPr lang="zh-TW" altLang="en-US" sz="1900" b="1" u="sng" dirty="0">
              <a:solidFill>
                <a:schemeClr val="tx2"/>
              </a:solidFill>
            </a:rPr>
            <a:t>可搶先</a:t>
          </a:r>
          <a:endParaRPr lang="zh-TW" altLang="en-US" sz="1900" u="sng" dirty="0">
            <a:solidFill>
              <a:schemeClr val="tx2"/>
            </a:solidFill>
          </a:endParaRPr>
        </a:p>
      </dgm:t>
    </dgm:pt>
    <dgm:pt modelId="{8A4E47B6-D555-45B8-AEB0-C29DCCDF1467}" type="parTrans" cxnId="{55B53555-44D4-4671-8EA5-E565870414DD}">
      <dgm:prSet/>
      <dgm:spPr/>
      <dgm:t>
        <a:bodyPr/>
        <a:lstStyle/>
        <a:p>
          <a:endParaRPr lang="zh-TW" altLang="en-US"/>
        </a:p>
      </dgm:t>
    </dgm:pt>
    <dgm:pt modelId="{BEEB49ED-59D0-4412-BB83-6C5AD1A04537}" type="sibTrans" cxnId="{55B53555-44D4-4671-8EA5-E565870414DD}">
      <dgm:prSet/>
      <dgm:spPr/>
      <dgm:t>
        <a:bodyPr/>
        <a:lstStyle/>
        <a:p>
          <a:endParaRPr lang="zh-TW" altLang="en-US"/>
        </a:p>
      </dgm:t>
    </dgm:pt>
    <dgm:pt modelId="{4DF2166F-54CC-428A-94D5-BA6572239EB3}">
      <dgm:prSet custT="1"/>
      <dgm:spPr/>
      <dgm:t>
        <a:bodyPr/>
        <a:lstStyle/>
        <a:p>
          <a:pPr rtl="0"/>
          <a:r>
            <a:rPr lang="zh-TW" altLang="en-US" sz="1900" b="1" u="sng" dirty="0">
              <a:solidFill>
                <a:schemeClr val="tx2"/>
              </a:solidFill>
            </a:rPr>
            <a:t>不可搶先</a:t>
          </a:r>
          <a:endParaRPr lang="zh-TW" altLang="en-US" sz="1900" u="sng" dirty="0">
            <a:solidFill>
              <a:schemeClr val="tx2"/>
            </a:solidFill>
          </a:endParaRPr>
        </a:p>
      </dgm:t>
    </dgm:pt>
    <dgm:pt modelId="{5D03FA6E-54D8-4496-AFA3-4A00F5D67F5F}" type="parTrans" cxnId="{05515567-C812-4033-A3E1-DE9BFF437B7A}">
      <dgm:prSet/>
      <dgm:spPr/>
      <dgm:t>
        <a:bodyPr/>
        <a:lstStyle/>
        <a:p>
          <a:endParaRPr lang="zh-TW" altLang="en-US"/>
        </a:p>
      </dgm:t>
    </dgm:pt>
    <dgm:pt modelId="{C6A717B3-29B8-47A2-881A-77BDD0873070}" type="sibTrans" cxnId="{05515567-C812-4033-A3E1-DE9BFF437B7A}">
      <dgm:prSet/>
      <dgm:spPr/>
      <dgm:t>
        <a:bodyPr/>
        <a:lstStyle/>
        <a:p>
          <a:endParaRPr lang="zh-TW" altLang="en-US"/>
        </a:p>
      </dgm:t>
    </dgm:pt>
    <dgm:pt modelId="{93CEEB4E-67E9-4904-8E4A-6FCCA8B0D715}">
      <dgm:prSet custT="1"/>
      <dgm:spPr/>
      <dgm:t>
        <a:bodyPr/>
        <a:lstStyle/>
        <a:p>
          <a:pPr rtl="0"/>
          <a:r>
            <a:rPr lang="zh-TW" sz="1800" b="1" dirty="0"/>
            <a:t>比較新程序的所需時間</a:t>
          </a:r>
          <a:r>
            <a:rPr lang="zh-TW" altLang="en-US" sz="1800" b="1" dirty="0"/>
            <a:t>，</a:t>
          </a:r>
          <a:r>
            <a:rPr lang="zh-TW" sz="1800" b="1" dirty="0"/>
            <a:t>若較目前執行程序的剩餘時間短，新程序可搶走</a:t>
          </a:r>
          <a:r>
            <a:rPr lang="en-US" sz="1800" b="1" dirty="0"/>
            <a:t>CPU</a:t>
          </a:r>
          <a:r>
            <a:rPr lang="zh-TW" sz="1800" b="1" dirty="0"/>
            <a:t>。</a:t>
          </a:r>
          <a:endParaRPr lang="zh-TW" sz="1800" dirty="0"/>
        </a:p>
      </dgm:t>
    </dgm:pt>
    <dgm:pt modelId="{486A273C-831C-486F-9C7A-E0C4A13333D5}" type="parTrans" cxnId="{0DB27700-A6FA-4587-BD29-C73A17EC60CC}">
      <dgm:prSet/>
      <dgm:spPr/>
      <dgm:t>
        <a:bodyPr/>
        <a:lstStyle/>
        <a:p>
          <a:endParaRPr lang="zh-TW" altLang="en-US"/>
        </a:p>
      </dgm:t>
    </dgm:pt>
    <dgm:pt modelId="{2FF302EE-C3BB-4B71-8B64-D897AAEA18D4}" type="sibTrans" cxnId="{0DB27700-A6FA-4587-BD29-C73A17EC60CC}">
      <dgm:prSet/>
      <dgm:spPr/>
      <dgm:t>
        <a:bodyPr/>
        <a:lstStyle/>
        <a:p>
          <a:endParaRPr lang="zh-TW" altLang="en-US"/>
        </a:p>
      </dgm:t>
    </dgm:pt>
    <dgm:pt modelId="{BE5D8A89-BC80-463C-9C29-3EB078F86E6D}">
      <dgm:prSet/>
      <dgm:spPr/>
      <dgm:t>
        <a:bodyPr/>
        <a:lstStyle/>
        <a:p>
          <a:pPr rtl="0"/>
          <a:r>
            <a:rPr lang="zh-TW" altLang="en-US" sz="1800" b="1" dirty="0"/>
            <a:t>新程序須等目前正在執行的程序完成。</a:t>
          </a:r>
          <a:endParaRPr lang="zh-TW" altLang="en-US" sz="1800" dirty="0"/>
        </a:p>
      </dgm:t>
    </dgm:pt>
    <dgm:pt modelId="{9FCAAF61-FD9E-4EAD-B981-ED449F1C760B}" type="parTrans" cxnId="{884A0692-FBD8-4A1C-A2C3-B29CAF23CECD}">
      <dgm:prSet/>
      <dgm:spPr/>
      <dgm:t>
        <a:bodyPr/>
        <a:lstStyle/>
        <a:p>
          <a:endParaRPr lang="zh-TW" altLang="en-US"/>
        </a:p>
      </dgm:t>
    </dgm:pt>
    <dgm:pt modelId="{2AFF711A-C9B6-4718-89A1-B31F5EDD205A}" type="sibTrans" cxnId="{884A0692-FBD8-4A1C-A2C3-B29CAF23CECD}">
      <dgm:prSet/>
      <dgm:spPr/>
      <dgm:t>
        <a:bodyPr/>
        <a:lstStyle/>
        <a:p>
          <a:endParaRPr lang="zh-TW" altLang="en-US"/>
        </a:p>
      </dgm:t>
    </dgm:pt>
    <dgm:pt modelId="{8B605750-2FCE-46DC-9C75-6D116EEA0B1F}" type="pres">
      <dgm:prSet presAssocID="{7B5BB475-F394-4385-99D2-947F6343D534}" presName="composite" presStyleCnt="0">
        <dgm:presLayoutVars>
          <dgm:chMax val="1"/>
          <dgm:dir/>
          <dgm:resizeHandles val="exact"/>
        </dgm:presLayoutVars>
      </dgm:prSet>
      <dgm:spPr/>
    </dgm:pt>
    <dgm:pt modelId="{907B5D9E-E3F9-4280-83DB-51A516CAB4F9}" type="pres">
      <dgm:prSet presAssocID="{C5124D2F-D0D7-4802-AF7D-490A8E0C4FA9}" presName="roof" presStyleLbl="dkBgShp" presStyleIdx="0" presStyleCnt="2" custScaleY="61049"/>
      <dgm:spPr/>
    </dgm:pt>
    <dgm:pt modelId="{73D3E20A-26B4-4EF5-A61E-3E537B5DBA33}" type="pres">
      <dgm:prSet presAssocID="{C5124D2F-D0D7-4802-AF7D-490A8E0C4FA9}" presName="pillars" presStyleCnt="0"/>
      <dgm:spPr/>
    </dgm:pt>
    <dgm:pt modelId="{D1DE4654-0B68-4776-94E4-69CDF32FBBED}" type="pres">
      <dgm:prSet presAssocID="{C5124D2F-D0D7-4802-AF7D-490A8E0C4FA9}" presName="pillar1" presStyleLbl="node1" presStyleIdx="0" presStyleCnt="2">
        <dgm:presLayoutVars>
          <dgm:bulletEnabled val="1"/>
        </dgm:presLayoutVars>
      </dgm:prSet>
      <dgm:spPr/>
    </dgm:pt>
    <dgm:pt modelId="{2D2615D9-824F-44C0-B43A-ED58C34D239F}" type="pres">
      <dgm:prSet presAssocID="{4DF2166F-54CC-428A-94D5-BA6572239EB3}" presName="pillarX" presStyleLbl="node1" presStyleIdx="1" presStyleCnt="2">
        <dgm:presLayoutVars>
          <dgm:bulletEnabled val="1"/>
        </dgm:presLayoutVars>
      </dgm:prSet>
      <dgm:spPr/>
    </dgm:pt>
    <dgm:pt modelId="{27D1EC61-9174-40DF-BFB6-1A3802B7EEC1}" type="pres">
      <dgm:prSet presAssocID="{C5124D2F-D0D7-4802-AF7D-490A8E0C4FA9}" presName="base" presStyleLbl="dkBgShp" presStyleIdx="1" presStyleCnt="2"/>
      <dgm:spPr/>
    </dgm:pt>
  </dgm:ptLst>
  <dgm:cxnLst>
    <dgm:cxn modelId="{0DB27700-A6FA-4587-BD29-C73A17EC60CC}" srcId="{077DB032-F391-46AC-A611-2F78F546CD51}" destId="{93CEEB4E-67E9-4904-8E4A-6FCCA8B0D715}" srcOrd="0" destOrd="0" parTransId="{486A273C-831C-486F-9C7A-E0C4A13333D5}" sibTransId="{2FF302EE-C3BB-4B71-8B64-D897AAEA18D4}"/>
    <dgm:cxn modelId="{998C191A-E1B2-4A97-B471-E53B74E1CA3E}" type="presOf" srcId="{7B5BB475-F394-4385-99D2-947F6343D534}" destId="{8B605750-2FCE-46DC-9C75-6D116EEA0B1F}" srcOrd="0" destOrd="0" presId="urn:microsoft.com/office/officeart/2005/8/layout/hList3"/>
    <dgm:cxn modelId="{436DB128-1E8A-478F-B6E8-06F7BBE18066}" type="presOf" srcId="{BE5D8A89-BC80-463C-9C29-3EB078F86E6D}" destId="{2D2615D9-824F-44C0-B43A-ED58C34D239F}" srcOrd="0" destOrd="1" presId="urn:microsoft.com/office/officeart/2005/8/layout/hList3"/>
    <dgm:cxn modelId="{05515567-C812-4033-A3E1-DE9BFF437B7A}" srcId="{C5124D2F-D0D7-4802-AF7D-490A8E0C4FA9}" destId="{4DF2166F-54CC-428A-94D5-BA6572239EB3}" srcOrd="1" destOrd="0" parTransId="{5D03FA6E-54D8-4496-AFA3-4A00F5D67F5F}" sibTransId="{C6A717B3-29B8-47A2-881A-77BDD0873070}"/>
    <dgm:cxn modelId="{2B4A6F48-D24E-457E-8756-2ED5B335555B}" type="presOf" srcId="{077DB032-F391-46AC-A611-2F78F546CD51}" destId="{D1DE4654-0B68-4776-94E4-69CDF32FBBED}" srcOrd="0" destOrd="0" presId="urn:microsoft.com/office/officeart/2005/8/layout/hList3"/>
    <dgm:cxn modelId="{B0DE236C-B471-459E-BD36-473356DA3BDB}" type="presOf" srcId="{93CEEB4E-67E9-4904-8E4A-6FCCA8B0D715}" destId="{D1DE4654-0B68-4776-94E4-69CDF32FBBED}" srcOrd="0" destOrd="1" presId="urn:microsoft.com/office/officeart/2005/8/layout/hList3"/>
    <dgm:cxn modelId="{55B53555-44D4-4671-8EA5-E565870414DD}" srcId="{C5124D2F-D0D7-4802-AF7D-490A8E0C4FA9}" destId="{077DB032-F391-46AC-A611-2F78F546CD51}" srcOrd="0" destOrd="0" parTransId="{8A4E47B6-D555-45B8-AEB0-C29DCCDF1467}" sibTransId="{BEEB49ED-59D0-4412-BB83-6C5AD1A04537}"/>
    <dgm:cxn modelId="{FECB6580-DE9B-4DAC-BC26-7622C374EC70}" srcId="{7B5BB475-F394-4385-99D2-947F6343D534}" destId="{C5124D2F-D0D7-4802-AF7D-490A8E0C4FA9}" srcOrd="0" destOrd="0" parTransId="{47B5311D-5A24-4F92-915E-976B9FD87B0F}" sibTransId="{91748D8C-4C95-4F95-80DE-C98476AA984F}"/>
    <dgm:cxn modelId="{884A0692-FBD8-4A1C-A2C3-B29CAF23CECD}" srcId="{4DF2166F-54CC-428A-94D5-BA6572239EB3}" destId="{BE5D8A89-BC80-463C-9C29-3EB078F86E6D}" srcOrd="0" destOrd="0" parTransId="{9FCAAF61-FD9E-4EAD-B981-ED449F1C760B}" sibTransId="{2AFF711A-C9B6-4718-89A1-B31F5EDD205A}"/>
    <dgm:cxn modelId="{C3C2ADA4-83B2-4AE2-93DB-B237BE0A843C}" type="presOf" srcId="{4DF2166F-54CC-428A-94D5-BA6572239EB3}" destId="{2D2615D9-824F-44C0-B43A-ED58C34D239F}" srcOrd="0" destOrd="0" presId="urn:microsoft.com/office/officeart/2005/8/layout/hList3"/>
    <dgm:cxn modelId="{4340D1CB-B161-4912-B623-074637BE5044}" type="presOf" srcId="{C5124D2F-D0D7-4802-AF7D-490A8E0C4FA9}" destId="{907B5D9E-E3F9-4280-83DB-51A516CAB4F9}" srcOrd="0" destOrd="0" presId="urn:microsoft.com/office/officeart/2005/8/layout/hList3"/>
    <dgm:cxn modelId="{2401799F-DB92-417C-99FE-FAE46B5AB2CD}" type="presParOf" srcId="{8B605750-2FCE-46DC-9C75-6D116EEA0B1F}" destId="{907B5D9E-E3F9-4280-83DB-51A516CAB4F9}" srcOrd="0" destOrd="0" presId="urn:microsoft.com/office/officeart/2005/8/layout/hList3"/>
    <dgm:cxn modelId="{A647614C-CF1F-4245-9CD8-489EDE02250E}" type="presParOf" srcId="{8B605750-2FCE-46DC-9C75-6D116EEA0B1F}" destId="{73D3E20A-26B4-4EF5-A61E-3E537B5DBA33}" srcOrd="1" destOrd="0" presId="urn:microsoft.com/office/officeart/2005/8/layout/hList3"/>
    <dgm:cxn modelId="{8C59F0F7-82CA-4B3B-92A4-1B64C25CF4AE}" type="presParOf" srcId="{73D3E20A-26B4-4EF5-A61E-3E537B5DBA33}" destId="{D1DE4654-0B68-4776-94E4-69CDF32FBBED}" srcOrd="0" destOrd="0" presId="urn:microsoft.com/office/officeart/2005/8/layout/hList3"/>
    <dgm:cxn modelId="{E68F8A2B-383D-47E9-A330-C817CE2EC528}" type="presParOf" srcId="{73D3E20A-26B4-4EF5-A61E-3E537B5DBA33}" destId="{2D2615D9-824F-44C0-B43A-ED58C34D239F}" srcOrd="1" destOrd="0" presId="urn:microsoft.com/office/officeart/2005/8/layout/hList3"/>
    <dgm:cxn modelId="{6F3C5108-B40D-49BF-88F9-39D4FC25110F}" type="presParOf" srcId="{8B605750-2FCE-46DC-9C75-6D116EEA0B1F}" destId="{27D1EC61-9174-40DF-BFB6-1A3802B7EEC1}" srcOrd="2" destOrd="0" presId="urn:microsoft.com/office/officeart/2005/8/layout/hLis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5A99D098-2193-4BA7-8AC8-D5D2FD5D014F}" type="doc">
      <dgm:prSet loTypeId="urn:microsoft.com/office/officeart/2005/8/layout/process1" loCatId="process" qsTypeId="urn:microsoft.com/office/officeart/2005/8/quickstyle/simple1" qsCatId="simple" csTypeId="urn:microsoft.com/office/officeart/2005/8/colors/colorful3" csCatId="colorful" phldr="1"/>
      <dgm:spPr/>
      <dgm:t>
        <a:bodyPr/>
        <a:lstStyle/>
        <a:p>
          <a:endParaRPr lang="zh-TW" altLang="en-US"/>
        </a:p>
      </dgm:t>
    </dgm:pt>
    <dgm:pt modelId="{4D96E7C0-FA3C-473B-9D65-4A2681E5FC43}">
      <dgm:prSet/>
      <dgm:spPr/>
      <dgm:t>
        <a:bodyPr/>
        <a:lstStyle/>
        <a:p>
          <a:pPr rtl="0"/>
          <a:r>
            <a:rPr lang="zh-TW" b="1" dirty="0"/>
            <a:t>請求資源</a:t>
          </a:r>
          <a:endParaRPr lang="zh-TW" dirty="0"/>
        </a:p>
      </dgm:t>
    </dgm:pt>
    <dgm:pt modelId="{C62BE9CA-4F64-4F8D-8A12-F746B30365D5}" type="parTrans" cxnId="{6305832D-6931-4891-AF22-8B3CE833BCD4}">
      <dgm:prSet/>
      <dgm:spPr/>
      <dgm:t>
        <a:bodyPr/>
        <a:lstStyle/>
        <a:p>
          <a:endParaRPr lang="zh-TW" altLang="en-US"/>
        </a:p>
      </dgm:t>
    </dgm:pt>
    <dgm:pt modelId="{C2320BFC-4CE3-4EB0-86D8-EE88F46D98F3}" type="sibTrans" cxnId="{6305832D-6931-4891-AF22-8B3CE833BCD4}">
      <dgm:prSet/>
      <dgm:spPr/>
      <dgm:t>
        <a:bodyPr/>
        <a:lstStyle/>
        <a:p>
          <a:endParaRPr lang="zh-TW" altLang="en-US"/>
        </a:p>
      </dgm:t>
    </dgm:pt>
    <dgm:pt modelId="{29F4B2AF-5173-4BAA-8527-CD58A80DD9E5}">
      <dgm:prSet/>
      <dgm:spPr/>
      <dgm:t>
        <a:bodyPr/>
        <a:lstStyle/>
        <a:p>
          <a:pPr rtl="0"/>
          <a:r>
            <a:rPr lang="zh-TW" b="1" dirty="0"/>
            <a:t>使用資源</a:t>
          </a:r>
          <a:endParaRPr lang="zh-TW" dirty="0"/>
        </a:p>
      </dgm:t>
    </dgm:pt>
    <dgm:pt modelId="{CD1D0779-BAAD-4765-B18B-57273F3E4EA1}" type="parTrans" cxnId="{1C44B737-4C85-48CA-8866-45DE1051D60B}">
      <dgm:prSet/>
      <dgm:spPr/>
      <dgm:t>
        <a:bodyPr/>
        <a:lstStyle/>
        <a:p>
          <a:endParaRPr lang="zh-TW" altLang="en-US"/>
        </a:p>
      </dgm:t>
    </dgm:pt>
    <dgm:pt modelId="{9DB579D8-1E1D-4C98-8841-885D5A460115}" type="sibTrans" cxnId="{1C44B737-4C85-48CA-8866-45DE1051D60B}">
      <dgm:prSet/>
      <dgm:spPr/>
      <dgm:t>
        <a:bodyPr/>
        <a:lstStyle/>
        <a:p>
          <a:endParaRPr lang="zh-TW" altLang="en-US"/>
        </a:p>
      </dgm:t>
    </dgm:pt>
    <dgm:pt modelId="{5560494A-D8F9-4887-9079-77A84F274528}">
      <dgm:prSet/>
      <dgm:spPr/>
      <dgm:t>
        <a:bodyPr/>
        <a:lstStyle/>
        <a:p>
          <a:pPr rtl="0"/>
          <a:r>
            <a:rPr lang="zh-TW" b="1" dirty="0"/>
            <a:t>釋放資源</a:t>
          </a:r>
          <a:endParaRPr lang="zh-TW" dirty="0"/>
        </a:p>
      </dgm:t>
    </dgm:pt>
    <dgm:pt modelId="{9A6A6BCE-E810-4670-8CB1-3083C37BD0FE}" type="parTrans" cxnId="{A76D1E24-80EF-43A5-BF37-18846171DFDF}">
      <dgm:prSet/>
      <dgm:spPr/>
      <dgm:t>
        <a:bodyPr/>
        <a:lstStyle/>
        <a:p>
          <a:endParaRPr lang="zh-TW" altLang="en-US"/>
        </a:p>
      </dgm:t>
    </dgm:pt>
    <dgm:pt modelId="{5432CB8C-9E4F-4F57-821E-4E7D45F0936F}" type="sibTrans" cxnId="{A76D1E24-80EF-43A5-BF37-18846171DFDF}">
      <dgm:prSet/>
      <dgm:spPr/>
      <dgm:t>
        <a:bodyPr/>
        <a:lstStyle/>
        <a:p>
          <a:endParaRPr lang="zh-TW" altLang="en-US"/>
        </a:p>
      </dgm:t>
    </dgm:pt>
    <dgm:pt modelId="{DB7EEA54-8696-44D9-A1E6-8A7471F80231}" type="pres">
      <dgm:prSet presAssocID="{5A99D098-2193-4BA7-8AC8-D5D2FD5D014F}" presName="Name0" presStyleCnt="0">
        <dgm:presLayoutVars>
          <dgm:dir/>
          <dgm:resizeHandles val="exact"/>
        </dgm:presLayoutVars>
      </dgm:prSet>
      <dgm:spPr/>
    </dgm:pt>
    <dgm:pt modelId="{4C6863DC-57C8-40EF-9DB1-FDFBDAC48DE9}" type="pres">
      <dgm:prSet presAssocID="{4D96E7C0-FA3C-473B-9D65-4A2681E5FC43}" presName="node" presStyleLbl="node1" presStyleIdx="0" presStyleCnt="3" custLinFactNeighborX="5603" custLinFactNeighborY="3846">
        <dgm:presLayoutVars>
          <dgm:bulletEnabled val="1"/>
        </dgm:presLayoutVars>
      </dgm:prSet>
      <dgm:spPr/>
    </dgm:pt>
    <dgm:pt modelId="{BE5C1328-EB19-4133-B762-6B88FEF1FF08}" type="pres">
      <dgm:prSet presAssocID="{C2320BFC-4CE3-4EB0-86D8-EE88F46D98F3}" presName="sibTrans" presStyleLbl="sibTrans2D1" presStyleIdx="0" presStyleCnt="2"/>
      <dgm:spPr/>
    </dgm:pt>
    <dgm:pt modelId="{76CAB994-160D-4E13-A583-88030D70F695}" type="pres">
      <dgm:prSet presAssocID="{C2320BFC-4CE3-4EB0-86D8-EE88F46D98F3}" presName="connectorText" presStyleLbl="sibTrans2D1" presStyleIdx="0" presStyleCnt="2"/>
      <dgm:spPr/>
    </dgm:pt>
    <dgm:pt modelId="{6149885E-D09D-4238-9CE4-A4C8B3028543}" type="pres">
      <dgm:prSet presAssocID="{29F4B2AF-5173-4BAA-8527-CD58A80DD9E5}" presName="node" presStyleLbl="node1" presStyleIdx="1" presStyleCnt="3">
        <dgm:presLayoutVars>
          <dgm:bulletEnabled val="1"/>
        </dgm:presLayoutVars>
      </dgm:prSet>
      <dgm:spPr/>
    </dgm:pt>
    <dgm:pt modelId="{E86BBC4C-6D55-4C75-B719-2F711510B40B}" type="pres">
      <dgm:prSet presAssocID="{9DB579D8-1E1D-4C98-8841-885D5A460115}" presName="sibTrans" presStyleLbl="sibTrans2D1" presStyleIdx="1" presStyleCnt="2"/>
      <dgm:spPr/>
    </dgm:pt>
    <dgm:pt modelId="{FF5601A1-6FF6-4B10-B0B6-87D5991A3799}" type="pres">
      <dgm:prSet presAssocID="{9DB579D8-1E1D-4C98-8841-885D5A460115}" presName="connectorText" presStyleLbl="sibTrans2D1" presStyleIdx="1" presStyleCnt="2"/>
      <dgm:spPr/>
    </dgm:pt>
    <dgm:pt modelId="{52701680-414D-4D7D-BDB0-B041A0A27D6F}" type="pres">
      <dgm:prSet presAssocID="{5560494A-D8F9-4887-9079-77A84F274528}" presName="node" presStyleLbl="node1" presStyleIdx="2" presStyleCnt="3">
        <dgm:presLayoutVars>
          <dgm:bulletEnabled val="1"/>
        </dgm:presLayoutVars>
      </dgm:prSet>
      <dgm:spPr/>
    </dgm:pt>
  </dgm:ptLst>
  <dgm:cxnLst>
    <dgm:cxn modelId="{A76D1E24-80EF-43A5-BF37-18846171DFDF}" srcId="{5A99D098-2193-4BA7-8AC8-D5D2FD5D014F}" destId="{5560494A-D8F9-4887-9079-77A84F274528}" srcOrd="2" destOrd="0" parTransId="{9A6A6BCE-E810-4670-8CB1-3083C37BD0FE}" sibTransId="{5432CB8C-9E4F-4F57-821E-4E7D45F0936F}"/>
    <dgm:cxn modelId="{BCBFD52B-16FF-4076-894B-D4434CD78305}" type="presOf" srcId="{5A99D098-2193-4BA7-8AC8-D5D2FD5D014F}" destId="{DB7EEA54-8696-44D9-A1E6-8A7471F80231}" srcOrd="0" destOrd="0" presId="urn:microsoft.com/office/officeart/2005/8/layout/process1"/>
    <dgm:cxn modelId="{6305832D-6931-4891-AF22-8B3CE833BCD4}" srcId="{5A99D098-2193-4BA7-8AC8-D5D2FD5D014F}" destId="{4D96E7C0-FA3C-473B-9D65-4A2681E5FC43}" srcOrd="0" destOrd="0" parTransId="{C62BE9CA-4F64-4F8D-8A12-F746B30365D5}" sibTransId="{C2320BFC-4CE3-4EB0-86D8-EE88F46D98F3}"/>
    <dgm:cxn modelId="{D43DA031-300A-408B-8089-AFEE047E76C8}" type="presOf" srcId="{9DB579D8-1E1D-4C98-8841-885D5A460115}" destId="{E86BBC4C-6D55-4C75-B719-2F711510B40B}" srcOrd="0" destOrd="0" presId="urn:microsoft.com/office/officeart/2005/8/layout/process1"/>
    <dgm:cxn modelId="{EE738634-67F3-42E7-A241-09AE979FF904}" type="presOf" srcId="{C2320BFC-4CE3-4EB0-86D8-EE88F46D98F3}" destId="{BE5C1328-EB19-4133-B762-6B88FEF1FF08}" srcOrd="0" destOrd="0" presId="urn:microsoft.com/office/officeart/2005/8/layout/process1"/>
    <dgm:cxn modelId="{1C44B737-4C85-48CA-8866-45DE1051D60B}" srcId="{5A99D098-2193-4BA7-8AC8-D5D2FD5D014F}" destId="{29F4B2AF-5173-4BAA-8527-CD58A80DD9E5}" srcOrd="1" destOrd="0" parTransId="{CD1D0779-BAAD-4765-B18B-57273F3E4EA1}" sibTransId="{9DB579D8-1E1D-4C98-8841-885D5A460115}"/>
    <dgm:cxn modelId="{74691844-B87D-4EDD-BA79-326F7E5341D4}" type="presOf" srcId="{9DB579D8-1E1D-4C98-8841-885D5A460115}" destId="{FF5601A1-6FF6-4B10-B0B6-87D5991A3799}" srcOrd="1" destOrd="0" presId="urn:microsoft.com/office/officeart/2005/8/layout/process1"/>
    <dgm:cxn modelId="{A9657964-8F5C-4758-A05C-BD122C117B70}" type="presOf" srcId="{C2320BFC-4CE3-4EB0-86D8-EE88F46D98F3}" destId="{76CAB994-160D-4E13-A583-88030D70F695}" srcOrd="1" destOrd="0" presId="urn:microsoft.com/office/officeart/2005/8/layout/process1"/>
    <dgm:cxn modelId="{9408D854-7EAD-4ADB-BDCE-A7AE11193568}" type="presOf" srcId="{4D96E7C0-FA3C-473B-9D65-4A2681E5FC43}" destId="{4C6863DC-57C8-40EF-9DB1-FDFBDAC48DE9}" srcOrd="0" destOrd="0" presId="urn:microsoft.com/office/officeart/2005/8/layout/process1"/>
    <dgm:cxn modelId="{AD9F01A9-4FCA-4072-AF3D-34283BEA5507}" type="presOf" srcId="{5560494A-D8F9-4887-9079-77A84F274528}" destId="{52701680-414D-4D7D-BDB0-B041A0A27D6F}" srcOrd="0" destOrd="0" presId="urn:microsoft.com/office/officeart/2005/8/layout/process1"/>
    <dgm:cxn modelId="{AF6D77AF-36BD-4167-8852-986D3D02E5D8}" type="presOf" srcId="{29F4B2AF-5173-4BAA-8527-CD58A80DD9E5}" destId="{6149885E-D09D-4238-9CE4-A4C8B3028543}" srcOrd="0" destOrd="0" presId="urn:microsoft.com/office/officeart/2005/8/layout/process1"/>
    <dgm:cxn modelId="{5760313D-419A-431B-B183-018F7C1E4CCE}" type="presParOf" srcId="{DB7EEA54-8696-44D9-A1E6-8A7471F80231}" destId="{4C6863DC-57C8-40EF-9DB1-FDFBDAC48DE9}" srcOrd="0" destOrd="0" presId="urn:microsoft.com/office/officeart/2005/8/layout/process1"/>
    <dgm:cxn modelId="{27E162DF-5853-4451-A102-21C9B254CD10}" type="presParOf" srcId="{DB7EEA54-8696-44D9-A1E6-8A7471F80231}" destId="{BE5C1328-EB19-4133-B762-6B88FEF1FF08}" srcOrd="1" destOrd="0" presId="urn:microsoft.com/office/officeart/2005/8/layout/process1"/>
    <dgm:cxn modelId="{30347402-CC14-48ED-BC84-D30A26EA89CE}" type="presParOf" srcId="{BE5C1328-EB19-4133-B762-6B88FEF1FF08}" destId="{76CAB994-160D-4E13-A583-88030D70F695}" srcOrd="0" destOrd="0" presId="urn:microsoft.com/office/officeart/2005/8/layout/process1"/>
    <dgm:cxn modelId="{0CFEC79E-9901-4E50-8159-3ED968E27B11}" type="presParOf" srcId="{DB7EEA54-8696-44D9-A1E6-8A7471F80231}" destId="{6149885E-D09D-4238-9CE4-A4C8B3028543}" srcOrd="2" destOrd="0" presId="urn:microsoft.com/office/officeart/2005/8/layout/process1"/>
    <dgm:cxn modelId="{85F030A0-3127-43E3-851B-F3D47FF5A528}" type="presParOf" srcId="{DB7EEA54-8696-44D9-A1E6-8A7471F80231}" destId="{E86BBC4C-6D55-4C75-B719-2F711510B40B}" srcOrd="3" destOrd="0" presId="urn:microsoft.com/office/officeart/2005/8/layout/process1"/>
    <dgm:cxn modelId="{0A9FDE15-2DBD-44BC-87DF-19155CC03E36}" type="presParOf" srcId="{E86BBC4C-6D55-4C75-B719-2F711510B40B}" destId="{FF5601A1-6FF6-4B10-B0B6-87D5991A3799}" srcOrd="0" destOrd="0" presId="urn:microsoft.com/office/officeart/2005/8/layout/process1"/>
    <dgm:cxn modelId="{165A3FA3-D6B2-4AA3-B67A-94B298A36198}" type="presParOf" srcId="{DB7EEA54-8696-44D9-A1E6-8A7471F80231}" destId="{52701680-414D-4D7D-BDB0-B041A0A27D6F}"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00B57564-C451-46DC-94AD-5844D976BCBF}" type="doc">
      <dgm:prSet loTypeId="urn:microsoft.com/office/officeart/2005/8/layout/lProcess2" loCatId="list" qsTypeId="urn:microsoft.com/office/officeart/2005/8/quickstyle/simple1" qsCatId="simple" csTypeId="urn:microsoft.com/office/officeart/2005/8/colors/accent1_2" csCatId="accent1" phldr="1"/>
      <dgm:spPr/>
      <dgm:t>
        <a:bodyPr/>
        <a:lstStyle/>
        <a:p>
          <a:endParaRPr lang="zh-TW" altLang="en-US"/>
        </a:p>
      </dgm:t>
    </dgm:pt>
    <dgm:pt modelId="{10249BCC-4A63-4FFA-9F5F-C0C8654A1BF1}">
      <dgm:prSet/>
      <dgm:spPr/>
      <dgm:t>
        <a:bodyPr/>
        <a:lstStyle/>
        <a:p>
          <a:pPr rtl="0"/>
          <a:r>
            <a:rPr lang="zh-TW" b="1"/>
            <a:t>名稱</a:t>
          </a:r>
          <a:endParaRPr lang="zh-TW"/>
        </a:p>
      </dgm:t>
    </dgm:pt>
    <dgm:pt modelId="{BE2AE985-E2D0-416C-9D3D-D21A191EDBA9}" type="parTrans" cxnId="{A51E5705-7B41-4B0E-B4E7-0F4094FEA856}">
      <dgm:prSet/>
      <dgm:spPr/>
      <dgm:t>
        <a:bodyPr/>
        <a:lstStyle/>
        <a:p>
          <a:endParaRPr lang="zh-TW" altLang="en-US"/>
        </a:p>
      </dgm:t>
    </dgm:pt>
    <dgm:pt modelId="{8F92E74E-40D7-475E-9EB8-AAF84BFB11AD}" type="sibTrans" cxnId="{A51E5705-7B41-4B0E-B4E7-0F4094FEA856}">
      <dgm:prSet/>
      <dgm:spPr/>
      <dgm:t>
        <a:bodyPr/>
        <a:lstStyle/>
        <a:p>
          <a:endParaRPr lang="zh-TW" altLang="en-US"/>
        </a:p>
      </dgm:t>
    </dgm:pt>
    <dgm:pt modelId="{DEE305E9-0981-4F81-8D4D-15D869F946BF}">
      <dgm:prSet custT="1"/>
      <dgm:spPr/>
      <dgm:t>
        <a:bodyPr/>
        <a:lstStyle/>
        <a:p>
          <a:pPr rtl="0"/>
          <a:r>
            <a:rPr lang="zh-TW" altLang="en-US" sz="2000" b="1" dirty="0"/>
            <a:t>符號式的檔名是給人辨識不同的檔案。</a:t>
          </a:r>
          <a:endParaRPr lang="zh-TW" altLang="en-US" sz="2000" dirty="0"/>
        </a:p>
      </dgm:t>
    </dgm:pt>
    <dgm:pt modelId="{C75EA9F2-74FE-4F4C-9347-7F115D417D15}" type="parTrans" cxnId="{8F630A7C-9911-4AB2-BF9B-20514CF9619C}">
      <dgm:prSet/>
      <dgm:spPr/>
      <dgm:t>
        <a:bodyPr/>
        <a:lstStyle/>
        <a:p>
          <a:endParaRPr lang="zh-TW" altLang="en-US"/>
        </a:p>
      </dgm:t>
    </dgm:pt>
    <dgm:pt modelId="{9870501E-3241-4D73-B956-5944B2AC4626}" type="sibTrans" cxnId="{8F630A7C-9911-4AB2-BF9B-20514CF9619C}">
      <dgm:prSet/>
      <dgm:spPr/>
      <dgm:t>
        <a:bodyPr/>
        <a:lstStyle/>
        <a:p>
          <a:endParaRPr lang="zh-TW" altLang="en-US"/>
        </a:p>
      </dgm:t>
    </dgm:pt>
    <dgm:pt modelId="{9329CDD6-2B52-4B53-8FA8-DCF6D4AC275B}">
      <dgm:prSet/>
      <dgm:spPr/>
      <dgm:t>
        <a:bodyPr/>
        <a:lstStyle/>
        <a:p>
          <a:pPr rtl="0"/>
          <a:r>
            <a:rPr lang="zh-TW" b="1"/>
            <a:t>識別符號</a:t>
          </a:r>
          <a:endParaRPr lang="zh-TW"/>
        </a:p>
      </dgm:t>
    </dgm:pt>
    <dgm:pt modelId="{4D220472-ED6B-4FCA-9F35-DFE16A5322A4}" type="parTrans" cxnId="{AD481C0D-D472-4662-BE9E-1BBFDEBA4F00}">
      <dgm:prSet/>
      <dgm:spPr/>
      <dgm:t>
        <a:bodyPr/>
        <a:lstStyle/>
        <a:p>
          <a:endParaRPr lang="zh-TW" altLang="en-US"/>
        </a:p>
      </dgm:t>
    </dgm:pt>
    <dgm:pt modelId="{FD98424A-5799-4D4C-B331-BE5325FEAF5C}" type="sibTrans" cxnId="{AD481C0D-D472-4662-BE9E-1BBFDEBA4F00}">
      <dgm:prSet/>
      <dgm:spPr/>
      <dgm:t>
        <a:bodyPr/>
        <a:lstStyle/>
        <a:p>
          <a:endParaRPr lang="zh-TW" altLang="en-US"/>
        </a:p>
      </dgm:t>
    </dgm:pt>
    <dgm:pt modelId="{26F51BC7-2C1D-4AC2-BCC4-BFF37F16F16F}">
      <dgm:prSet custT="1"/>
      <dgm:spPr/>
      <dgm:t>
        <a:bodyPr/>
        <a:lstStyle/>
        <a:p>
          <a:pPr rtl="0"/>
          <a:r>
            <a:rPr lang="zh-TW" altLang="en-US" sz="1800" b="1" dirty="0"/>
            <a:t>獨一無二的標籤，用來標示檔案系統內的檔案，通常是以數字來表示，是給作業存取所用，並非給使用者辨識。</a:t>
          </a:r>
          <a:endParaRPr lang="zh-TW" altLang="en-US" sz="1800" dirty="0"/>
        </a:p>
      </dgm:t>
    </dgm:pt>
    <dgm:pt modelId="{4DBB7195-9E98-4EDA-A36D-801269BC3919}" type="parTrans" cxnId="{45DC0F07-4B63-468B-A3B2-F2CF83F6B124}">
      <dgm:prSet/>
      <dgm:spPr/>
      <dgm:t>
        <a:bodyPr/>
        <a:lstStyle/>
        <a:p>
          <a:endParaRPr lang="zh-TW" altLang="en-US"/>
        </a:p>
      </dgm:t>
    </dgm:pt>
    <dgm:pt modelId="{B848C065-7B78-47A0-B009-9356F55D4CA3}" type="sibTrans" cxnId="{45DC0F07-4B63-468B-A3B2-F2CF83F6B124}">
      <dgm:prSet/>
      <dgm:spPr/>
      <dgm:t>
        <a:bodyPr/>
        <a:lstStyle/>
        <a:p>
          <a:endParaRPr lang="zh-TW" altLang="en-US"/>
        </a:p>
      </dgm:t>
    </dgm:pt>
    <dgm:pt modelId="{768B919F-E433-46CC-B024-AA3AF2B12283}">
      <dgm:prSet/>
      <dgm:spPr/>
      <dgm:t>
        <a:bodyPr/>
        <a:lstStyle/>
        <a:p>
          <a:pPr rtl="0"/>
          <a:r>
            <a:rPr lang="zh-TW" b="1"/>
            <a:t>型態</a:t>
          </a:r>
          <a:endParaRPr lang="zh-TW"/>
        </a:p>
      </dgm:t>
    </dgm:pt>
    <dgm:pt modelId="{B36EA694-F156-4E10-B278-79626DA6AA87}" type="parTrans" cxnId="{4A72856C-6606-42DC-91D6-0282EAAC49B8}">
      <dgm:prSet/>
      <dgm:spPr/>
      <dgm:t>
        <a:bodyPr/>
        <a:lstStyle/>
        <a:p>
          <a:endParaRPr lang="zh-TW" altLang="en-US"/>
        </a:p>
      </dgm:t>
    </dgm:pt>
    <dgm:pt modelId="{94773F7D-7EA8-4943-8DCB-9E6641C09219}" type="sibTrans" cxnId="{4A72856C-6606-42DC-91D6-0282EAAC49B8}">
      <dgm:prSet/>
      <dgm:spPr/>
      <dgm:t>
        <a:bodyPr/>
        <a:lstStyle/>
        <a:p>
          <a:endParaRPr lang="zh-TW" altLang="en-US"/>
        </a:p>
      </dgm:t>
    </dgm:pt>
    <dgm:pt modelId="{5EAA293A-A6CF-4A15-B281-9479C914FEF1}">
      <dgm:prSet custT="1"/>
      <dgm:spPr/>
      <dgm:t>
        <a:bodyPr/>
        <a:lstStyle/>
        <a:p>
          <a:pPr rtl="0"/>
          <a:r>
            <a:rPr lang="zh-TW" altLang="en-US" sz="2000" b="1" dirty="0"/>
            <a:t>提供使用者有關這個檔案的類型。</a:t>
          </a:r>
          <a:endParaRPr lang="zh-TW" altLang="en-US" sz="2000" dirty="0"/>
        </a:p>
      </dgm:t>
    </dgm:pt>
    <dgm:pt modelId="{56E00412-490F-4227-9192-5165A8428A6F}" type="parTrans" cxnId="{F1892E53-425F-451B-9A9C-6635FD361CDD}">
      <dgm:prSet/>
      <dgm:spPr/>
      <dgm:t>
        <a:bodyPr/>
        <a:lstStyle/>
        <a:p>
          <a:endParaRPr lang="zh-TW" altLang="en-US"/>
        </a:p>
      </dgm:t>
    </dgm:pt>
    <dgm:pt modelId="{11AE780C-04B1-4295-9583-2D83698545C2}" type="sibTrans" cxnId="{F1892E53-425F-451B-9A9C-6635FD361CDD}">
      <dgm:prSet/>
      <dgm:spPr/>
      <dgm:t>
        <a:bodyPr/>
        <a:lstStyle/>
        <a:p>
          <a:endParaRPr lang="zh-TW" altLang="en-US"/>
        </a:p>
      </dgm:t>
    </dgm:pt>
    <dgm:pt modelId="{D1E076C2-42DB-4706-B7AA-BD6C2A9C2E24}" type="pres">
      <dgm:prSet presAssocID="{00B57564-C451-46DC-94AD-5844D976BCBF}" presName="theList" presStyleCnt="0">
        <dgm:presLayoutVars>
          <dgm:dir/>
          <dgm:animLvl val="lvl"/>
          <dgm:resizeHandles val="exact"/>
        </dgm:presLayoutVars>
      </dgm:prSet>
      <dgm:spPr/>
    </dgm:pt>
    <dgm:pt modelId="{050EEB87-0271-419F-94B5-CBA10D8E9B61}" type="pres">
      <dgm:prSet presAssocID="{10249BCC-4A63-4FFA-9F5F-C0C8654A1BF1}" presName="compNode" presStyleCnt="0"/>
      <dgm:spPr/>
    </dgm:pt>
    <dgm:pt modelId="{773563E5-8213-4DD5-9FB1-BB35E796AEB6}" type="pres">
      <dgm:prSet presAssocID="{10249BCC-4A63-4FFA-9F5F-C0C8654A1BF1}" presName="aNode" presStyleLbl="bgShp" presStyleIdx="0" presStyleCnt="3"/>
      <dgm:spPr/>
    </dgm:pt>
    <dgm:pt modelId="{1347F80B-22F9-4366-9343-B1CEB6B91462}" type="pres">
      <dgm:prSet presAssocID="{10249BCC-4A63-4FFA-9F5F-C0C8654A1BF1}" presName="textNode" presStyleLbl="bgShp" presStyleIdx="0" presStyleCnt="3"/>
      <dgm:spPr/>
    </dgm:pt>
    <dgm:pt modelId="{783806F2-DB5D-43C0-88C0-1BC42689A67F}" type="pres">
      <dgm:prSet presAssocID="{10249BCC-4A63-4FFA-9F5F-C0C8654A1BF1}" presName="compChildNode" presStyleCnt="0"/>
      <dgm:spPr/>
    </dgm:pt>
    <dgm:pt modelId="{DD79CAE9-CD2C-44CD-B9E1-0463BDDB7C24}" type="pres">
      <dgm:prSet presAssocID="{10249BCC-4A63-4FFA-9F5F-C0C8654A1BF1}" presName="theInnerList" presStyleCnt="0"/>
      <dgm:spPr/>
    </dgm:pt>
    <dgm:pt modelId="{6EE81FA3-009B-457D-A01D-F4FF6DD822D7}" type="pres">
      <dgm:prSet presAssocID="{DEE305E9-0981-4F81-8D4D-15D869F946BF}" presName="childNode" presStyleLbl="node1" presStyleIdx="0" presStyleCnt="3">
        <dgm:presLayoutVars>
          <dgm:bulletEnabled val="1"/>
        </dgm:presLayoutVars>
      </dgm:prSet>
      <dgm:spPr/>
    </dgm:pt>
    <dgm:pt modelId="{3BC50C44-7D2B-4AB8-99ED-FAC974E4286D}" type="pres">
      <dgm:prSet presAssocID="{10249BCC-4A63-4FFA-9F5F-C0C8654A1BF1}" presName="aSpace" presStyleCnt="0"/>
      <dgm:spPr/>
    </dgm:pt>
    <dgm:pt modelId="{6BB8C554-0E2B-4FD9-AE79-447D281867EB}" type="pres">
      <dgm:prSet presAssocID="{9329CDD6-2B52-4B53-8FA8-DCF6D4AC275B}" presName="compNode" presStyleCnt="0"/>
      <dgm:spPr/>
    </dgm:pt>
    <dgm:pt modelId="{84FC566A-DC65-4A05-8CA9-FE5F026D04A9}" type="pres">
      <dgm:prSet presAssocID="{9329CDD6-2B52-4B53-8FA8-DCF6D4AC275B}" presName="aNode" presStyleLbl="bgShp" presStyleIdx="1" presStyleCnt="3"/>
      <dgm:spPr/>
    </dgm:pt>
    <dgm:pt modelId="{B3F58E0F-AA3F-4032-96A9-30790C191268}" type="pres">
      <dgm:prSet presAssocID="{9329CDD6-2B52-4B53-8FA8-DCF6D4AC275B}" presName="textNode" presStyleLbl="bgShp" presStyleIdx="1" presStyleCnt="3"/>
      <dgm:spPr/>
    </dgm:pt>
    <dgm:pt modelId="{47604561-BA21-4EDA-95EC-149FF910A6E3}" type="pres">
      <dgm:prSet presAssocID="{9329CDD6-2B52-4B53-8FA8-DCF6D4AC275B}" presName="compChildNode" presStyleCnt="0"/>
      <dgm:spPr/>
    </dgm:pt>
    <dgm:pt modelId="{4A69E12E-D7BB-4DB2-BC23-E91D936F69E5}" type="pres">
      <dgm:prSet presAssocID="{9329CDD6-2B52-4B53-8FA8-DCF6D4AC275B}" presName="theInnerList" presStyleCnt="0"/>
      <dgm:spPr/>
    </dgm:pt>
    <dgm:pt modelId="{868FF342-7265-448D-9A07-F095ACDD033A}" type="pres">
      <dgm:prSet presAssocID="{26F51BC7-2C1D-4AC2-BCC4-BFF37F16F16F}" presName="childNode" presStyleLbl="node1" presStyleIdx="1" presStyleCnt="3" custScaleX="124921">
        <dgm:presLayoutVars>
          <dgm:bulletEnabled val="1"/>
        </dgm:presLayoutVars>
      </dgm:prSet>
      <dgm:spPr/>
    </dgm:pt>
    <dgm:pt modelId="{97DC654A-3CCA-4DD5-A8DD-92EE277B6439}" type="pres">
      <dgm:prSet presAssocID="{9329CDD6-2B52-4B53-8FA8-DCF6D4AC275B}" presName="aSpace" presStyleCnt="0"/>
      <dgm:spPr/>
    </dgm:pt>
    <dgm:pt modelId="{0B9497E3-5626-4944-B48F-A0AF8562CA8B}" type="pres">
      <dgm:prSet presAssocID="{768B919F-E433-46CC-B024-AA3AF2B12283}" presName="compNode" presStyleCnt="0"/>
      <dgm:spPr/>
    </dgm:pt>
    <dgm:pt modelId="{863F0901-1AFD-471D-A828-6BF2B170F58C}" type="pres">
      <dgm:prSet presAssocID="{768B919F-E433-46CC-B024-AA3AF2B12283}" presName="aNode" presStyleLbl="bgShp" presStyleIdx="2" presStyleCnt="3"/>
      <dgm:spPr/>
    </dgm:pt>
    <dgm:pt modelId="{C48E5DEE-1A91-4BFD-BF66-1785D0E622E5}" type="pres">
      <dgm:prSet presAssocID="{768B919F-E433-46CC-B024-AA3AF2B12283}" presName="textNode" presStyleLbl="bgShp" presStyleIdx="2" presStyleCnt="3"/>
      <dgm:spPr/>
    </dgm:pt>
    <dgm:pt modelId="{7BBCCD3A-F4CF-43DD-9F40-46161C6D0EBD}" type="pres">
      <dgm:prSet presAssocID="{768B919F-E433-46CC-B024-AA3AF2B12283}" presName="compChildNode" presStyleCnt="0"/>
      <dgm:spPr/>
    </dgm:pt>
    <dgm:pt modelId="{2E808662-79AC-4E9F-94D6-5AF596409375}" type="pres">
      <dgm:prSet presAssocID="{768B919F-E433-46CC-B024-AA3AF2B12283}" presName="theInnerList" presStyleCnt="0"/>
      <dgm:spPr/>
    </dgm:pt>
    <dgm:pt modelId="{5B7EC586-6A76-4E5D-A28B-5B0ACF78AD4B}" type="pres">
      <dgm:prSet presAssocID="{5EAA293A-A6CF-4A15-B281-9479C914FEF1}" presName="childNode" presStyleLbl="node1" presStyleIdx="2" presStyleCnt="3">
        <dgm:presLayoutVars>
          <dgm:bulletEnabled val="1"/>
        </dgm:presLayoutVars>
      </dgm:prSet>
      <dgm:spPr/>
    </dgm:pt>
  </dgm:ptLst>
  <dgm:cxnLst>
    <dgm:cxn modelId="{A51E5705-7B41-4B0E-B4E7-0F4094FEA856}" srcId="{00B57564-C451-46DC-94AD-5844D976BCBF}" destId="{10249BCC-4A63-4FFA-9F5F-C0C8654A1BF1}" srcOrd="0" destOrd="0" parTransId="{BE2AE985-E2D0-416C-9D3D-D21A191EDBA9}" sibTransId="{8F92E74E-40D7-475E-9EB8-AAF84BFB11AD}"/>
    <dgm:cxn modelId="{45DC0F07-4B63-468B-A3B2-F2CF83F6B124}" srcId="{9329CDD6-2B52-4B53-8FA8-DCF6D4AC275B}" destId="{26F51BC7-2C1D-4AC2-BCC4-BFF37F16F16F}" srcOrd="0" destOrd="0" parTransId="{4DBB7195-9E98-4EDA-A36D-801269BC3919}" sibTransId="{B848C065-7B78-47A0-B009-9356F55D4CA3}"/>
    <dgm:cxn modelId="{AD481C0D-D472-4662-BE9E-1BBFDEBA4F00}" srcId="{00B57564-C451-46DC-94AD-5844D976BCBF}" destId="{9329CDD6-2B52-4B53-8FA8-DCF6D4AC275B}" srcOrd="1" destOrd="0" parTransId="{4D220472-ED6B-4FCA-9F35-DFE16A5322A4}" sibTransId="{FD98424A-5799-4D4C-B331-BE5325FEAF5C}"/>
    <dgm:cxn modelId="{11328028-07AF-4D36-9CEF-913AD9BE38BC}" type="presOf" srcId="{9329CDD6-2B52-4B53-8FA8-DCF6D4AC275B}" destId="{84FC566A-DC65-4A05-8CA9-FE5F026D04A9}" srcOrd="0" destOrd="0" presId="urn:microsoft.com/office/officeart/2005/8/layout/lProcess2"/>
    <dgm:cxn modelId="{5811E53C-31E1-4A18-8251-F8A0EC59745C}" type="presOf" srcId="{9329CDD6-2B52-4B53-8FA8-DCF6D4AC275B}" destId="{B3F58E0F-AA3F-4032-96A9-30790C191268}" srcOrd="1" destOrd="0" presId="urn:microsoft.com/office/officeart/2005/8/layout/lProcess2"/>
    <dgm:cxn modelId="{44C9E363-85B4-4E17-A8AD-5B9D6BD271C4}" type="presOf" srcId="{10249BCC-4A63-4FFA-9F5F-C0C8654A1BF1}" destId="{773563E5-8213-4DD5-9FB1-BB35E796AEB6}" srcOrd="0" destOrd="0" presId="urn:microsoft.com/office/officeart/2005/8/layout/lProcess2"/>
    <dgm:cxn modelId="{4A72856C-6606-42DC-91D6-0282EAAC49B8}" srcId="{00B57564-C451-46DC-94AD-5844D976BCBF}" destId="{768B919F-E433-46CC-B024-AA3AF2B12283}" srcOrd="2" destOrd="0" parTransId="{B36EA694-F156-4E10-B278-79626DA6AA87}" sibTransId="{94773F7D-7EA8-4943-8DCB-9E6641C09219}"/>
    <dgm:cxn modelId="{F1892E53-425F-451B-9A9C-6635FD361CDD}" srcId="{768B919F-E433-46CC-B024-AA3AF2B12283}" destId="{5EAA293A-A6CF-4A15-B281-9479C914FEF1}" srcOrd="0" destOrd="0" parTransId="{56E00412-490F-4227-9192-5165A8428A6F}" sibTransId="{11AE780C-04B1-4295-9583-2D83698545C2}"/>
    <dgm:cxn modelId="{8F630A7C-9911-4AB2-BF9B-20514CF9619C}" srcId="{10249BCC-4A63-4FFA-9F5F-C0C8654A1BF1}" destId="{DEE305E9-0981-4F81-8D4D-15D869F946BF}" srcOrd="0" destOrd="0" parTransId="{C75EA9F2-74FE-4F4C-9347-7F115D417D15}" sibTransId="{9870501E-3241-4D73-B956-5944B2AC4626}"/>
    <dgm:cxn modelId="{EF6BB588-C22E-4E41-B6EB-3ED723F32998}" type="presOf" srcId="{10249BCC-4A63-4FFA-9F5F-C0C8654A1BF1}" destId="{1347F80B-22F9-4366-9343-B1CEB6B91462}" srcOrd="1" destOrd="0" presId="urn:microsoft.com/office/officeart/2005/8/layout/lProcess2"/>
    <dgm:cxn modelId="{BC1A59B6-C393-4027-8E38-B9A4BAC3338A}" type="presOf" srcId="{DEE305E9-0981-4F81-8D4D-15D869F946BF}" destId="{6EE81FA3-009B-457D-A01D-F4FF6DD822D7}" srcOrd="0" destOrd="0" presId="urn:microsoft.com/office/officeart/2005/8/layout/lProcess2"/>
    <dgm:cxn modelId="{DE82D0BB-504B-4621-A4AD-FB033C6D1CBB}" type="presOf" srcId="{768B919F-E433-46CC-B024-AA3AF2B12283}" destId="{C48E5DEE-1A91-4BFD-BF66-1785D0E622E5}" srcOrd="1" destOrd="0" presId="urn:microsoft.com/office/officeart/2005/8/layout/lProcess2"/>
    <dgm:cxn modelId="{367C15BE-1AAA-45FB-891F-7772361D2742}" type="presOf" srcId="{00B57564-C451-46DC-94AD-5844D976BCBF}" destId="{D1E076C2-42DB-4706-B7AA-BD6C2A9C2E24}" srcOrd="0" destOrd="0" presId="urn:microsoft.com/office/officeart/2005/8/layout/lProcess2"/>
    <dgm:cxn modelId="{0CBE5ECA-010E-41E9-BD73-6395AC5B3857}" type="presOf" srcId="{768B919F-E433-46CC-B024-AA3AF2B12283}" destId="{863F0901-1AFD-471D-A828-6BF2B170F58C}" srcOrd="0" destOrd="0" presId="urn:microsoft.com/office/officeart/2005/8/layout/lProcess2"/>
    <dgm:cxn modelId="{5D9899D9-8982-431B-93B6-96486837E20A}" type="presOf" srcId="{5EAA293A-A6CF-4A15-B281-9479C914FEF1}" destId="{5B7EC586-6A76-4E5D-A28B-5B0ACF78AD4B}" srcOrd="0" destOrd="0" presId="urn:microsoft.com/office/officeart/2005/8/layout/lProcess2"/>
    <dgm:cxn modelId="{57F749DC-5D8A-4BE9-BE6E-59B2D7FA409D}" type="presOf" srcId="{26F51BC7-2C1D-4AC2-BCC4-BFF37F16F16F}" destId="{868FF342-7265-448D-9A07-F095ACDD033A}" srcOrd="0" destOrd="0" presId="urn:microsoft.com/office/officeart/2005/8/layout/lProcess2"/>
    <dgm:cxn modelId="{A75A038D-CB2F-40D5-BDD2-C63CA27DC027}" type="presParOf" srcId="{D1E076C2-42DB-4706-B7AA-BD6C2A9C2E24}" destId="{050EEB87-0271-419F-94B5-CBA10D8E9B61}" srcOrd="0" destOrd="0" presId="urn:microsoft.com/office/officeart/2005/8/layout/lProcess2"/>
    <dgm:cxn modelId="{141ECF5E-74EB-4E3A-9B5D-F10EE5799366}" type="presParOf" srcId="{050EEB87-0271-419F-94B5-CBA10D8E9B61}" destId="{773563E5-8213-4DD5-9FB1-BB35E796AEB6}" srcOrd="0" destOrd="0" presId="urn:microsoft.com/office/officeart/2005/8/layout/lProcess2"/>
    <dgm:cxn modelId="{F5B0E23D-81AB-4CCC-AA45-9D54C299CF56}" type="presParOf" srcId="{050EEB87-0271-419F-94B5-CBA10D8E9B61}" destId="{1347F80B-22F9-4366-9343-B1CEB6B91462}" srcOrd="1" destOrd="0" presId="urn:microsoft.com/office/officeart/2005/8/layout/lProcess2"/>
    <dgm:cxn modelId="{97A3B3A4-B083-4036-A5C5-287052AEA4A0}" type="presParOf" srcId="{050EEB87-0271-419F-94B5-CBA10D8E9B61}" destId="{783806F2-DB5D-43C0-88C0-1BC42689A67F}" srcOrd="2" destOrd="0" presId="urn:microsoft.com/office/officeart/2005/8/layout/lProcess2"/>
    <dgm:cxn modelId="{0DBE44B9-6F03-473E-9A18-CFA962411909}" type="presParOf" srcId="{783806F2-DB5D-43C0-88C0-1BC42689A67F}" destId="{DD79CAE9-CD2C-44CD-B9E1-0463BDDB7C24}" srcOrd="0" destOrd="0" presId="urn:microsoft.com/office/officeart/2005/8/layout/lProcess2"/>
    <dgm:cxn modelId="{4E09FBA7-03DD-411F-A468-19B6AD6244F3}" type="presParOf" srcId="{DD79CAE9-CD2C-44CD-B9E1-0463BDDB7C24}" destId="{6EE81FA3-009B-457D-A01D-F4FF6DD822D7}" srcOrd="0" destOrd="0" presId="urn:microsoft.com/office/officeart/2005/8/layout/lProcess2"/>
    <dgm:cxn modelId="{7276BCB7-82F9-47EB-8DCD-8BA2A32B0FF1}" type="presParOf" srcId="{D1E076C2-42DB-4706-B7AA-BD6C2A9C2E24}" destId="{3BC50C44-7D2B-4AB8-99ED-FAC974E4286D}" srcOrd="1" destOrd="0" presId="urn:microsoft.com/office/officeart/2005/8/layout/lProcess2"/>
    <dgm:cxn modelId="{6938659F-226D-45B1-857F-A22391BEE53C}" type="presParOf" srcId="{D1E076C2-42DB-4706-B7AA-BD6C2A9C2E24}" destId="{6BB8C554-0E2B-4FD9-AE79-447D281867EB}" srcOrd="2" destOrd="0" presId="urn:microsoft.com/office/officeart/2005/8/layout/lProcess2"/>
    <dgm:cxn modelId="{652A5687-0733-4A83-A2FF-87DCC38626F6}" type="presParOf" srcId="{6BB8C554-0E2B-4FD9-AE79-447D281867EB}" destId="{84FC566A-DC65-4A05-8CA9-FE5F026D04A9}" srcOrd="0" destOrd="0" presId="urn:microsoft.com/office/officeart/2005/8/layout/lProcess2"/>
    <dgm:cxn modelId="{879EC281-5055-4E45-9E37-042D5E4E83CA}" type="presParOf" srcId="{6BB8C554-0E2B-4FD9-AE79-447D281867EB}" destId="{B3F58E0F-AA3F-4032-96A9-30790C191268}" srcOrd="1" destOrd="0" presId="urn:microsoft.com/office/officeart/2005/8/layout/lProcess2"/>
    <dgm:cxn modelId="{DEFE468F-DF12-4B68-ADA9-2960C720F901}" type="presParOf" srcId="{6BB8C554-0E2B-4FD9-AE79-447D281867EB}" destId="{47604561-BA21-4EDA-95EC-149FF910A6E3}" srcOrd="2" destOrd="0" presId="urn:microsoft.com/office/officeart/2005/8/layout/lProcess2"/>
    <dgm:cxn modelId="{D293C1FF-3E7F-405E-8783-5299BCD06A18}" type="presParOf" srcId="{47604561-BA21-4EDA-95EC-149FF910A6E3}" destId="{4A69E12E-D7BB-4DB2-BC23-E91D936F69E5}" srcOrd="0" destOrd="0" presId="urn:microsoft.com/office/officeart/2005/8/layout/lProcess2"/>
    <dgm:cxn modelId="{CBF2D459-7CEE-43A4-93C3-D5146F81E8FB}" type="presParOf" srcId="{4A69E12E-D7BB-4DB2-BC23-E91D936F69E5}" destId="{868FF342-7265-448D-9A07-F095ACDD033A}" srcOrd="0" destOrd="0" presId="urn:microsoft.com/office/officeart/2005/8/layout/lProcess2"/>
    <dgm:cxn modelId="{32693058-95C9-477F-A35F-7B5C6879DE3D}" type="presParOf" srcId="{D1E076C2-42DB-4706-B7AA-BD6C2A9C2E24}" destId="{97DC654A-3CCA-4DD5-A8DD-92EE277B6439}" srcOrd="3" destOrd="0" presId="urn:microsoft.com/office/officeart/2005/8/layout/lProcess2"/>
    <dgm:cxn modelId="{FE8C184F-9A7E-4B81-B7DB-F04BF52675ED}" type="presParOf" srcId="{D1E076C2-42DB-4706-B7AA-BD6C2A9C2E24}" destId="{0B9497E3-5626-4944-B48F-A0AF8562CA8B}" srcOrd="4" destOrd="0" presId="urn:microsoft.com/office/officeart/2005/8/layout/lProcess2"/>
    <dgm:cxn modelId="{239E01A2-2B60-4DF4-A473-D9F375B85B11}" type="presParOf" srcId="{0B9497E3-5626-4944-B48F-A0AF8562CA8B}" destId="{863F0901-1AFD-471D-A828-6BF2B170F58C}" srcOrd="0" destOrd="0" presId="urn:microsoft.com/office/officeart/2005/8/layout/lProcess2"/>
    <dgm:cxn modelId="{EE021C74-9E07-47CF-8BB7-55EEEAFC2BEB}" type="presParOf" srcId="{0B9497E3-5626-4944-B48F-A0AF8562CA8B}" destId="{C48E5DEE-1A91-4BFD-BF66-1785D0E622E5}" srcOrd="1" destOrd="0" presId="urn:microsoft.com/office/officeart/2005/8/layout/lProcess2"/>
    <dgm:cxn modelId="{A11E56C4-FFC9-435B-AB1C-3C4F6B672916}" type="presParOf" srcId="{0B9497E3-5626-4944-B48F-A0AF8562CA8B}" destId="{7BBCCD3A-F4CF-43DD-9F40-46161C6D0EBD}" srcOrd="2" destOrd="0" presId="urn:microsoft.com/office/officeart/2005/8/layout/lProcess2"/>
    <dgm:cxn modelId="{C69B9FB4-880E-480A-95C9-BB673C7D8FD8}" type="presParOf" srcId="{7BBCCD3A-F4CF-43DD-9F40-46161C6D0EBD}" destId="{2E808662-79AC-4E9F-94D6-5AF596409375}" srcOrd="0" destOrd="0" presId="urn:microsoft.com/office/officeart/2005/8/layout/lProcess2"/>
    <dgm:cxn modelId="{8E2DE847-B862-4963-B362-8357E0826BFB}" type="presParOf" srcId="{2E808662-79AC-4E9F-94D6-5AF596409375}" destId="{5B7EC586-6A76-4E5D-A28B-5B0ACF78AD4B}" srcOrd="0"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0B57564-C451-46DC-94AD-5844D976BCBF}" type="doc">
      <dgm:prSet loTypeId="urn:microsoft.com/office/officeart/2005/8/layout/lProcess2" loCatId="list" qsTypeId="urn:microsoft.com/office/officeart/2005/8/quickstyle/simple1" qsCatId="simple" csTypeId="urn:microsoft.com/office/officeart/2005/8/colors/accent1_2" csCatId="accent1"/>
      <dgm:spPr/>
      <dgm:t>
        <a:bodyPr/>
        <a:lstStyle/>
        <a:p>
          <a:endParaRPr lang="zh-TW" altLang="en-US"/>
        </a:p>
      </dgm:t>
    </dgm:pt>
    <dgm:pt modelId="{5CD6BE54-8173-49C2-9942-F9D667087323}">
      <dgm:prSet/>
      <dgm:spPr/>
      <dgm:t>
        <a:bodyPr/>
        <a:lstStyle/>
        <a:p>
          <a:pPr rtl="0"/>
          <a:r>
            <a:rPr lang="zh-TW" b="1"/>
            <a:t>位置</a:t>
          </a:r>
          <a:endParaRPr lang="zh-TW"/>
        </a:p>
      </dgm:t>
    </dgm:pt>
    <dgm:pt modelId="{D72A482E-4A1F-4F52-9C10-B942FD46FEC8}" type="parTrans" cxnId="{B5623806-2645-4322-8AFE-4C4EA397715B}">
      <dgm:prSet/>
      <dgm:spPr/>
      <dgm:t>
        <a:bodyPr/>
        <a:lstStyle/>
        <a:p>
          <a:endParaRPr lang="zh-TW" altLang="en-US"/>
        </a:p>
      </dgm:t>
    </dgm:pt>
    <dgm:pt modelId="{CBCEB770-26C5-4AB1-81C7-7B6074E9ADE2}" type="sibTrans" cxnId="{B5623806-2645-4322-8AFE-4C4EA397715B}">
      <dgm:prSet/>
      <dgm:spPr/>
      <dgm:t>
        <a:bodyPr/>
        <a:lstStyle/>
        <a:p>
          <a:endParaRPr lang="zh-TW" altLang="en-US"/>
        </a:p>
      </dgm:t>
    </dgm:pt>
    <dgm:pt modelId="{78362794-DF59-44F3-AEA8-43763C68F487}">
      <dgm:prSet/>
      <dgm:spPr/>
      <dgm:t>
        <a:bodyPr/>
        <a:lstStyle/>
        <a:p>
          <a:pPr rtl="0"/>
          <a:r>
            <a:rPr lang="zh-TW" b="1"/>
            <a:t>標示出這個檔案所在的磁碟裝置及目錄位置。</a:t>
          </a:r>
          <a:endParaRPr lang="zh-TW"/>
        </a:p>
      </dgm:t>
    </dgm:pt>
    <dgm:pt modelId="{39C6ED6A-869C-4919-B0DD-7B5E20A67FEB}" type="parTrans" cxnId="{269FB16D-4F32-4219-8AB5-DD129CD1272E}">
      <dgm:prSet/>
      <dgm:spPr/>
      <dgm:t>
        <a:bodyPr/>
        <a:lstStyle/>
        <a:p>
          <a:endParaRPr lang="zh-TW" altLang="en-US"/>
        </a:p>
      </dgm:t>
    </dgm:pt>
    <dgm:pt modelId="{C3986D51-7723-47D9-8FE9-3C85FFDE0062}" type="sibTrans" cxnId="{269FB16D-4F32-4219-8AB5-DD129CD1272E}">
      <dgm:prSet/>
      <dgm:spPr/>
      <dgm:t>
        <a:bodyPr/>
        <a:lstStyle/>
        <a:p>
          <a:endParaRPr lang="zh-TW" altLang="en-US"/>
        </a:p>
      </dgm:t>
    </dgm:pt>
    <dgm:pt modelId="{885149F1-F185-4217-9266-4B2502AED988}">
      <dgm:prSet/>
      <dgm:spPr/>
      <dgm:t>
        <a:bodyPr/>
        <a:lstStyle/>
        <a:p>
          <a:pPr rtl="0"/>
          <a:r>
            <a:rPr lang="zh-TW" b="1"/>
            <a:t>大小</a:t>
          </a:r>
          <a:endParaRPr lang="zh-TW"/>
        </a:p>
      </dgm:t>
    </dgm:pt>
    <dgm:pt modelId="{29789952-C1EF-4614-8E86-0EBB3E153E4E}" type="parTrans" cxnId="{871918C2-0E8C-48AD-B568-F65370704A70}">
      <dgm:prSet/>
      <dgm:spPr/>
      <dgm:t>
        <a:bodyPr/>
        <a:lstStyle/>
        <a:p>
          <a:endParaRPr lang="zh-TW" altLang="en-US"/>
        </a:p>
      </dgm:t>
    </dgm:pt>
    <dgm:pt modelId="{27EBF445-55C4-408A-941D-5806A143DF48}" type="sibTrans" cxnId="{871918C2-0E8C-48AD-B568-F65370704A70}">
      <dgm:prSet/>
      <dgm:spPr/>
      <dgm:t>
        <a:bodyPr/>
        <a:lstStyle/>
        <a:p>
          <a:endParaRPr lang="zh-TW" altLang="en-US"/>
        </a:p>
      </dgm:t>
    </dgm:pt>
    <dgm:pt modelId="{7ACC8A0B-6753-4E72-8110-C85B3D107EE2}">
      <dgm:prSet/>
      <dgm:spPr/>
      <dgm:t>
        <a:bodyPr/>
        <a:lstStyle/>
        <a:p>
          <a:pPr rtl="0"/>
          <a:r>
            <a:rPr lang="zh-TW" b="1"/>
            <a:t>顯示該檔案目前的大小。</a:t>
          </a:r>
          <a:endParaRPr lang="zh-TW"/>
        </a:p>
      </dgm:t>
    </dgm:pt>
    <dgm:pt modelId="{57E0AAA4-1CF5-405B-8761-228E074295A4}" type="parTrans" cxnId="{C6ACCAB4-A1FE-4E44-A60A-2722B8634B00}">
      <dgm:prSet/>
      <dgm:spPr/>
      <dgm:t>
        <a:bodyPr/>
        <a:lstStyle/>
        <a:p>
          <a:endParaRPr lang="zh-TW" altLang="en-US"/>
        </a:p>
      </dgm:t>
    </dgm:pt>
    <dgm:pt modelId="{7DA017DE-0709-4607-806B-72242169D1F1}" type="sibTrans" cxnId="{C6ACCAB4-A1FE-4E44-A60A-2722B8634B00}">
      <dgm:prSet/>
      <dgm:spPr/>
      <dgm:t>
        <a:bodyPr/>
        <a:lstStyle/>
        <a:p>
          <a:endParaRPr lang="zh-TW" altLang="en-US"/>
        </a:p>
      </dgm:t>
    </dgm:pt>
    <dgm:pt modelId="{22010A54-3FD2-4EB6-B313-7FD5FDFDA4B1}">
      <dgm:prSet/>
      <dgm:spPr/>
      <dgm:t>
        <a:bodyPr/>
        <a:lstStyle/>
        <a:p>
          <a:pPr rtl="0"/>
          <a:r>
            <a:rPr lang="zh-TW" b="1"/>
            <a:t>時間日期</a:t>
          </a:r>
          <a:endParaRPr lang="zh-TW"/>
        </a:p>
      </dgm:t>
    </dgm:pt>
    <dgm:pt modelId="{34D20175-A852-4287-A173-CC73871A8DDC}" type="parTrans" cxnId="{98D33AB7-0983-4487-AEC9-9C258BB084EB}">
      <dgm:prSet/>
      <dgm:spPr/>
      <dgm:t>
        <a:bodyPr/>
        <a:lstStyle/>
        <a:p>
          <a:endParaRPr lang="zh-TW" altLang="en-US"/>
        </a:p>
      </dgm:t>
    </dgm:pt>
    <dgm:pt modelId="{834A6D80-165D-45D2-9A72-4A454B28E71E}" type="sibTrans" cxnId="{98D33AB7-0983-4487-AEC9-9C258BB084EB}">
      <dgm:prSet/>
      <dgm:spPr/>
      <dgm:t>
        <a:bodyPr/>
        <a:lstStyle/>
        <a:p>
          <a:endParaRPr lang="zh-TW" altLang="en-US"/>
        </a:p>
      </dgm:t>
    </dgm:pt>
    <dgm:pt modelId="{C7F18983-F87A-4C83-A498-18FC32731D21}">
      <dgm:prSet/>
      <dgm:spPr/>
      <dgm:t>
        <a:bodyPr/>
        <a:lstStyle/>
        <a:p>
          <a:pPr rtl="0"/>
          <a:r>
            <a:rPr lang="zh-TW" b="1"/>
            <a:t>顯示檔案建立日期、修改日期、最後開啟日期等資訊。</a:t>
          </a:r>
          <a:endParaRPr lang="zh-TW"/>
        </a:p>
      </dgm:t>
    </dgm:pt>
    <dgm:pt modelId="{55FBD464-69F4-41F1-9933-160C85BBF294}" type="parTrans" cxnId="{86780E19-F406-43C8-ADE3-3571E479E558}">
      <dgm:prSet/>
      <dgm:spPr/>
      <dgm:t>
        <a:bodyPr/>
        <a:lstStyle/>
        <a:p>
          <a:endParaRPr lang="zh-TW" altLang="en-US"/>
        </a:p>
      </dgm:t>
    </dgm:pt>
    <dgm:pt modelId="{1E60C611-2FB4-468F-9AC0-2903A89A5C92}" type="sibTrans" cxnId="{86780E19-F406-43C8-ADE3-3571E479E558}">
      <dgm:prSet/>
      <dgm:spPr/>
      <dgm:t>
        <a:bodyPr/>
        <a:lstStyle/>
        <a:p>
          <a:endParaRPr lang="zh-TW" altLang="en-US"/>
        </a:p>
      </dgm:t>
    </dgm:pt>
    <dgm:pt modelId="{D1E076C2-42DB-4706-B7AA-BD6C2A9C2E24}" type="pres">
      <dgm:prSet presAssocID="{00B57564-C451-46DC-94AD-5844D976BCBF}" presName="theList" presStyleCnt="0">
        <dgm:presLayoutVars>
          <dgm:dir/>
          <dgm:animLvl val="lvl"/>
          <dgm:resizeHandles val="exact"/>
        </dgm:presLayoutVars>
      </dgm:prSet>
      <dgm:spPr/>
    </dgm:pt>
    <dgm:pt modelId="{E5CA7DA1-39C9-4BED-9502-D6681D412952}" type="pres">
      <dgm:prSet presAssocID="{5CD6BE54-8173-49C2-9942-F9D667087323}" presName="compNode" presStyleCnt="0"/>
      <dgm:spPr/>
    </dgm:pt>
    <dgm:pt modelId="{25ED2AAB-519E-421D-A802-F6BBA654FF40}" type="pres">
      <dgm:prSet presAssocID="{5CD6BE54-8173-49C2-9942-F9D667087323}" presName="aNode" presStyleLbl="bgShp" presStyleIdx="0" presStyleCnt="3"/>
      <dgm:spPr/>
    </dgm:pt>
    <dgm:pt modelId="{8A9F1D35-E769-4382-8CD5-DFCB106263E9}" type="pres">
      <dgm:prSet presAssocID="{5CD6BE54-8173-49C2-9942-F9D667087323}" presName="textNode" presStyleLbl="bgShp" presStyleIdx="0" presStyleCnt="3"/>
      <dgm:spPr/>
    </dgm:pt>
    <dgm:pt modelId="{60B3C931-1E66-4820-9FEC-7CD44FCF6A37}" type="pres">
      <dgm:prSet presAssocID="{5CD6BE54-8173-49C2-9942-F9D667087323}" presName="compChildNode" presStyleCnt="0"/>
      <dgm:spPr/>
    </dgm:pt>
    <dgm:pt modelId="{9D4D730A-4027-4505-BE47-99FE09FE33E7}" type="pres">
      <dgm:prSet presAssocID="{5CD6BE54-8173-49C2-9942-F9D667087323}" presName="theInnerList" presStyleCnt="0"/>
      <dgm:spPr/>
    </dgm:pt>
    <dgm:pt modelId="{8134A4B3-2410-45F2-9C7C-0B8BDD67FB2A}" type="pres">
      <dgm:prSet presAssocID="{78362794-DF59-44F3-AEA8-43763C68F487}" presName="childNode" presStyleLbl="node1" presStyleIdx="0" presStyleCnt="3">
        <dgm:presLayoutVars>
          <dgm:bulletEnabled val="1"/>
        </dgm:presLayoutVars>
      </dgm:prSet>
      <dgm:spPr/>
    </dgm:pt>
    <dgm:pt modelId="{D101D1CA-B5F2-46A2-BCB7-AAEB83510762}" type="pres">
      <dgm:prSet presAssocID="{5CD6BE54-8173-49C2-9942-F9D667087323}" presName="aSpace" presStyleCnt="0"/>
      <dgm:spPr/>
    </dgm:pt>
    <dgm:pt modelId="{A2270EBF-6C93-479F-ADAF-1CF3E1CD44DD}" type="pres">
      <dgm:prSet presAssocID="{885149F1-F185-4217-9266-4B2502AED988}" presName="compNode" presStyleCnt="0"/>
      <dgm:spPr/>
    </dgm:pt>
    <dgm:pt modelId="{7E3D3760-CF47-43FA-8705-F55427DF2D98}" type="pres">
      <dgm:prSet presAssocID="{885149F1-F185-4217-9266-4B2502AED988}" presName="aNode" presStyleLbl="bgShp" presStyleIdx="1" presStyleCnt="3"/>
      <dgm:spPr/>
    </dgm:pt>
    <dgm:pt modelId="{1596F3D6-B05D-482B-99A6-3006BE64CD74}" type="pres">
      <dgm:prSet presAssocID="{885149F1-F185-4217-9266-4B2502AED988}" presName="textNode" presStyleLbl="bgShp" presStyleIdx="1" presStyleCnt="3"/>
      <dgm:spPr/>
    </dgm:pt>
    <dgm:pt modelId="{3BAD182F-FDC8-4938-ABDF-EE7EF4E666C9}" type="pres">
      <dgm:prSet presAssocID="{885149F1-F185-4217-9266-4B2502AED988}" presName="compChildNode" presStyleCnt="0"/>
      <dgm:spPr/>
    </dgm:pt>
    <dgm:pt modelId="{3522DD24-EF7F-405A-B37B-0E2299C87BA9}" type="pres">
      <dgm:prSet presAssocID="{885149F1-F185-4217-9266-4B2502AED988}" presName="theInnerList" presStyleCnt="0"/>
      <dgm:spPr/>
    </dgm:pt>
    <dgm:pt modelId="{F8C178C9-DC2F-4490-AFAE-F7D76DB66955}" type="pres">
      <dgm:prSet presAssocID="{7ACC8A0B-6753-4E72-8110-C85B3D107EE2}" presName="childNode" presStyleLbl="node1" presStyleIdx="1" presStyleCnt="3">
        <dgm:presLayoutVars>
          <dgm:bulletEnabled val="1"/>
        </dgm:presLayoutVars>
      </dgm:prSet>
      <dgm:spPr/>
    </dgm:pt>
    <dgm:pt modelId="{E40DD6D3-9061-476C-8FC9-4F9264A805EF}" type="pres">
      <dgm:prSet presAssocID="{885149F1-F185-4217-9266-4B2502AED988}" presName="aSpace" presStyleCnt="0"/>
      <dgm:spPr/>
    </dgm:pt>
    <dgm:pt modelId="{F5FC7361-D5A3-4348-9FF9-47D08BC94BAC}" type="pres">
      <dgm:prSet presAssocID="{22010A54-3FD2-4EB6-B313-7FD5FDFDA4B1}" presName="compNode" presStyleCnt="0"/>
      <dgm:spPr/>
    </dgm:pt>
    <dgm:pt modelId="{330160B3-9E92-477A-98E9-01A0F808E56E}" type="pres">
      <dgm:prSet presAssocID="{22010A54-3FD2-4EB6-B313-7FD5FDFDA4B1}" presName="aNode" presStyleLbl="bgShp" presStyleIdx="2" presStyleCnt="3"/>
      <dgm:spPr/>
    </dgm:pt>
    <dgm:pt modelId="{9EF52E5B-0433-443B-8B39-6ED3F6434874}" type="pres">
      <dgm:prSet presAssocID="{22010A54-3FD2-4EB6-B313-7FD5FDFDA4B1}" presName="textNode" presStyleLbl="bgShp" presStyleIdx="2" presStyleCnt="3"/>
      <dgm:spPr/>
    </dgm:pt>
    <dgm:pt modelId="{9E18DEF0-BA2E-4CAC-B43F-6ED1D14534A8}" type="pres">
      <dgm:prSet presAssocID="{22010A54-3FD2-4EB6-B313-7FD5FDFDA4B1}" presName="compChildNode" presStyleCnt="0"/>
      <dgm:spPr/>
    </dgm:pt>
    <dgm:pt modelId="{75598C9C-C065-4363-8D27-5FD8A5769B23}" type="pres">
      <dgm:prSet presAssocID="{22010A54-3FD2-4EB6-B313-7FD5FDFDA4B1}" presName="theInnerList" presStyleCnt="0"/>
      <dgm:spPr/>
    </dgm:pt>
    <dgm:pt modelId="{AEACBA2F-8329-4F26-8B3D-15E2344EE821}" type="pres">
      <dgm:prSet presAssocID="{C7F18983-F87A-4C83-A498-18FC32731D21}" presName="childNode" presStyleLbl="node1" presStyleIdx="2" presStyleCnt="3">
        <dgm:presLayoutVars>
          <dgm:bulletEnabled val="1"/>
        </dgm:presLayoutVars>
      </dgm:prSet>
      <dgm:spPr/>
    </dgm:pt>
  </dgm:ptLst>
  <dgm:cxnLst>
    <dgm:cxn modelId="{B5623806-2645-4322-8AFE-4C4EA397715B}" srcId="{00B57564-C451-46DC-94AD-5844D976BCBF}" destId="{5CD6BE54-8173-49C2-9942-F9D667087323}" srcOrd="0" destOrd="0" parTransId="{D72A482E-4A1F-4F52-9C10-B942FD46FEC8}" sibTransId="{CBCEB770-26C5-4AB1-81C7-7B6074E9ADE2}"/>
    <dgm:cxn modelId="{D8F7FA0B-5E00-4681-AECA-5660C3FB8B58}" type="presOf" srcId="{22010A54-3FD2-4EB6-B313-7FD5FDFDA4B1}" destId="{330160B3-9E92-477A-98E9-01A0F808E56E}" srcOrd="0" destOrd="0" presId="urn:microsoft.com/office/officeart/2005/8/layout/lProcess2"/>
    <dgm:cxn modelId="{15EF580C-B90C-44B7-A2E3-58987C166CA0}" type="presOf" srcId="{22010A54-3FD2-4EB6-B313-7FD5FDFDA4B1}" destId="{9EF52E5B-0433-443B-8B39-6ED3F6434874}" srcOrd="1" destOrd="0" presId="urn:microsoft.com/office/officeart/2005/8/layout/lProcess2"/>
    <dgm:cxn modelId="{DAE00D16-9124-46AD-9089-B57F16868192}" type="presOf" srcId="{78362794-DF59-44F3-AEA8-43763C68F487}" destId="{8134A4B3-2410-45F2-9C7C-0B8BDD67FB2A}" srcOrd="0" destOrd="0" presId="urn:microsoft.com/office/officeart/2005/8/layout/lProcess2"/>
    <dgm:cxn modelId="{86780E19-F406-43C8-ADE3-3571E479E558}" srcId="{22010A54-3FD2-4EB6-B313-7FD5FDFDA4B1}" destId="{C7F18983-F87A-4C83-A498-18FC32731D21}" srcOrd="0" destOrd="0" parTransId="{55FBD464-69F4-41F1-9933-160C85BBF294}" sibTransId="{1E60C611-2FB4-468F-9AC0-2903A89A5C92}"/>
    <dgm:cxn modelId="{8D09D31E-37F8-4E08-8CE3-6CAAE3AA43E8}" type="presOf" srcId="{5CD6BE54-8173-49C2-9942-F9D667087323}" destId="{8A9F1D35-E769-4382-8CD5-DFCB106263E9}" srcOrd="1" destOrd="0" presId="urn:microsoft.com/office/officeart/2005/8/layout/lProcess2"/>
    <dgm:cxn modelId="{605CA529-A58B-4E93-9103-5567B3D4DB52}" type="presOf" srcId="{00B57564-C451-46DC-94AD-5844D976BCBF}" destId="{D1E076C2-42DB-4706-B7AA-BD6C2A9C2E24}" srcOrd="0" destOrd="0" presId="urn:microsoft.com/office/officeart/2005/8/layout/lProcess2"/>
    <dgm:cxn modelId="{3ECA0A60-04F1-45C3-B43C-07342C7BDC81}" type="presOf" srcId="{885149F1-F185-4217-9266-4B2502AED988}" destId="{1596F3D6-B05D-482B-99A6-3006BE64CD74}" srcOrd="1" destOrd="0" presId="urn:microsoft.com/office/officeart/2005/8/layout/lProcess2"/>
    <dgm:cxn modelId="{269FB16D-4F32-4219-8AB5-DD129CD1272E}" srcId="{5CD6BE54-8173-49C2-9942-F9D667087323}" destId="{78362794-DF59-44F3-AEA8-43763C68F487}" srcOrd="0" destOrd="0" parTransId="{39C6ED6A-869C-4919-B0DD-7B5E20A67FEB}" sibTransId="{C3986D51-7723-47D9-8FE9-3C85FFDE0062}"/>
    <dgm:cxn modelId="{19630352-5E07-4268-91BB-0BCE0FCDA597}" type="presOf" srcId="{C7F18983-F87A-4C83-A498-18FC32731D21}" destId="{AEACBA2F-8329-4F26-8B3D-15E2344EE821}" srcOrd="0" destOrd="0" presId="urn:microsoft.com/office/officeart/2005/8/layout/lProcess2"/>
    <dgm:cxn modelId="{FC5AFF93-B4E4-4668-996C-91EEF9E99A9E}" type="presOf" srcId="{5CD6BE54-8173-49C2-9942-F9D667087323}" destId="{25ED2AAB-519E-421D-A802-F6BBA654FF40}" srcOrd="0" destOrd="0" presId="urn:microsoft.com/office/officeart/2005/8/layout/lProcess2"/>
    <dgm:cxn modelId="{C6ACCAB4-A1FE-4E44-A60A-2722B8634B00}" srcId="{885149F1-F185-4217-9266-4B2502AED988}" destId="{7ACC8A0B-6753-4E72-8110-C85B3D107EE2}" srcOrd="0" destOrd="0" parTransId="{57E0AAA4-1CF5-405B-8761-228E074295A4}" sibTransId="{7DA017DE-0709-4607-806B-72242169D1F1}"/>
    <dgm:cxn modelId="{98D33AB7-0983-4487-AEC9-9C258BB084EB}" srcId="{00B57564-C451-46DC-94AD-5844D976BCBF}" destId="{22010A54-3FD2-4EB6-B313-7FD5FDFDA4B1}" srcOrd="2" destOrd="0" parTransId="{34D20175-A852-4287-A173-CC73871A8DDC}" sibTransId="{834A6D80-165D-45D2-9A72-4A454B28E71E}"/>
    <dgm:cxn modelId="{871918C2-0E8C-48AD-B568-F65370704A70}" srcId="{00B57564-C451-46DC-94AD-5844D976BCBF}" destId="{885149F1-F185-4217-9266-4B2502AED988}" srcOrd="1" destOrd="0" parTransId="{29789952-C1EF-4614-8E86-0EBB3E153E4E}" sibTransId="{27EBF445-55C4-408A-941D-5806A143DF48}"/>
    <dgm:cxn modelId="{11A89FE3-5561-4886-93DA-A9DF431389C8}" type="presOf" srcId="{885149F1-F185-4217-9266-4B2502AED988}" destId="{7E3D3760-CF47-43FA-8705-F55427DF2D98}" srcOrd="0" destOrd="0" presId="urn:microsoft.com/office/officeart/2005/8/layout/lProcess2"/>
    <dgm:cxn modelId="{279398FE-E5B5-4B63-A34D-228324589F1B}" type="presOf" srcId="{7ACC8A0B-6753-4E72-8110-C85B3D107EE2}" destId="{F8C178C9-DC2F-4490-AFAE-F7D76DB66955}" srcOrd="0" destOrd="0" presId="urn:microsoft.com/office/officeart/2005/8/layout/lProcess2"/>
    <dgm:cxn modelId="{100146D5-3B91-4987-B494-DC5C21E451E7}" type="presParOf" srcId="{D1E076C2-42DB-4706-B7AA-BD6C2A9C2E24}" destId="{E5CA7DA1-39C9-4BED-9502-D6681D412952}" srcOrd="0" destOrd="0" presId="urn:microsoft.com/office/officeart/2005/8/layout/lProcess2"/>
    <dgm:cxn modelId="{FC30A4EF-814F-4871-ADE1-A32AEF558B40}" type="presParOf" srcId="{E5CA7DA1-39C9-4BED-9502-D6681D412952}" destId="{25ED2AAB-519E-421D-A802-F6BBA654FF40}" srcOrd="0" destOrd="0" presId="urn:microsoft.com/office/officeart/2005/8/layout/lProcess2"/>
    <dgm:cxn modelId="{E87D51C0-60C8-4573-8D7B-FB998E9E21F8}" type="presParOf" srcId="{E5CA7DA1-39C9-4BED-9502-D6681D412952}" destId="{8A9F1D35-E769-4382-8CD5-DFCB106263E9}" srcOrd="1" destOrd="0" presId="urn:microsoft.com/office/officeart/2005/8/layout/lProcess2"/>
    <dgm:cxn modelId="{67F1AE30-B4BF-4BC4-B794-4B38AE829F04}" type="presParOf" srcId="{E5CA7DA1-39C9-4BED-9502-D6681D412952}" destId="{60B3C931-1E66-4820-9FEC-7CD44FCF6A37}" srcOrd="2" destOrd="0" presId="urn:microsoft.com/office/officeart/2005/8/layout/lProcess2"/>
    <dgm:cxn modelId="{A6DA3BF7-7D71-4A91-9BE1-368E5AE2FDA9}" type="presParOf" srcId="{60B3C931-1E66-4820-9FEC-7CD44FCF6A37}" destId="{9D4D730A-4027-4505-BE47-99FE09FE33E7}" srcOrd="0" destOrd="0" presId="urn:microsoft.com/office/officeart/2005/8/layout/lProcess2"/>
    <dgm:cxn modelId="{C407C434-1298-4B2E-BD59-965956991795}" type="presParOf" srcId="{9D4D730A-4027-4505-BE47-99FE09FE33E7}" destId="{8134A4B3-2410-45F2-9C7C-0B8BDD67FB2A}" srcOrd="0" destOrd="0" presId="urn:microsoft.com/office/officeart/2005/8/layout/lProcess2"/>
    <dgm:cxn modelId="{E4D346D5-EC46-4877-B293-7E55CA50ECD6}" type="presParOf" srcId="{D1E076C2-42DB-4706-B7AA-BD6C2A9C2E24}" destId="{D101D1CA-B5F2-46A2-BCB7-AAEB83510762}" srcOrd="1" destOrd="0" presId="urn:microsoft.com/office/officeart/2005/8/layout/lProcess2"/>
    <dgm:cxn modelId="{5FB1CCF7-54CB-479E-B7B9-3E6B1624C2AC}" type="presParOf" srcId="{D1E076C2-42DB-4706-B7AA-BD6C2A9C2E24}" destId="{A2270EBF-6C93-479F-ADAF-1CF3E1CD44DD}" srcOrd="2" destOrd="0" presId="urn:microsoft.com/office/officeart/2005/8/layout/lProcess2"/>
    <dgm:cxn modelId="{D6DE0837-94F8-4F2A-A360-15127BFFABF9}" type="presParOf" srcId="{A2270EBF-6C93-479F-ADAF-1CF3E1CD44DD}" destId="{7E3D3760-CF47-43FA-8705-F55427DF2D98}" srcOrd="0" destOrd="0" presId="urn:microsoft.com/office/officeart/2005/8/layout/lProcess2"/>
    <dgm:cxn modelId="{0AC33042-0DE5-4D4C-85A3-350D2D0493D0}" type="presParOf" srcId="{A2270EBF-6C93-479F-ADAF-1CF3E1CD44DD}" destId="{1596F3D6-B05D-482B-99A6-3006BE64CD74}" srcOrd="1" destOrd="0" presId="urn:microsoft.com/office/officeart/2005/8/layout/lProcess2"/>
    <dgm:cxn modelId="{CDF3BE5D-856A-4F46-B033-41707CC93FA7}" type="presParOf" srcId="{A2270EBF-6C93-479F-ADAF-1CF3E1CD44DD}" destId="{3BAD182F-FDC8-4938-ABDF-EE7EF4E666C9}" srcOrd="2" destOrd="0" presId="urn:microsoft.com/office/officeart/2005/8/layout/lProcess2"/>
    <dgm:cxn modelId="{B27178DB-E3F3-4CFB-8A77-7A56C654B6DC}" type="presParOf" srcId="{3BAD182F-FDC8-4938-ABDF-EE7EF4E666C9}" destId="{3522DD24-EF7F-405A-B37B-0E2299C87BA9}" srcOrd="0" destOrd="0" presId="urn:microsoft.com/office/officeart/2005/8/layout/lProcess2"/>
    <dgm:cxn modelId="{BF39316C-B985-4104-8426-7F8733844A07}" type="presParOf" srcId="{3522DD24-EF7F-405A-B37B-0E2299C87BA9}" destId="{F8C178C9-DC2F-4490-AFAE-F7D76DB66955}" srcOrd="0" destOrd="0" presId="urn:microsoft.com/office/officeart/2005/8/layout/lProcess2"/>
    <dgm:cxn modelId="{4F204526-7D5F-499D-B4FE-4B60AEEF4CCC}" type="presParOf" srcId="{D1E076C2-42DB-4706-B7AA-BD6C2A9C2E24}" destId="{E40DD6D3-9061-476C-8FC9-4F9264A805EF}" srcOrd="3" destOrd="0" presId="urn:microsoft.com/office/officeart/2005/8/layout/lProcess2"/>
    <dgm:cxn modelId="{B52F7143-13D1-4E2B-84D6-3C9F004CA55E}" type="presParOf" srcId="{D1E076C2-42DB-4706-B7AA-BD6C2A9C2E24}" destId="{F5FC7361-D5A3-4348-9FF9-47D08BC94BAC}" srcOrd="4" destOrd="0" presId="urn:microsoft.com/office/officeart/2005/8/layout/lProcess2"/>
    <dgm:cxn modelId="{863510D5-E129-46A9-A812-F82CE429AA7A}" type="presParOf" srcId="{F5FC7361-D5A3-4348-9FF9-47D08BC94BAC}" destId="{330160B3-9E92-477A-98E9-01A0F808E56E}" srcOrd="0" destOrd="0" presId="urn:microsoft.com/office/officeart/2005/8/layout/lProcess2"/>
    <dgm:cxn modelId="{17F5F08F-447E-4C5B-8701-17160C0C1FA2}" type="presParOf" srcId="{F5FC7361-D5A3-4348-9FF9-47D08BC94BAC}" destId="{9EF52E5B-0433-443B-8B39-6ED3F6434874}" srcOrd="1" destOrd="0" presId="urn:microsoft.com/office/officeart/2005/8/layout/lProcess2"/>
    <dgm:cxn modelId="{34A9B57A-0DAE-4CEE-8A2E-117557FF9EE6}" type="presParOf" srcId="{F5FC7361-D5A3-4348-9FF9-47D08BC94BAC}" destId="{9E18DEF0-BA2E-4CAC-B43F-6ED1D14534A8}" srcOrd="2" destOrd="0" presId="urn:microsoft.com/office/officeart/2005/8/layout/lProcess2"/>
    <dgm:cxn modelId="{5865A4DB-1905-44A9-A255-7DC1071D24A8}" type="presParOf" srcId="{9E18DEF0-BA2E-4CAC-B43F-6ED1D14534A8}" destId="{75598C9C-C065-4363-8D27-5FD8A5769B23}" srcOrd="0" destOrd="0" presId="urn:microsoft.com/office/officeart/2005/8/layout/lProcess2"/>
    <dgm:cxn modelId="{4D0ADD0E-1982-4781-9167-EE7B3C89023D}" type="presParOf" srcId="{75598C9C-C065-4363-8D27-5FD8A5769B23}" destId="{AEACBA2F-8329-4F26-8B3D-15E2344EE821}" srcOrd="0"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F3291C33-5A06-40FE-B2AC-981797A97CF1}" type="doc">
      <dgm:prSet loTypeId="urn:microsoft.com/office/officeart/2005/8/layout/arrow5" loCatId="relationship" qsTypeId="urn:microsoft.com/office/officeart/2005/8/quickstyle/3d1" qsCatId="3D" csTypeId="urn:microsoft.com/office/officeart/2005/8/colors/colorful3" csCatId="colorful" phldr="1"/>
      <dgm:spPr/>
      <dgm:t>
        <a:bodyPr/>
        <a:lstStyle/>
        <a:p>
          <a:endParaRPr lang="zh-TW" altLang="en-US"/>
        </a:p>
      </dgm:t>
    </dgm:pt>
    <dgm:pt modelId="{ED4C59F5-0552-4FE9-9A85-AE6F13DC8006}">
      <dgm:prSet/>
      <dgm:spPr/>
      <dgm:t>
        <a:bodyPr/>
        <a:lstStyle/>
        <a:p>
          <a:pPr rtl="0"/>
          <a:r>
            <a:rPr lang="en-US" b="1"/>
            <a:t>Linux</a:t>
          </a:r>
          <a:endParaRPr lang="zh-TW"/>
        </a:p>
      </dgm:t>
      <dgm:extLst>
        <a:ext uri="{E40237B7-FDA0-4F09-8148-C483321AD2D9}">
          <dgm14:cNvPr xmlns:dgm14="http://schemas.microsoft.com/office/drawing/2010/diagram" id="0" name="">
            <a:hlinkClick xmlns:r="http://schemas.openxmlformats.org/officeDocument/2006/relationships" r:id="rId1" action="ppaction://hlinksldjump"/>
          </dgm14:cNvPr>
        </a:ext>
      </dgm:extLst>
    </dgm:pt>
    <dgm:pt modelId="{93B9A707-11F6-4583-9F25-9F732FF92574}" type="parTrans" cxnId="{E558AE18-BF35-4296-88A3-170F4A633E0F}">
      <dgm:prSet/>
      <dgm:spPr/>
      <dgm:t>
        <a:bodyPr/>
        <a:lstStyle/>
        <a:p>
          <a:endParaRPr lang="zh-TW" altLang="en-US"/>
        </a:p>
      </dgm:t>
    </dgm:pt>
    <dgm:pt modelId="{CDA63349-8F60-416F-802E-CCFB909F36F9}" type="sibTrans" cxnId="{E558AE18-BF35-4296-88A3-170F4A633E0F}">
      <dgm:prSet/>
      <dgm:spPr/>
      <dgm:t>
        <a:bodyPr/>
        <a:lstStyle/>
        <a:p>
          <a:endParaRPr lang="zh-TW" altLang="en-US"/>
        </a:p>
      </dgm:t>
    </dgm:pt>
    <dgm:pt modelId="{CC6FFE30-605C-43EA-AB99-7C1B9A43D1B8}">
      <dgm:prSet/>
      <dgm:spPr/>
      <dgm:t>
        <a:bodyPr/>
        <a:lstStyle/>
        <a:p>
          <a:pPr rtl="0"/>
          <a:r>
            <a:rPr lang="en-US" b="1"/>
            <a:t>Mac</a:t>
          </a:r>
          <a:endParaRPr lang="zh-TW"/>
        </a:p>
      </dgm:t>
      <dgm:extLst>
        <a:ext uri="{E40237B7-FDA0-4F09-8148-C483321AD2D9}">
          <dgm14:cNvPr xmlns:dgm14="http://schemas.microsoft.com/office/drawing/2010/diagram" id="0" name="">
            <a:hlinkClick xmlns:r="http://schemas.openxmlformats.org/officeDocument/2006/relationships" r:id="rId2" action="ppaction://hlinksldjump"/>
          </dgm14:cNvPr>
        </a:ext>
      </dgm:extLst>
    </dgm:pt>
    <dgm:pt modelId="{734850D3-0F9B-4E79-BE69-31DFCC82019C}" type="parTrans" cxnId="{291E9732-5464-4404-BCF3-1B6249376337}">
      <dgm:prSet/>
      <dgm:spPr/>
      <dgm:t>
        <a:bodyPr/>
        <a:lstStyle/>
        <a:p>
          <a:endParaRPr lang="zh-TW" altLang="en-US"/>
        </a:p>
      </dgm:t>
    </dgm:pt>
    <dgm:pt modelId="{47E1152D-5E00-40BB-AF1F-53467B15D907}" type="sibTrans" cxnId="{291E9732-5464-4404-BCF3-1B6249376337}">
      <dgm:prSet/>
      <dgm:spPr/>
      <dgm:t>
        <a:bodyPr/>
        <a:lstStyle/>
        <a:p>
          <a:endParaRPr lang="zh-TW" altLang="en-US"/>
        </a:p>
      </dgm:t>
    </dgm:pt>
    <dgm:pt modelId="{41CD36D2-400D-4F17-8422-9E5F1676D7F6}">
      <dgm:prSet/>
      <dgm:spPr/>
      <dgm:t>
        <a:bodyPr/>
        <a:lstStyle/>
        <a:p>
          <a:pPr rtl="0"/>
          <a:r>
            <a:rPr lang="en-US" b="1"/>
            <a:t>Windows</a:t>
          </a:r>
          <a:endParaRPr lang="zh-TW"/>
        </a:p>
      </dgm:t>
      <dgm:extLst>
        <a:ext uri="{E40237B7-FDA0-4F09-8148-C483321AD2D9}">
          <dgm14:cNvPr xmlns:dgm14="http://schemas.microsoft.com/office/drawing/2010/diagram" id="0" name="">
            <a:hlinkClick xmlns:r="http://schemas.openxmlformats.org/officeDocument/2006/relationships" r:id="rId3" action="ppaction://hlinksldjump"/>
          </dgm14:cNvPr>
        </a:ext>
      </dgm:extLst>
    </dgm:pt>
    <dgm:pt modelId="{487E9718-AF14-4AAA-8AC6-ACA34B402F47}" type="parTrans" cxnId="{9BF15D8B-0E34-4E14-B15E-818B4BF88EB1}">
      <dgm:prSet/>
      <dgm:spPr/>
      <dgm:t>
        <a:bodyPr/>
        <a:lstStyle/>
        <a:p>
          <a:endParaRPr lang="zh-TW" altLang="en-US"/>
        </a:p>
      </dgm:t>
    </dgm:pt>
    <dgm:pt modelId="{33479ECB-809F-437D-BF09-B58C14F7B86A}" type="sibTrans" cxnId="{9BF15D8B-0E34-4E14-B15E-818B4BF88EB1}">
      <dgm:prSet/>
      <dgm:spPr/>
      <dgm:t>
        <a:bodyPr/>
        <a:lstStyle/>
        <a:p>
          <a:endParaRPr lang="zh-TW" altLang="en-US"/>
        </a:p>
      </dgm:t>
    </dgm:pt>
    <dgm:pt modelId="{7DEC9E31-6F3C-4046-A27B-9CD3BA1F2058}" type="pres">
      <dgm:prSet presAssocID="{F3291C33-5A06-40FE-B2AC-981797A97CF1}" presName="diagram" presStyleCnt="0">
        <dgm:presLayoutVars>
          <dgm:dir/>
          <dgm:resizeHandles val="exact"/>
        </dgm:presLayoutVars>
      </dgm:prSet>
      <dgm:spPr/>
    </dgm:pt>
    <dgm:pt modelId="{67B68FC3-DDBC-4F2F-B337-FCD3A22DAEFD}" type="pres">
      <dgm:prSet presAssocID="{ED4C59F5-0552-4FE9-9A85-AE6F13DC8006}" presName="arrow" presStyleLbl="node1" presStyleIdx="0" presStyleCnt="3">
        <dgm:presLayoutVars>
          <dgm:bulletEnabled val="1"/>
        </dgm:presLayoutVars>
      </dgm:prSet>
      <dgm:spPr/>
    </dgm:pt>
    <dgm:pt modelId="{6B61CA01-2211-40FD-A5E8-4F93BE59D1D6}" type="pres">
      <dgm:prSet presAssocID="{CC6FFE30-605C-43EA-AB99-7C1B9A43D1B8}" presName="arrow" presStyleLbl="node1" presStyleIdx="1" presStyleCnt="3">
        <dgm:presLayoutVars>
          <dgm:bulletEnabled val="1"/>
        </dgm:presLayoutVars>
      </dgm:prSet>
      <dgm:spPr/>
    </dgm:pt>
    <dgm:pt modelId="{1C88FA36-B44F-41E5-AC0E-D345D77A2842}" type="pres">
      <dgm:prSet presAssocID="{41CD36D2-400D-4F17-8422-9E5F1676D7F6}" presName="arrow" presStyleLbl="node1" presStyleIdx="2" presStyleCnt="3">
        <dgm:presLayoutVars>
          <dgm:bulletEnabled val="1"/>
        </dgm:presLayoutVars>
      </dgm:prSet>
      <dgm:spPr/>
    </dgm:pt>
  </dgm:ptLst>
  <dgm:cxnLst>
    <dgm:cxn modelId="{E558AE18-BF35-4296-88A3-170F4A633E0F}" srcId="{F3291C33-5A06-40FE-B2AC-981797A97CF1}" destId="{ED4C59F5-0552-4FE9-9A85-AE6F13DC8006}" srcOrd="0" destOrd="0" parTransId="{93B9A707-11F6-4583-9F25-9F732FF92574}" sibTransId="{CDA63349-8F60-416F-802E-CCFB909F36F9}"/>
    <dgm:cxn modelId="{291E9732-5464-4404-BCF3-1B6249376337}" srcId="{F3291C33-5A06-40FE-B2AC-981797A97CF1}" destId="{CC6FFE30-605C-43EA-AB99-7C1B9A43D1B8}" srcOrd="1" destOrd="0" parTransId="{734850D3-0F9B-4E79-BE69-31DFCC82019C}" sibTransId="{47E1152D-5E00-40BB-AF1F-53467B15D907}"/>
    <dgm:cxn modelId="{B07E405E-4570-49FF-B1E3-157345D20179}" type="presOf" srcId="{ED4C59F5-0552-4FE9-9A85-AE6F13DC8006}" destId="{67B68FC3-DDBC-4F2F-B337-FCD3A22DAEFD}" srcOrd="0" destOrd="0" presId="urn:microsoft.com/office/officeart/2005/8/layout/arrow5"/>
    <dgm:cxn modelId="{21625555-FAEA-4BCF-88BF-584A531115D0}" type="presOf" srcId="{CC6FFE30-605C-43EA-AB99-7C1B9A43D1B8}" destId="{6B61CA01-2211-40FD-A5E8-4F93BE59D1D6}" srcOrd="0" destOrd="0" presId="urn:microsoft.com/office/officeart/2005/8/layout/arrow5"/>
    <dgm:cxn modelId="{9BF15D8B-0E34-4E14-B15E-818B4BF88EB1}" srcId="{F3291C33-5A06-40FE-B2AC-981797A97CF1}" destId="{41CD36D2-400D-4F17-8422-9E5F1676D7F6}" srcOrd="2" destOrd="0" parTransId="{487E9718-AF14-4AAA-8AC6-ACA34B402F47}" sibTransId="{33479ECB-809F-437D-BF09-B58C14F7B86A}"/>
    <dgm:cxn modelId="{91310AAF-804F-4C49-994A-680D998AFAB8}" type="presOf" srcId="{41CD36D2-400D-4F17-8422-9E5F1676D7F6}" destId="{1C88FA36-B44F-41E5-AC0E-D345D77A2842}" srcOrd="0" destOrd="0" presId="urn:microsoft.com/office/officeart/2005/8/layout/arrow5"/>
    <dgm:cxn modelId="{19650FFC-F52E-40FF-B036-62CA57797FEA}" type="presOf" srcId="{F3291C33-5A06-40FE-B2AC-981797A97CF1}" destId="{7DEC9E31-6F3C-4046-A27B-9CD3BA1F2058}" srcOrd="0" destOrd="0" presId="urn:microsoft.com/office/officeart/2005/8/layout/arrow5"/>
    <dgm:cxn modelId="{7C91C8CA-9570-494F-AF8A-1D566D739B69}" type="presParOf" srcId="{7DEC9E31-6F3C-4046-A27B-9CD3BA1F2058}" destId="{67B68FC3-DDBC-4F2F-B337-FCD3A22DAEFD}" srcOrd="0" destOrd="0" presId="urn:microsoft.com/office/officeart/2005/8/layout/arrow5"/>
    <dgm:cxn modelId="{000CF81D-FCD9-4719-8A52-3B0E3FC7015D}" type="presParOf" srcId="{7DEC9E31-6F3C-4046-A27B-9CD3BA1F2058}" destId="{6B61CA01-2211-40FD-A5E8-4F93BE59D1D6}" srcOrd="1" destOrd="0" presId="urn:microsoft.com/office/officeart/2005/8/layout/arrow5"/>
    <dgm:cxn modelId="{835BADDC-A965-4A4E-B9DF-106009D1172B}" type="presParOf" srcId="{7DEC9E31-6F3C-4046-A27B-9CD3BA1F2058}" destId="{1C88FA36-B44F-41E5-AC0E-D345D77A2842}" srcOrd="2" destOrd="0" presId="urn:microsoft.com/office/officeart/2005/8/layout/arrow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DF250055-9B24-4441-A168-634F27271B58}" type="doc">
      <dgm:prSet loTypeId="urn:microsoft.com/office/officeart/2009/3/layout/StepUpProcess" loCatId="process" qsTypeId="urn:microsoft.com/office/officeart/2005/8/quickstyle/simple1" qsCatId="simple" csTypeId="urn:microsoft.com/office/officeart/2005/8/colors/accent1_2" csCatId="accent1" phldr="1"/>
      <dgm:spPr/>
      <dgm:t>
        <a:bodyPr/>
        <a:lstStyle/>
        <a:p>
          <a:endParaRPr lang="zh-TW" altLang="en-US"/>
        </a:p>
      </dgm:t>
    </dgm:pt>
    <dgm:pt modelId="{4FD3C57E-3E81-4EF9-8956-24324ACC8F00}">
      <dgm:prSet custT="1"/>
      <dgm:spPr/>
      <dgm:t>
        <a:bodyPr/>
        <a:lstStyle/>
        <a:p>
          <a:pPr rtl="0"/>
          <a:r>
            <a:rPr lang="en-US" sz="2000" b="1" dirty="0"/>
            <a:t>2005</a:t>
          </a:r>
          <a:r>
            <a:rPr lang="zh-TW" sz="2000" b="1" dirty="0"/>
            <a:t>年</a:t>
          </a:r>
          <a:endParaRPr lang="zh-TW" sz="2000" dirty="0"/>
        </a:p>
      </dgm:t>
    </dgm:pt>
    <dgm:pt modelId="{E7270623-1A34-4EEB-B565-CC2A61850DEC}" type="parTrans" cxnId="{23608C94-24CE-4971-96C5-6FA0F7F1B1E3}">
      <dgm:prSet/>
      <dgm:spPr/>
      <dgm:t>
        <a:bodyPr/>
        <a:lstStyle/>
        <a:p>
          <a:endParaRPr lang="zh-TW" altLang="en-US"/>
        </a:p>
      </dgm:t>
    </dgm:pt>
    <dgm:pt modelId="{328FEB14-A11F-4953-A547-EA409E2FC717}" type="sibTrans" cxnId="{23608C94-24CE-4971-96C5-6FA0F7F1B1E3}">
      <dgm:prSet/>
      <dgm:spPr/>
      <dgm:t>
        <a:bodyPr/>
        <a:lstStyle/>
        <a:p>
          <a:endParaRPr lang="zh-TW" altLang="en-US"/>
        </a:p>
      </dgm:t>
    </dgm:pt>
    <dgm:pt modelId="{B2F86A9C-5B3F-40E9-B98C-FF87CF3DA669}">
      <dgm:prSet custT="1"/>
      <dgm:spPr/>
      <dgm:t>
        <a:bodyPr/>
        <a:lstStyle/>
        <a:p>
          <a:pPr rtl="0"/>
          <a:r>
            <a:rPr lang="en-US" sz="2000" b="1" dirty="0"/>
            <a:t>Google</a:t>
          </a:r>
          <a:r>
            <a:rPr lang="zh-TW" sz="2000" b="1" dirty="0"/>
            <a:t>買下</a:t>
          </a:r>
          <a:r>
            <a:rPr lang="en-US" sz="2000" b="1" dirty="0"/>
            <a:t>Android</a:t>
          </a:r>
          <a:endParaRPr lang="zh-TW" sz="2000" dirty="0"/>
        </a:p>
      </dgm:t>
    </dgm:pt>
    <dgm:pt modelId="{81891966-E64E-4EDC-8A4F-F8CE7C841531}" type="parTrans" cxnId="{E365ADAE-9F81-47CD-86CA-738B2C128758}">
      <dgm:prSet/>
      <dgm:spPr/>
      <dgm:t>
        <a:bodyPr/>
        <a:lstStyle/>
        <a:p>
          <a:endParaRPr lang="zh-TW" altLang="en-US"/>
        </a:p>
      </dgm:t>
    </dgm:pt>
    <dgm:pt modelId="{47441C93-656F-498C-B4C5-D9A37F62225B}" type="sibTrans" cxnId="{E365ADAE-9F81-47CD-86CA-738B2C128758}">
      <dgm:prSet/>
      <dgm:spPr/>
      <dgm:t>
        <a:bodyPr/>
        <a:lstStyle/>
        <a:p>
          <a:endParaRPr lang="zh-TW" altLang="en-US"/>
        </a:p>
      </dgm:t>
    </dgm:pt>
    <dgm:pt modelId="{5C781508-C7AD-4CEA-A11D-DD326651A00C}">
      <dgm:prSet custT="1"/>
      <dgm:spPr/>
      <dgm:t>
        <a:bodyPr/>
        <a:lstStyle/>
        <a:p>
          <a:pPr rtl="0"/>
          <a:r>
            <a:rPr lang="en-US" sz="2000" b="1" dirty="0"/>
            <a:t>2007</a:t>
          </a:r>
          <a:r>
            <a:rPr lang="zh-TW" sz="2000" b="1" dirty="0"/>
            <a:t>年</a:t>
          </a:r>
          <a:endParaRPr lang="zh-TW" sz="2000" dirty="0"/>
        </a:p>
      </dgm:t>
    </dgm:pt>
    <dgm:pt modelId="{75FD3363-0B84-4753-A282-CC992BFC21CE}" type="parTrans" cxnId="{DEFF8E83-8915-40E1-A86E-F3F7639C065B}">
      <dgm:prSet/>
      <dgm:spPr/>
      <dgm:t>
        <a:bodyPr/>
        <a:lstStyle/>
        <a:p>
          <a:endParaRPr lang="zh-TW" altLang="en-US"/>
        </a:p>
      </dgm:t>
    </dgm:pt>
    <dgm:pt modelId="{E944CB8A-62D3-4B8C-B312-47ACD5F2EE2C}" type="sibTrans" cxnId="{DEFF8E83-8915-40E1-A86E-F3F7639C065B}">
      <dgm:prSet/>
      <dgm:spPr/>
      <dgm:t>
        <a:bodyPr/>
        <a:lstStyle/>
        <a:p>
          <a:endParaRPr lang="zh-TW" altLang="en-US"/>
        </a:p>
      </dgm:t>
    </dgm:pt>
    <dgm:pt modelId="{AF3B1FB8-DC6C-487D-9AC8-3C9F90E4C6AF}">
      <dgm:prSet custT="1"/>
      <dgm:spPr/>
      <dgm:t>
        <a:bodyPr/>
        <a:lstStyle/>
        <a:p>
          <a:pPr rtl="0"/>
          <a:r>
            <a:rPr lang="en-US" sz="2000" b="1" dirty="0"/>
            <a:t>2008</a:t>
          </a:r>
          <a:r>
            <a:rPr lang="zh-TW" sz="2000" b="1" dirty="0"/>
            <a:t>年</a:t>
          </a:r>
          <a:endParaRPr lang="zh-TW" sz="2000" dirty="0"/>
        </a:p>
      </dgm:t>
    </dgm:pt>
    <dgm:pt modelId="{30B56F7A-4611-4C5B-90E7-C9370C3F0B2B}" type="parTrans" cxnId="{2F54EB4E-0F59-42D5-AD75-DEF66C465438}">
      <dgm:prSet/>
      <dgm:spPr/>
      <dgm:t>
        <a:bodyPr/>
        <a:lstStyle/>
        <a:p>
          <a:endParaRPr lang="zh-TW" altLang="en-US"/>
        </a:p>
      </dgm:t>
    </dgm:pt>
    <dgm:pt modelId="{B5563E9E-612C-415B-8805-4CC0196EFB15}" type="sibTrans" cxnId="{2F54EB4E-0F59-42D5-AD75-DEF66C465438}">
      <dgm:prSet/>
      <dgm:spPr/>
      <dgm:t>
        <a:bodyPr/>
        <a:lstStyle/>
        <a:p>
          <a:endParaRPr lang="zh-TW" altLang="en-US"/>
        </a:p>
      </dgm:t>
    </dgm:pt>
    <dgm:pt modelId="{A4E3596A-0D3F-4523-8652-2D1E60912864}">
      <dgm:prSet custT="1"/>
      <dgm:spPr/>
      <dgm:t>
        <a:bodyPr/>
        <a:lstStyle/>
        <a:p>
          <a:pPr rtl="0"/>
          <a:r>
            <a:rPr lang="zh-TW" sz="2000" b="1" dirty="0"/>
            <a:t>第一個搭配</a:t>
          </a:r>
          <a:r>
            <a:rPr lang="en-US" sz="2000" b="1" dirty="0"/>
            <a:t>Android 1.0</a:t>
          </a:r>
          <a:r>
            <a:rPr lang="zh-TW" sz="2000" b="1" dirty="0"/>
            <a:t>的手機，</a:t>
          </a:r>
          <a:r>
            <a:rPr lang="zh-TW" altLang="en-US" sz="2000" b="1" dirty="0"/>
            <a:t>是</a:t>
          </a:r>
          <a:r>
            <a:rPr lang="zh-TW" sz="2000" b="1" dirty="0"/>
            <a:t>以美國電信商</a:t>
          </a:r>
          <a:r>
            <a:rPr lang="en-US" sz="2000" b="1" dirty="0"/>
            <a:t>T-Mobile</a:t>
          </a:r>
          <a:r>
            <a:rPr lang="zh-TW" sz="2000" b="1" dirty="0"/>
            <a:t>之名推出型號為</a:t>
          </a:r>
          <a:r>
            <a:rPr lang="en-US" sz="2000" b="1" dirty="0" err="1"/>
            <a:t>G1</a:t>
          </a:r>
          <a:r>
            <a:rPr lang="zh-TW" sz="2000" b="1" dirty="0"/>
            <a:t>的手機 </a:t>
          </a:r>
          <a:endParaRPr lang="zh-TW" sz="2000" dirty="0"/>
        </a:p>
      </dgm:t>
    </dgm:pt>
    <dgm:pt modelId="{D528A5E5-27C8-4EE0-9650-AB0D7F8EAC92}" type="parTrans" cxnId="{C908B8A3-47A1-4191-8EEB-AED3A76066EF}">
      <dgm:prSet/>
      <dgm:spPr/>
      <dgm:t>
        <a:bodyPr/>
        <a:lstStyle/>
        <a:p>
          <a:endParaRPr lang="zh-TW" altLang="en-US"/>
        </a:p>
      </dgm:t>
    </dgm:pt>
    <dgm:pt modelId="{C23802B4-49DF-4346-B0E4-036112C0FF72}" type="sibTrans" cxnId="{C908B8A3-47A1-4191-8EEB-AED3A76066EF}">
      <dgm:prSet/>
      <dgm:spPr/>
      <dgm:t>
        <a:bodyPr/>
        <a:lstStyle/>
        <a:p>
          <a:endParaRPr lang="zh-TW" altLang="en-US"/>
        </a:p>
      </dgm:t>
    </dgm:pt>
    <dgm:pt modelId="{3D9C31C7-CB88-4000-ADAA-5211C2CF63FA}">
      <dgm:prSet custT="1"/>
      <dgm:spPr/>
      <dgm:t>
        <a:bodyPr/>
        <a:lstStyle/>
        <a:p>
          <a:pPr rtl="0"/>
          <a:r>
            <a:rPr lang="zh-TW" sz="2000" b="1" dirty="0"/>
            <a:t>宣稱</a:t>
          </a:r>
          <a:r>
            <a:rPr lang="en-US" sz="2000" b="1" dirty="0"/>
            <a:t>Android</a:t>
          </a:r>
          <a:r>
            <a:rPr lang="zh-TW" sz="2000" b="1" dirty="0"/>
            <a:t>會是一個免費且開放原始碼的作業系統</a:t>
          </a:r>
          <a:endParaRPr lang="zh-TW" sz="2000" dirty="0"/>
        </a:p>
      </dgm:t>
    </dgm:pt>
    <dgm:pt modelId="{29D221B8-0F72-44D1-B336-28556A4570BF}" type="parTrans" cxnId="{57ED31EE-3989-4B9B-8A88-B711E8A1629C}">
      <dgm:prSet/>
      <dgm:spPr/>
      <dgm:t>
        <a:bodyPr/>
        <a:lstStyle/>
        <a:p>
          <a:endParaRPr lang="zh-TW" altLang="en-US"/>
        </a:p>
      </dgm:t>
    </dgm:pt>
    <dgm:pt modelId="{019A6736-673A-46C3-8A64-0B8FF2240F19}" type="sibTrans" cxnId="{57ED31EE-3989-4B9B-8A88-B711E8A1629C}">
      <dgm:prSet/>
      <dgm:spPr/>
      <dgm:t>
        <a:bodyPr/>
        <a:lstStyle/>
        <a:p>
          <a:endParaRPr lang="zh-TW" altLang="en-US"/>
        </a:p>
      </dgm:t>
    </dgm:pt>
    <dgm:pt modelId="{687FBE70-8C1F-42E7-A811-4A6876BB5FB4}" type="pres">
      <dgm:prSet presAssocID="{DF250055-9B24-4441-A168-634F27271B58}" presName="rootnode" presStyleCnt="0">
        <dgm:presLayoutVars>
          <dgm:chMax/>
          <dgm:chPref/>
          <dgm:dir/>
          <dgm:animLvl val="lvl"/>
        </dgm:presLayoutVars>
      </dgm:prSet>
      <dgm:spPr/>
    </dgm:pt>
    <dgm:pt modelId="{9E3F0F57-6D30-497D-B1C5-556DD1C39077}" type="pres">
      <dgm:prSet presAssocID="{4FD3C57E-3E81-4EF9-8956-24324ACC8F00}" presName="composite" presStyleCnt="0"/>
      <dgm:spPr/>
    </dgm:pt>
    <dgm:pt modelId="{6AD3A1F0-B41C-4244-9D6C-B7E4DAB9FE93}" type="pres">
      <dgm:prSet presAssocID="{4FD3C57E-3E81-4EF9-8956-24324ACC8F00}" presName="LShape" presStyleLbl="alignNode1" presStyleIdx="0" presStyleCnt="5"/>
      <dgm:spPr/>
    </dgm:pt>
    <dgm:pt modelId="{CCA770B7-B2CD-40F2-B405-A1EAC4F77FB1}" type="pres">
      <dgm:prSet presAssocID="{4FD3C57E-3E81-4EF9-8956-24324ACC8F00}" presName="ParentText" presStyleLbl="revTx" presStyleIdx="0" presStyleCnt="3">
        <dgm:presLayoutVars>
          <dgm:chMax val="0"/>
          <dgm:chPref val="0"/>
          <dgm:bulletEnabled val="1"/>
        </dgm:presLayoutVars>
      </dgm:prSet>
      <dgm:spPr/>
    </dgm:pt>
    <dgm:pt modelId="{4DBF157E-7129-4592-9FF2-C6E7EFFE6382}" type="pres">
      <dgm:prSet presAssocID="{4FD3C57E-3E81-4EF9-8956-24324ACC8F00}" presName="Triangle" presStyleLbl="alignNode1" presStyleIdx="1" presStyleCnt="5"/>
      <dgm:spPr/>
    </dgm:pt>
    <dgm:pt modelId="{EF27A1A8-3FEB-4296-AE49-7C716A99ACE9}" type="pres">
      <dgm:prSet presAssocID="{328FEB14-A11F-4953-A547-EA409E2FC717}" presName="sibTrans" presStyleCnt="0"/>
      <dgm:spPr/>
    </dgm:pt>
    <dgm:pt modelId="{66364221-39A8-430A-9460-063B9F0C1225}" type="pres">
      <dgm:prSet presAssocID="{328FEB14-A11F-4953-A547-EA409E2FC717}" presName="space" presStyleCnt="0"/>
      <dgm:spPr/>
    </dgm:pt>
    <dgm:pt modelId="{F8608558-3194-4A5D-9436-F967CDD6B572}" type="pres">
      <dgm:prSet presAssocID="{5C781508-C7AD-4CEA-A11D-DD326651A00C}" presName="composite" presStyleCnt="0"/>
      <dgm:spPr/>
    </dgm:pt>
    <dgm:pt modelId="{9DFD250E-5EBF-4CB6-933A-8679AE1E52FD}" type="pres">
      <dgm:prSet presAssocID="{5C781508-C7AD-4CEA-A11D-DD326651A00C}" presName="LShape" presStyleLbl="alignNode1" presStyleIdx="2" presStyleCnt="5"/>
      <dgm:spPr/>
    </dgm:pt>
    <dgm:pt modelId="{B81E8F95-DBBE-4D0E-91F0-692DABC70F32}" type="pres">
      <dgm:prSet presAssocID="{5C781508-C7AD-4CEA-A11D-DD326651A00C}" presName="ParentText" presStyleLbl="revTx" presStyleIdx="1" presStyleCnt="3">
        <dgm:presLayoutVars>
          <dgm:chMax val="0"/>
          <dgm:chPref val="0"/>
          <dgm:bulletEnabled val="1"/>
        </dgm:presLayoutVars>
      </dgm:prSet>
      <dgm:spPr/>
    </dgm:pt>
    <dgm:pt modelId="{877A3855-3C20-4EBC-862F-8AC3FABD3823}" type="pres">
      <dgm:prSet presAssocID="{5C781508-C7AD-4CEA-A11D-DD326651A00C}" presName="Triangle" presStyleLbl="alignNode1" presStyleIdx="3" presStyleCnt="5"/>
      <dgm:spPr/>
    </dgm:pt>
    <dgm:pt modelId="{C7CA0420-A74C-4DA3-B4AC-83D0C9E6AF2F}" type="pres">
      <dgm:prSet presAssocID="{E944CB8A-62D3-4B8C-B312-47ACD5F2EE2C}" presName="sibTrans" presStyleCnt="0"/>
      <dgm:spPr/>
    </dgm:pt>
    <dgm:pt modelId="{811A963F-D257-4746-8992-8B5B31CC901D}" type="pres">
      <dgm:prSet presAssocID="{E944CB8A-62D3-4B8C-B312-47ACD5F2EE2C}" presName="space" presStyleCnt="0"/>
      <dgm:spPr/>
    </dgm:pt>
    <dgm:pt modelId="{B40A38C9-A6A8-483F-9D5F-6A0E21C1903A}" type="pres">
      <dgm:prSet presAssocID="{AF3B1FB8-DC6C-487D-9AC8-3C9F90E4C6AF}" presName="composite" presStyleCnt="0"/>
      <dgm:spPr/>
    </dgm:pt>
    <dgm:pt modelId="{885852F6-ADB2-461A-8FD5-88DD34FA7431}" type="pres">
      <dgm:prSet presAssocID="{AF3B1FB8-DC6C-487D-9AC8-3C9F90E4C6AF}" presName="LShape" presStyleLbl="alignNode1" presStyleIdx="4" presStyleCnt="5"/>
      <dgm:spPr/>
    </dgm:pt>
    <dgm:pt modelId="{2B3E5C29-FCC8-4B36-BDE1-99F27176DE66}" type="pres">
      <dgm:prSet presAssocID="{AF3B1FB8-DC6C-487D-9AC8-3C9F90E4C6AF}" presName="ParentText" presStyleLbl="revTx" presStyleIdx="2" presStyleCnt="3">
        <dgm:presLayoutVars>
          <dgm:chMax val="0"/>
          <dgm:chPref val="0"/>
          <dgm:bulletEnabled val="1"/>
        </dgm:presLayoutVars>
      </dgm:prSet>
      <dgm:spPr/>
    </dgm:pt>
  </dgm:ptLst>
  <dgm:cxnLst>
    <dgm:cxn modelId="{C461BD05-3996-443E-938C-8048B1590B61}" type="presOf" srcId="{A4E3596A-0D3F-4523-8652-2D1E60912864}" destId="{2B3E5C29-FCC8-4B36-BDE1-99F27176DE66}" srcOrd="0" destOrd="1" presId="urn:microsoft.com/office/officeart/2009/3/layout/StepUpProcess"/>
    <dgm:cxn modelId="{BE179A1A-026C-47C4-AED1-1B4C437709CD}" type="presOf" srcId="{4FD3C57E-3E81-4EF9-8956-24324ACC8F00}" destId="{CCA770B7-B2CD-40F2-B405-A1EAC4F77FB1}" srcOrd="0" destOrd="0" presId="urn:microsoft.com/office/officeart/2009/3/layout/StepUpProcess"/>
    <dgm:cxn modelId="{20C60024-2A4E-4110-8986-460DB887F663}" type="presOf" srcId="{5C781508-C7AD-4CEA-A11D-DD326651A00C}" destId="{B81E8F95-DBBE-4D0E-91F0-692DABC70F32}" srcOrd="0" destOrd="0" presId="urn:microsoft.com/office/officeart/2009/3/layout/StepUpProcess"/>
    <dgm:cxn modelId="{E1FC772D-7F6E-4FFF-87F3-6DA13B3EBBF7}" type="presOf" srcId="{B2F86A9C-5B3F-40E9-B98C-FF87CF3DA669}" destId="{CCA770B7-B2CD-40F2-B405-A1EAC4F77FB1}" srcOrd="0" destOrd="1" presId="urn:microsoft.com/office/officeart/2009/3/layout/StepUpProcess"/>
    <dgm:cxn modelId="{05AC6035-53D3-45EA-BFC8-BF5A475ECEDA}" type="presOf" srcId="{AF3B1FB8-DC6C-487D-9AC8-3C9F90E4C6AF}" destId="{2B3E5C29-FCC8-4B36-BDE1-99F27176DE66}" srcOrd="0" destOrd="0" presId="urn:microsoft.com/office/officeart/2009/3/layout/StepUpProcess"/>
    <dgm:cxn modelId="{2F54EB4E-0F59-42D5-AD75-DEF66C465438}" srcId="{DF250055-9B24-4441-A168-634F27271B58}" destId="{AF3B1FB8-DC6C-487D-9AC8-3C9F90E4C6AF}" srcOrd="2" destOrd="0" parTransId="{30B56F7A-4611-4C5B-90E7-C9370C3F0B2B}" sibTransId="{B5563E9E-612C-415B-8805-4CC0196EFB15}"/>
    <dgm:cxn modelId="{DEFF8E83-8915-40E1-A86E-F3F7639C065B}" srcId="{DF250055-9B24-4441-A168-634F27271B58}" destId="{5C781508-C7AD-4CEA-A11D-DD326651A00C}" srcOrd="1" destOrd="0" parTransId="{75FD3363-0B84-4753-A282-CC992BFC21CE}" sibTransId="{E944CB8A-62D3-4B8C-B312-47ACD5F2EE2C}"/>
    <dgm:cxn modelId="{23608C94-24CE-4971-96C5-6FA0F7F1B1E3}" srcId="{DF250055-9B24-4441-A168-634F27271B58}" destId="{4FD3C57E-3E81-4EF9-8956-24324ACC8F00}" srcOrd="0" destOrd="0" parTransId="{E7270623-1A34-4EEB-B565-CC2A61850DEC}" sibTransId="{328FEB14-A11F-4953-A547-EA409E2FC717}"/>
    <dgm:cxn modelId="{5F5216A2-37C0-4AF0-9EC0-AED87B39978D}" type="presOf" srcId="{3D9C31C7-CB88-4000-ADAA-5211C2CF63FA}" destId="{B81E8F95-DBBE-4D0E-91F0-692DABC70F32}" srcOrd="0" destOrd="1" presId="urn:microsoft.com/office/officeart/2009/3/layout/StepUpProcess"/>
    <dgm:cxn modelId="{C908B8A3-47A1-4191-8EEB-AED3A76066EF}" srcId="{AF3B1FB8-DC6C-487D-9AC8-3C9F90E4C6AF}" destId="{A4E3596A-0D3F-4523-8652-2D1E60912864}" srcOrd="0" destOrd="0" parTransId="{D528A5E5-27C8-4EE0-9650-AB0D7F8EAC92}" sibTransId="{C23802B4-49DF-4346-B0E4-036112C0FF72}"/>
    <dgm:cxn modelId="{E365ADAE-9F81-47CD-86CA-738B2C128758}" srcId="{4FD3C57E-3E81-4EF9-8956-24324ACC8F00}" destId="{B2F86A9C-5B3F-40E9-B98C-FF87CF3DA669}" srcOrd="0" destOrd="0" parTransId="{81891966-E64E-4EDC-8A4F-F8CE7C841531}" sibTransId="{47441C93-656F-498C-B4C5-D9A37F62225B}"/>
    <dgm:cxn modelId="{57ED31EE-3989-4B9B-8A88-B711E8A1629C}" srcId="{5C781508-C7AD-4CEA-A11D-DD326651A00C}" destId="{3D9C31C7-CB88-4000-ADAA-5211C2CF63FA}" srcOrd="0" destOrd="0" parTransId="{29D221B8-0F72-44D1-B336-28556A4570BF}" sibTransId="{019A6736-673A-46C3-8A64-0B8FF2240F19}"/>
    <dgm:cxn modelId="{D61E4CF9-C0E6-4BEE-B654-C8E327D7FC87}" type="presOf" srcId="{DF250055-9B24-4441-A168-634F27271B58}" destId="{687FBE70-8C1F-42E7-A811-4A6876BB5FB4}" srcOrd="0" destOrd="0" presId="urn:microsoft.com/office/officeart/2009/3/layout/StepUpProcess"/>
    <dgm:cxn modelId="{099FB217-C663-47E8-8DA5-EFD44FC1B1A5}" type="presParOf" srcId="{687FBE70-8C1F-42E7-A811-4A6876BB5FB4}" destId="{9E3F0F57-6D30-497D-B1C5-556DD1C39077}" srcOrd="0" destOrd="0" presId="urn:microsoft.com/office/officeart/2009/3/layout/StepUpProcess"/>
    <dgm:cxn modelId="{29CAD62A-6B1D-4F44-876B-7B2AB0997BEC}" type="presParOf" srcId="{9E3F0F57-6D30-497D-B1C5-556DD1C39077}" destId="{6AD3A1F0-B41C-4244-9D6C-B7E4DAB9FE93}" srcOrd="0" destOrd="0" presId="urn:microsoft.com/office/officeart/2009/3/layout/StepUpProcess"/>
    <dgm:cxn modelId="{54B744D7-7987-4E43-AF33-6DFEC1F70FFE}" type="presParOf" srcId="{9E3F0F57-6D30-497D-B1C5-556DD1C39077}" destId="{CCA770B7-B2CD-40F2-B405-A1EAC4F77FB1}" srcOrd="1" destOrd="0" presId="urn:microsoft.com/office/officeart/2009/3/layout/StepUpProcess"/>
    <dgm:cxn modelId="{587C97B6-1854-4934-AD56-200100216B9B}" type="presParOf" srcId="{9E3F0F57-6D30-497D-B1C5-556DD1C39077}" destId="{4DBF157E-7129-4592-9FF2-C6E7EFFE6382}" srcOrd="2" destOrd="0" presId="urn:microsoft.com/office/officeart/2009/3/layout/StepUpProcess"/>
    <dgm:cxn modelId="{ADACFBFD-59AA-430C-AA56-F277CCF190AB}" type="presParOf" srcId="{687FBE70-8C1F-42E7-A811-4A6876BB5FB4}" destId="{EF27A1A8-3FEB-4296-AE49-7C716A99ACE9}" srcOrd="1" destOrd="0" presId="urn:microsoft.com/office/officeart/2009/3/layout/StepUpProcess"/>
    <dgm:cxn modelId="{A6AAC2A7-834D-4789-BB1A-B650CD796279}" type="presParOf" srcId="{EF27A1A8-3FEB-4296-AE49-7C716A99ACE9}" destId="{66364221-39A8-430A-9460-063B9F0C1225}" srcOrd="0" destOrd="0" presId="urn:microsoft.com/office/officeart/2009/3/layout/StepUpProcess"/>
    <dgm:cxn modelId="{598E95EE-8A18-48F6-B158-598E74C57EFB}" type="presParOf" srcId="{687FBE70-8C1F-42E7-A811-4A6876BB5FB4}" destId="{F8608558-3194-4A5D-9436-F967CDD6B572}" srcOrd="2" destOrd="0" presId="urn:microsoft.com/office/officeart/2009/3/layout/StepUpProcess"/>
    <dgm:cxn modelId="{4EB96E77-A270-4D19-B8DB-1B06267A740E}" type="presParOf" srcId="{F8608558-3194-4A5D-9436-F967CDD6B572}" destId="{9DFD250E-5EBF-4CB6-933A-8679AE1E52FD}" srcOrd="0" destOrd="0" presId="urn:microsoft.com/office/officeart/2009/3/layout/StepUpProcess"/>
    <dgm:cxn modelId="{B7E806D0-634A-4F23-ABAC-220D8FF83108}" type="presParOf" srcId="{F8608558-3194-4A5D-9436-F967CDD6B572}" destId="{B81E8F95-DBBE-4D0E-91F0-692DABC70F32}" srcOrd="1" destOrd="0" presId="urn:microsoft.com/office/officeart/2009/3/layout/StepUpProcess"/>
    <dgm:cxn modelId="{5F8DE43A-2AA5-4092-B424-429F93D0AC37}" type="presParOf" srcId="{F8608558-3194-4A5D-9436-F967CDD6B572}" destId="{877A3855-3C20-4EBC-862F-8AC3FABD3823}" srcOrd="2" destOrd="0" presId="urn:microsoft.com/office/officeart/2009/3/layout/StepUpProcess"/>
    <dgm:cxn modelId="{83543AD1-9800-406C-A383-9390C65A4123}" type="presParOf" srcId="{687FBE70-8C1F-42E7-A811-4A6876BB5FB4}" destId="{C7CA0420-A74C-4DA3-B4AC-83D0C9E6AF2F}" srcOrd="3" destOrd="0" presId="urn:microsoft.com/office/officeart/2009/3/layout/StepUpProcess"/>
    <dgm:cxn modelId="{A16FC805-3014-425F-AAA3-DBFCC407B4E1}" type="presParOf" srcId="{C7CA0420-A74C-4DA3-B4AC-83D0C9E6AF2F}" destId="{811A963F-D257-4746-8992-8B5B31CC901D}" srcOrd="0" destOrd="0" presId="urn:microsoft.com/office/officeart/2009/3/layout/StepUpProcess"/>
    <dgm:cxn modelId="{DC01D4CB-DC06-4BFA-86BC-5310A234DF70}" type="presParOf" srcId="{687FBE70-8C1F-42E7-A811-4A6876BB5FB4}" destId="{B40A38C9-A6A8-483F-9D5F-6A0E21C1903A}" srcOrd="4" destOrd="0" presId="urn:microsoft.com/office/officeart/2009/3/layout/StepUpProcess"/>
    <dgm:cxn modelId="{F7FB9F5E-74C0-4E9A-9EF0-07552AD00464}" type="presParOf" srcId="{B40A38C9-A6A8-483F-9D5F-6A0E21C1903A}" destId="{885852F6-ADB2-461A-8FD5-88DD34FA7431}" srcOrd="0" destOrd="0" presId="urn:microsoft.com/office/officeart/2009/3/layout/StepUpProcess"/>
    <dgm:cxn modelId="{1ED6CEE5-7147-4B32-BA47-44620453E6AA}" type="presParOf" srcId="{B40A38C9-A6A8-483F-9D5F-6A0E21C1903A}" destId="{2B3E5C29-FCC8-4B36-BDE1-99F27176DE66}" srcOrd="1" destOrd="0" presId="urn:microsoft.com/office/officeart/2009/3/layout/StepU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2F4130-8630-4E76-B6CE-BE776511C971}">
      <dsp:nvSpPr>
        <dsp:cNvPr id="0" name=""/>
        <dsp:cNvSpPr/>
      </dsp:nvSpPr>
      <dsp:spPr>
        <a:xfrm>
          <a:off x="224220" y="1001"/>
          <a:ext cx="1618455" cy="971073"/>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rtl="0">
            <a:lnSpc>
              <a:spcPct val="90000"/>
            </a:lnSpc>
            <a:spcBef>
              <a:spcPct val="0"/>
            </a:spcBef>
            <a:spcAft>
              <a:spcPct val="35000"/>
            </a:spcAft>
            <a:buNone/>
          </a:pPr>
          <a:r>
            <a:rPr lang="zh-TW" sz="2000" b="1" kern="1200" dirty="0"/>
            <a:t>主機型</a:t>
          </a:r>
          <a:br>
            <a:rPr lang="en-US" altLang="zh-TW" sz="2000" b="1" kern="1200" dirty="0"/>
          </a:br>
          <a:r>
            <a:rPr lang="zh-TW" sz="2000" b="1" kern="1200" dirty="0"/>
            <a:t>系統</a:t>
          </a:r>
          <a:endParaRPr lang="zh-TW" sz="2000" kern="1200" dirty="0"/>
        </a:p>
      </dsp:txBody>
      <dsp:txXfrm>
        <a:off x="224220" y="1001"/>
        <a:ext cx="1618455" cy="971073"/>
      </dsp:txXfrm>
    </dsp:sp>
    <dsp:sp modelId="{9F35BE2F-3755-467B-9F1B-926377E5195F}">
      <dsp:nvSpPr>
        <dsp:cNvPr id="0" name=""/>
        <dsp:cNvSpPr/>
      </dsp:nvSpPr>
      <dsp:spPr>
        <a:xfrm>
          <a:off x="2004521" y="1001"/>
          <a:ext cx="1618455" cy="971073"/>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rtl="0">
            <a:lnSpc>
              <a:spcPct val="90000"/>
            </a:lnSpc>
            <a:spcBef>
              <a:spcPct val="0"/>
            </a:spcBef>
            <a:spcAft>
              <a:spcPct val="35000"/>
            </a:spcAft>
            <a:buNone/>
          </a:pPr>
          <a:r>
            <a:rPr lang="zh-TW" sz="2000" b="1" kern="1200" dirty="0"/>
            <a:t>個人電腦</a:t>
          </a:r>
          <a:br>
            <a:rPr lang="en-US" altLang="zh-TW" sz="2000" b="1" kern="1200" dirty="0"/>
          </a:br>
          <a:r>
            <a:rPr lang="zh-TW" sz="2000" b="1" kern="1200" dirty="0"/>
            <a:t>系統</a:t>
          </a:r>
          <a:endParaRPr lang="zh-TW" sz="2000" kern="1200" dirty="0"/>
        </a:p>
      </dsp:txBody>
      <dsp:txXfrm>
        <a:off x="2004521" y="1001"/>
        <a:ext cx="1618455" cy="971073"/>
      </dsp:txXfrm>
    </dsp:sp>
    <dsp:sp modelId="{47786CB1-1A80-4396-8F8B-F0DE7DC53EA9}">
      <dsp:nvSpPr>
        <dsp:cNvPr id="0" name=""/>
        <dsp:cNvSpPr/>
      </dsp:nvSpPr>
      <dsp:spPr>
        <a:xfrm>
          <a:off x="3784822" y="1001"/>
          <a:ext cx="1618455" cy="971073"/>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rtl="0">
            <a:lnSpc>
              <a:spcPct val="90000"/>
            </a:lnSpc>
            <a:spcBef>
              <a:spcPct val="0"/>
            </a:spcBef>
            <a:spcAft>
              <a:spcPct val="35000"/>
            </a:spcAft>
            <a:buNone/>
          </a:pPr>
          <a:r>
            <a:rPr lang="zh-TW" sz="2000" b="1" kern="1200" dirty="0"/>
            <a:t>多處理器</a:t>
          </a:r>
          <a:br>
            <a:rPr lang="en-US" altLang="zh-TW" sz="2000" b="1" kern="1200" dirty="0"/>
          </a:br>
          <a:r>
            <a:rPr lang="zh-TW" sz="2000" b="1" kern="1200" dirty="0"/>
            <a:t>系統</a:t>
          </a:r>
          <a:endParaRPr lang="zh-TW" sz="2000" kern="1200" dirty="0"/>
        </a:p>
      </dsp:txBody>
      <dsp:txXfrm>
        <a:off x="3784822" y="1001"/>
        <a:ext cx="1618455" cy="971073"/>
      </dsp:txXfrm>
    </dsp:sp>
    <dsp:sp modelId="{BBB2A8A5-E0AB-49CC-BC59-8A35C829A20E}">
      <dsp:nvSpPr>
        <dsp:cNvPr id="0" name=""/>
        <dsp:cNvSpPr/>
      </dsp:nvSpPr>
      <dsp:spPr>
        <a:xfrm>
          <a:off x="1114371" y="1133920"/>
          <a:ext cx="1618455" cy="971073"/>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rtl="0">
            <a:lnSpc>
              <a:spcPct val="90000"/>
            </a:lnSpc>
            <a:spcBef>
              <a:spcPct val="0"/>
            </a:spcBef>
            <a:spcAft>
              <a:spcPct val="35000"/>
            </a:spcAft>
            <a:buNone/>
          </a:pPr>
          <a:r>
            <a:rPr lang="zh-TW" sz="2000" b="1" kern="1200" dirty="0"/>
            <a:t>分散式系統</a:t>
          </a:r>
          <a:endParaRPr lang="zh-TW" sz="2000" kern="1200" dirty="0"/>
        </a:p>
      </dsp:txBody>
      <dsp:txXfrm>
        <a:off x="1114371" y="1133920"/>
        <a:ext cx="1618455" cy="971073"/>
      </dsp:txXfrm>
    </dsp:sp>
    <dsp:sp modelId="{205DCF95-20E8-42B0-AAF7-F7C87EF2D602}">
      <dsp:nvSpPr>
        <dsp:cNvPr id="0" name=""/>
        <dsp:cNvSpPr/>
      </dsp:nvSpPr>
      <dsp:spPr>
        <a:xfrm>
          <a:off x="2894672" y="1133920"/>
          <a:ext cx="1618455" cy="971073"/>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rtl="0">
            <a:lnSpc>
              <a:spcPct val="90000"/>
            </a:lnSpc>
            <a:spcBef>
              <a:spcPct val="0"/>
            </a:spcBef>
            <a:spcAft>
              <a:spcPct val="35000"/>
            </a:spcAft>
            <a:buNone/>
          </a:pPr>
          <a:r>
            <a:rPr lang="zh-TW" sz="2000" b="1" kern="1200"/>
            <a:t>即時系統</a:t>
          </a:r>
          <a:endParaRPr lang="zh-TW" sz="2000" kern="1200"/>
        </a:p>
      </dsp:txBody>
      <dsp:txXfrm>
        <a:off x="2894672" y="1133920"/>
        <a:ext cx="1618455" cy="97107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E6B025-5C32-4248-AA52-322FD565D8C8}">
      <dsp:nvSpPr>
        <dsp:cNvPr id="0" name=""/>
        <dsp:cNvSpPr/>
      </dsp:nvSpPr>
      <dsp:spPr>
        <a:xfrm>
          <a:off x="556936" y="0"/>
          <a:ext cx="6311951" cy="2934224"/>
        </a:xfrm>
        <a:prstGeom prst="rightArrow">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25D288C-74BD-40D5-A25B-1C72CEBEF2A2}">
      <dsp:nvSpPr>
        <dsp:cNvPr id="0" name=""/>
        <dsp:cNvSpPr/>
      </dsp:nvSpPr>
      <dsp:spPr>
        <a:xfrm>
          <a:off x="2946" y="880267"/>
          <a:ext cx="1767689" cy="1173689"/>
        </a:xfrm>
        <a:prstGeom prst="roundRect">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rtl="0">
            <a:lnSpc>
              <a:spcPct val="90000"/>
            </a:lnSpc>
            <a:spcBef>
              <a:spcPct val="0"/>
            </a:spcBef>
            <a:spcAft>
              <a:spcPct val="35000"/>
            </a:spcAft>
            <a:buNone/>
          </a:pPr>
          <a:r>
            <a:rPr lang="zh-TW" sz="2200" b="1" kern="1200" dirty="0"/>
            <a:t>手動操作階段</a:t>
          </a:r>
          <a:endParaRPr lang="zh-TW" sz="2200" kern="1200" dirty="0"/>
        </a:p>
      </dsp:txBody>
      <dsp:txXfrm>
        <a:off x="60241" y="937562"/>
        <a:ext cx="1653099" cy="1059099"/>
      </dsp:txXfrm>
    </dsp:sp>
    <dsp:sp modelId="{85CDA20A-4ABE-4C9B-AC67-B99A1FCB558B}">
      <dsp:nvSpPr>
        <dsp:cNvPr id="0" name=""/>
        <dsp:cNvSpPr/>
      </dsp:nvSpPr>
      <dsp:spPr>
        <a:xfrm>
          <a:off x="1887027" y="880267"/>
          <a:ext cx="1767689" cy="1173689"/>
        </a:xfrm>
        <a:prstGeom prst="roundRect">
          <a:avLst/>
        </a:prstGeom>
        <a:solidFill>
          <a:schemeClr val="accent4">
            <a:hueOff val="119958"/>
            <a:satOff val="5793"/>
            <a:lumOff val="326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rtl="0">
            <a:lnSpc>
              <a:spcPct val="90000"/>
            </a:lnSpc>
            <a:spcBef>
              <a:spcPct val="0"/>
            </a:spcBef>
            <a:spcAft>
              <a:spcPct val="35000"/>
            </a:spcAft>
            <a:buNone/>
          </a:pPr>
          <a:r>
            <a:rPr lang="zh-TW" sz="2200" b="1" kern="1200"/>
            <a:t>批次系統</a:t>
          </a:r>
          <a:endParaRPr lang="zh-TW" sz="2200" kern="1200"/>
        </a:p>
      </dsp:txBody>
      <dsp:txXfrm>
        <a:off x="1944322" y="937562"/>
        <a:ext cx="1653099" cy="1059099"/>
      </dsp:txXfrm>
    </dsp:sp>
    <dsp:sp modelId="{ED8C5D0C-AF17-4FCE-B846-290633F153F2}">
      <dsp:nvSpPr>
        <dsp:cNvPr id="0" name=""/>
        <dsp:cNvSpPr/>
      </dsp:nvSpPr>
      <dsp:spPr>
        <a:xfrm>
          <a:off x="3771108" y="880267"/>
          <a:ext cx="1767689" cy="1173689"/>
        </a:xfrm>
        <a:prstGeom prst="roundRect">
          <a:avLst/>
        </a:prstGeom>
        <a:solidFill>
          <a:schemeClr val="accent4">
            <a:hueOff val="239915"/>
            <a:satOff val="11587"/>
            <a:lumOff val="653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rtl="0">
            <a:lnSpc>
              <a:spcPct val="90000"/>
            </a:lnSpc>
            <a:spcBef>
              <a:spcPct val="0"/>
            </a:spcBef>
            <a:spcAft>
              <a:spcPct val="35000"/>
            </a:spcAft>
            <a:buNone/>
          </a:pPr>
          <a:r>
            <a:rPr lang="zh-TW" sz="2200" b="1" kern="1200" dirty="0"/>
            <a:t>多元程式</a:t>
          </a:r>
          <a:br>
            <a:rPr lang="en-US" altLang="zh-TW" sz="2200" b="1" kern="1200" dirty="0"/>
          </a:br>
          <a:r>
            <a:rPr lang="zh-TW" sz="2200" b="1" kern="1200" dirty="0"/>
            <a:t>規劃系統</a:t>
          </a:r>
          <a:endParaRPr lang="zh-TW" sz="2200" kern="1200" dirty="0"/>
        </a:p>
      </dsp:txBody>
      <dsp:txXfrm>
        <a:off x="3828403" y="937562"/>
        <a:ext cx="1653099" cy="1059099"/>
      </dsp:txXfrm>
    </dsp:sp>
    <dsp:sp modelId="{5EAC0707-BF54-4460-BBCD-5FA8D2BE82A6}">
      <dsp:nvSpPr>
        <dsp:cNvPr id="0" name=""/>
        <dsp:cNvSpPr/>
      </dsp:nvSpPr>
      <dsp:spPr>
        <a:xfrm>
          <a:off x="5655189" y="880267"/>
          <a:ext cx="1767689" cy="1173689"/>
        </a:xfrm>
        <a:prstGeom prst="roundRect">
          <a:avLst/>
        </a:prstGeom>
        <a:solidFill>
          <a:schemeClr val="accent4">
            <a:hueOff val="359873"/>
            <a:satOff val="17380"/>
            <a:lumOff val="980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rtl="0">
            <a:lnSpc>
              <a:spcPct val="90000"/>
            </a:lnSpc>
            <a:spcBef>
              <a:spcPct val="0"/>
            </a:spcBef>
            <a:spcAft>
              <a:spcPct val="35000"/>
            </a:spcAft>
            <a:buNone/>
          </a:pPr>
          <a:r>
            <a:rPr lang="zh-TW" sz="2200" b="1" kern="1200"/>
            <a:t>分時系統</a:t>
          </a:r>
          <a:endParaRPr lang="zh-TW" sz="2200" kern="1200"/>
        </a:p>
      </dsp:txBody>
      <dsp:txXfrm>
        <a:off x="5712484" y="937562"/>
        <a:ext cx="1653099" cy="105909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E215F9-107C-4EA1-8FF6-B49A80DB6983}">
      <dsp:nvSpPr>
        <dsp:cNvPr id="0" name=""/>
        <dsp:cNvSpPr/>
      </dsp:nvSpPr>
      <dsp:spPr>
        <a:xfrm>
          <a:off x="2396" y="60166"/>
          <a:ext cx="2337012" cy="576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rtl="0">
            <a:lnSpc>
              <a:spcPct val="90000"/>
            </a:lnSpc>
            <a:spcBef>
              <a:spcPct val="0"/>
            </a:spcBef>
            <a:spcAft>
              <a:spcPct val="35000"/>
            </a:spcAft>
            <a:buNone/>
          </a:pPr>
          <a:r>
            <a:rPr lang="zh-TW" sz="2000" b="1" kern="1200"/>
            <a:t>同時性</a:t>
          </a:r>
          <a:endParaRPr lang="zh-TW" sz="2000" kern="1200"/>
        </a:p>
      </dsp:txBody>
      <dsp:txXfrm>
        <a:off x="2396" y="60166"/>
        <a:ext cx="2337012" cy="576000"/>
      </dsp:txXfrm>
    </dsp:sp>
    <dsp:sp modelId="{962CB99E-7D8E-4E35-8B57-861DB1C7AF58}">
      <dsp:nvSpPr>
        <dsp:cNvPr id="0" name=""/>
        <dsp:cNvSpPr/>
      </dsp:nvSpPr>
      <dsp:spPr>
        <a:xfrm>
          <a:off x="2396" y="636166"/>
          <a:ext cx="2337012" cy="1866599"/>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rtl="0">
            <a:lnSpc>
              <a:spcPct val="90000"/>
            </a:lnSpc>
            <a:spcBef>
              <a:spcPct val="0"/>
            </a:spcBef>
            <a:spcAft>
              <a:spcPct val="15000"/>
            </a:spcAft>
            <a:buChar char="•"/>
          </a:pPr>
          <a:r>
            <a:rPr lang="zh-TW" sz="2000" b="1" kern="1200" dirty="0"/>
            <a:t>可同時有若干使用者連結到同一台計算機上進行運算。</a:t>
          </a:r>
          <a:endParaRPr lang="zh-TW" sz="2000" kern="1200" dirty="0"/>
        </a:p>
      </dsp:txBody>
      <dsp:txXfrm>
        <a:off x="2396" y="636166"/>
        <a:ext cx="2337012" cy="1866599"/>
      </dsp:txXfrm>
    </dsp:sp>
    <dsp:sp modelId="{763DDE09-0082-46D2-9ECF-5570CA0D95C8}">
      <dsp:nvSpPr>
        <dsp:cNvPr id="0" name=""/>
        <dsp:cNvSpPr/>
      </dsp:nvSpPr>
      <dsp:spPr>
        <a:xfrm>
          <a:off x="2666591" y="60166"/>
          <a:ext cx="2337012" cy="576000"/>
        </a:xfrm>
        <a:prstGeom prst="rect">
          <a:avLst/>
        </a:prstGeom>
        <a:solidFill>
          <a:schemeClr val="accent2">
            <a:hueOff val="-723100"/>
            <a:satOff val="-4962"/>
            <a:lumOff val="2549"/>
            <a:alphaOff val="0"/>
          </a:schemeClr>
        </a:solidFill>
        <a:ln w="25400" cap="flat" cmpd="sng" algn="ctr">
          <a:solidFill>
            <a:schemeClr val="accent2">
              <a:hueOff val="-723100"/>
              <a:satOff val="-4962"/>
              <a:lumOff val="254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rtl="0">
            <a:lnSpc>
              <a:spcPct val="90000"/>
            </a:lnSpc>
            <a:spcBef>
              <a:spcPct val="0"/>
            </a:spcBef>
            <a:spcAft>
              <a:spcPct val="35000"/>
            </a:spcAft>
            <a:buNone/>
          </a:pPr>
          <a:r>
            <a:rPr lang="zh-TW" sz="2000" b="1" kern="1200"/>
            <a:t>獨立性</a:t>
          </a:r>
          <a:endParaRPr lang="zh-TW" sz="2000" kern="1200"/>
        </a:p>
      </dsp:txBody>
      <dsp:txXfrm>
        <a:off x="2666591" y="60166"/>
        <a:ext cx="2337012" cy="576000"/>
      </dsp:txXfrm>
    </dsp:sp>
    <dsp:sp modelId="{650DFC5A-7F48-42AF-9823-EB324534CF1B}">
      <dsp:nvSpPr>
        <dsp:cNvPr id="0" name=""/>
        <dsp:cNvSpPr/>
      </dsp:nvSpPr>
      <dsp:spPr>
        <a:xfrm>
          <a:off x="2666591" y="636166"/>
          <a:ext cx="2337012" cy="1866599"/>
        </a:xfrm>
        <a:prstGeom prst="rect">
          <a:avLst/>
        </a:prstGeom>
        <a:solidFill>
          <a:schemeClr val="accent2">
            <a:tint val="40000"/>
            <a:alpha val="90000"/>
            <a:hueOff val="-878705"/>
            <a:satOff val="-3312"/>
            <a:lumOff val="361"/>
            <a:alphaOff val="0"/>
          </a:schemeClr>
        </a:solidFill>
        <a:ln w="25400" cap="flat" cmpd="sng" algn="ctr">
          <a:solidFill>
            <a:schemeClr val="accent2">
              <a:tint val="40000"/>
              <a:alpha val="90000"/>
              <a:hueOff val="-878705"/>
              <a:satOff val="-3312"/>
              <a:lumOff val="36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rtl="0">
            <a:lnSpc>
              <a:spcPct val="90000"/>
            </a:lnSpc>
            <a:spcBef>
              <a:spcPct val="0"/>
            </a:spcBef>
            <a:spcAft>
              <a:spcPct val="15000"/>
            </a:spcAft>
            <a:buChar char="•"/>
          </a:pPr>
          <a:r>
            <a:rPr lang="zh-TW" sz="2000" b="1" kern="1200" dirty="0"/>
            <a:t>不同的使用者之間不會相互干擾。</a:t>
          </a:r>
          <a:endParaRPr lang="zh-TW" sz="2000" kern="1200" dirty="0"/>
        </a:p>
      </dsp:txBody>
      <dsp:txXfrm>
        <a:off x="2666591" y="636166"/>
        <a:ext cx="2337012" cy="1866599"/>
      </dsp:txXfrm>
    </dsp:sp>
    <dsp:sp modelId="{A483957B-1C61-4125-8579-EB7D54F8437A}">
      <dsp:nvSpPr>
        <dsp:cNvPr id="0" name=""/>
        <dsp:cNvSpPr/>
      </dsp:nvSpPr>
      <dsp:spPr>
        <a:xfrm>
          <a:off x="5330785" y="60166"/>
          <a:ext cx="2337012" cy="576000"/>
        </a:xfrm>
        <a:prstGeom prst="rect">
          <a:avLst/>
        </a:prstGeom>
        <a:solidFill>
          <a:schemeClr val="accent2">
            <a:hueOff val="-1446200"/>
            <a:satOff val="-9924"/>
            <a:lumOff val="5098"/>
            <a:alphaOff val="0"/>
          </a:schemeClr>
        </a:solidFill>
        <a:ln w="25400" cap="flat" cmpd="sng" algn="ctr">
          <a:solidFill>
            <a:schemeClr val="accent2">
              <a:hueOff val="-1446200"/>
              <a:satOff val="-9924"/>
              <a:lumOff val="5098"/>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rtl="0">
            <a:lnSpc>
              <a:spcPct val="90000"/>
            </a:lnSpc>
            <a:spcBef>
              <a:spcPct val="0"/>
            </a:spcBef>
            <a:spcAft>
              <a:spcPct val="35000"/>
            </a:spcAft>
            <a:buNone/>
          </a:pPr>
          <a:r>
            <a:rPr lang="zh-TW" sz="2000" b="1" kern="1200"/>
            <a:t>即時性</a:t>
          </a:r>
          <a:endParaRPr lang="zh-TW" sz="2000" kern="1200"/>
        </a:p>
      </dsp:txBody>
      <dsp:txXfrm>
        <a:off x="5330785" y="60166"/>
        <a:ext cx="2337012" cy="576000"/>
      </dsp:txXfrm>
    </dsp:sp>
    <dsp:sp modelId="{9A862BFD-BE08-4A86-947C-91CE63B96036}">
      <dsp:nvSpPr>
        <dsp:cNvPr id="0" name=""/>
        <dsp:cNvSpPr/>
      </dsp:nvSpPr>
      <dsp:spPr>
        <a:xfrm>
          <a:off x="5330785" y="636166"/>
          <a:ext cx="2337012" cy="1866599"/>
        </a:xfrm>
        <a:prstGeom prst="rect">
          <a:avLst/>
        </a:prstGeom>
        <a:solidFill>
          <a:schemeClr val="accent2">
            <a:tint val="40000"/>
            <a:alpha val="90000"/>
            <a:hueOff val="-1757410"/>
            <a:satOff val="-6624"/>
            <a:lumOff val="722"/>
            <a:alphaOff val="0"/>
          </a:schemeClr>
        </a:solidFill>
        <a:ln w="25400" cap="flat" cmpd="sng" algn="ctr">
          <a:solidFill>
            <a:schemeClr val="accent2">
              <a:tint val="40000"/>
              <a:alpha val="90000"/>
              <a:hueOff val="-1757410"/>
              <a:satOff val="-6624"/>
              <a:lumOff val="722"/>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rtl="0">
            <a:lnSpc>
              <a:spcPct val="90000"/>
            </a:lnSpc>
            <a:spcBef>
              <a:spcPct val="0"/>
            </a:spcBef>
            <a:spcAft>
              <a:spcPct val="15000"/>
            </a:spcAft>
            <a:buChar char="•"/>
          </a:pPr>
          <a:r>
            <a:rPr lang="zh-TW" sz="2000" b="1" kern="1200" dirty="0"/>
            <a:t>每一個使用者都可即時得到計算機的回應。</a:t>
          </a:r>
          <a:endParaRPr lang="zh-TW" sz="2000" kern="1200" dirty="0"/>
        </a:p>
      </dsp:txBody>
      <dsp:txXfrm>
        <a:off x="5330785" y="636166"/>
        <a:ext cx="2337012" cy="186659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14ED03-C59F-4709-98B7-F7D70FC4E073}">
      <dsp:nvSpPr>
        <dsp:cNvPr id="0" name=""/>
        <dsp:cNvSpPr/>
      </dsp:nvSpPr>
      <dsp:spPr>
        <a:xfrm>
          <a:off x="1477630" y="964"/>
          <a:ext cx="3300433" cy="734107"/>
        </a:xfrm>
        <a:prstGeom prst="roundRect">
          <a:avLst>
            <a:gd name="adj" fmla="val 10000"/>
          </a:avLst>
        </a:prstGeom>
        <a:gradFill rotWithShape="0">
          <a:gsLst>
            <a:gs pos="0">
              <a:schemeClr val="accent1">
                <a:hueOff val="0"/>
                <a:satOff val="0"/>
                <a:lumOff val="0"/>
                <a:alphaOff val="0"/>
                <a:shade val="51000"/>
                <a:satMod val="130000"/>
              </a:schemeClr>
            </a:gs>
            <a:gs pos="80000">
              <a:schemeClr val="accent1">
                <a:hueOff val="0"/>
                <a:satOff val="0"/>
                <a:lumOff val="0"/>
                <a:alphaOff val="0"/>
                <a:shade val="93000"/>
                <a:satMod val="130000"/>
              </a:schemeClr>
            </a:gs>
            <a:gs pos="100000">
              <a:schemeClr val="accen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rtl="0">
            <a:lnSpc>
              <a:spcPct val="90000"/>
            </a:lnSpc>
            <a:spcBef>
              <a:spcPct val="0"/>
            </a:spcBef>
            <a:spcAft>
              <a:spcPct val="35000"/>
            </a:spcAft>
            <a:buNone/>
          </a:pPr>
          <a:r>
            <a:rPr lang="zh-TW" sz="2400" b="1" kern="1200" dirty="0"/>
            <a:t>個人電腦</a:t>
          </a:r>
          <a:r>
            <a:rPr lang="zh-TW" altLang="en-US" sz="2400" b="1" kern="1200" dirty="0"/>
            <a:t>常見</a:t>
          </a:r>
          <a:r>
            <a:rPr lang="zh-TW" sz="2400" b="1" kern="1200" dirty="0"/>
            <a:t>作業系統</a:t>
          </a:r>
          <a:endParaRPr lang="zh-TW" sz="2400" kern="1200" dirty="0"/>
        </a:p>
      </dsp:txBody>
      <dsp:txXfrm>
        <a:off x="1499131" y="22465"/>
        <a:ext cx="3257431" cy="691105"/>
      </dsp:txXfrm>
    </dsp:sp>
    <dsp:sp modelId="{D8AC71C6-0670-438D-944F-665FA5E9AD3B}">
      <dsp:nvSpPr>
        <dsp:cNvPr id="0" name=""/>
        <dsp:cNvSpPr/>
      </dsp:nvSpPr>
      <dsp:spPr>
        <a:xfrm>
          <a:off x="731863" y="735072"/>
          <a:ext cx="2395983" cy="293642"/>
        </a:xfrm>
        <a:custGeom>
          <a:avLst/>
          <a:gdLst/>
          <a:ahLst/>
          <a:cxnLst/>
          <a:rect l="0" t="0" r="0" b="0"/>
          <a:pathLst>
            <a:path>
              <a:moveTo>
                <a:pt x="2395983" y="0"/>
              </a:moveTo>
              <a:lnTo>
                <a:pt x="2395983" y="146821"/>
              </a:lnTo>
              <a:lnTo>
                <a:pt x="0" y="146821"/>
              </a:lnTo>
              <a:lnTo>
                <a:pt x="0" y="293642"/>
              </a:lnTo>
            </a:path>
          </a:pathLst>
        </a:custGeom>
        <a:noFill/>
        <a:ln w="25400" cap="flat" cmpd="sng" algn="ctr">
          <a:solidFill>
            <a:schemeClr val="accent2">
              <a:hueOff val="0"/>
              <a:satOff val="0"/>
              <a:lumOff val="0"/>
              <a:alphaOff val="0"/>
            </a:schemeClr>
          </a:solidFill>
          <a:prstDash val="solid"/>
        </a:ln>
        <a:effectLst/>
        <a:scene3d>
          <a:camera prst="orthographicFront"/>
          <a:lightRig rig="threePt" dir="t">
            <a:rot lat="0" lon="0" rev="7500000"/>
          </a:lightRig>
        </a:scene3d>
        <a:sp3d z="-40000" prstMaterial="matte"/>
      </dsp:spPr>
      <dsp:style>
        <a:lnRef idx="2">
          <a:scrgbClr r="0" g="0" b="0"/>
        </a:lnRef>
        <a:fillRef idx="0">
          <a:scrgbClr r="0" g="0" b="0"/>
        </a:fillRef>
        <a:effectRef idx="0">
          <a:scrgbClr r="0" g="0" b="0"/>
        </a:effectRef>
        <a:fontRef idx="minor"/>
      </dsp:style>
    </dsp:sp>
    <dsp:sp modelId="{2F6E5B15-D6F5-4758-B743-013A74AE81C6}">
      <dsp:nvSpPr>
        <dsp:cNvPr id="0" name=""/>
        <dsp:cNvSpPr/>
      </dsp:nvSpPr>
      <dsp:spPr>
        <a:xfrm>
          <a:off x="181283" y="1028714"/>
          <a:ext cx="1101161" cy="734107"/>
        </a:xfrm>
        <a:prstGeom prst="roundRect">
          <a:avLst>
            <a:gd name="adj" fmla="val 10000"/>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rtl="0">
            <a:lnSpc>
              <a:spcPct val="90000"/>
            </a:lnSpc>
            <a:spcBef>
              <a:spcPct val="0"/>
            </a:spcBef>
            <a:spcAft>
              <a:spcPct val="35000"/>
            </a:spcAft>
            <a:buNone/>
          </a:pPr>
          <a:r>
            <a:rPr lang="en-US" sz="2400" b="1" kern="1200" dirty="0"/>
            <a:t>DOS</a:t>
          </a:r>
          <a:endParaRPr lang="zh-TW" sz="2400" kern="1200" dirty="0"/>
        </a:p>
      </dsp:txBody>
      <dsp:txXfrm>
        <a:off x="202784" y="1050215"/>
        <a:ext cx="1058159" cy="691105"/>
      </dsp:txXfrm>
    </dsp:sp>
    <dsp:sp modelId="{C6C997B2-E2E0-42D1-843A-2523932C812B}">
      <dsp:nvSpPr>
        <dsp:cNvPr id="0" name=""/>
        <dsp:cNvSpPr/>
      </dsp:nvSpPr>
      <dsp:spPr>
        <a:xfrm>
          <a:off x="2284853" y="735072"/>
          <a:ext cx="842993" cy="293642"/>
        </a:xfrm>
        <a:custGeom>
          <a:avLst/>
          <a:gdLst/>
          <a:ahLst/>
          <a:cxnLst/>
          <a:rect l="0" t="0" r="0" b="0"/>
          <a:pathLst>
            <a:path>
              <a:moveTo>
                <a:pt x="842993" y="0"/>
              </a:moveTo>
              <a:lnTo>
                <a:pt x="842993" y="146821"/>
              </a:lnTo>
              <a:lnTo>
                <a:pt x="0" y="146821"/>
              </a:lnTo>
              <a:lnTo>
                <a:pt x="0" y="293642"/>
              </a:lnTo>
            </a:path>
          </a:pathLst>
        </a:custGeom>
        <a:noFill/>
        <a:ln w="25400" cap="flat" cmpd="sng" algn="ctr">
          <a:solidFill>
            <a:schemeClr val="accent2">
              <a:hueOff val="0"/>
              <a:satOff val="0"/>
              <a:lumOff val="0"/>
              <a:alphaOff val="0"/>
            </a:schemeClr>
          </a:solidFill>
          <a:prstDash val="solid"/>
        </a:ln>
        <a:effectLst/>
        <a:scene3d>
          <a:camera prst="orthographicFront"/>
          <a:lightRig rig="threePt" dir="t">
            <a:rot lat="0" lon="0" rev="7500000"/>
          </a:lightRig>
        </a:scene3d>
        <a:sp3d z="-40000" prstMaterial="matte"/>
      </dsp:spPr>
      <dsp:style>
        <a:lnRef idx="2">
          <a:scrgbClr r="0" g="0" b="0"/>
        </a:lnRef>
        <a:fillRef idx="0">
          <a:scrgbClr r="0" g="0" b="0"/>
        </a:fillRef>
        <a:effectRef idx="0">
          <a:scrgbClr r="0" g="0" b="0"/>
        </a:effectRef>
        <a:fontRef idx="minor"/>
      </dsp:style>
    </dsp:sp>
    <dsp:sp modelId="{72F65293-B266-45C7-8A9F-3CC7D96BC7A6}">
      <dsp:nvSpPr>
        <dsp:cNvPr id="0" name=""/>
        <dsp:cNvSpPr/>
      </dsp:nvSpPr>
      <dsp:spPr>
        <a:xfrm>
          <a:off x="1612792" y="1028714"/>
          <a:ext cx="1344121" cy="734107"/>
        </a:xfrm>
        <a:prstGeom prst="roundRect">
          <a:avLst>
            <a:gd name="adj" fmla="val 10000"/>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rtl="0">
            <a:lnSpc>
              <a:spcPct val="90000"/>
            </a:lnSpc>
            <a:spcBef>
              <a:spcPct val="0"/>
            </a:spcBef>
            <a:spcAft>
              <a:spcPct val="35000"/>
            </a:spcAft>
            <a:buNone/>
          </a:pPr>
          <a:r>
            <a:rPr lang="en-US" sz="2400" b="1" kern="1200" dirty="0"/>
            <a:t>Mac OS</a:t>
          </a:r>
          <a:endParaRPr lang="zh-TW" sz="2400" kern="1200" dirty="0"/>
        </a:p>
      </dsp:txBody>
      <dsp:txXfrm>
        <a:off x="1634293" y="1050215"/>
        <a:ext cx="1301119" cy="691105"/>
      </dsp:txXfrm>
    </dsp:sp>
    <dsp:sp modelId="{D697CF69-19B5-4B87-8B63-29477EC16EF2}">
      <dsp:nvSpPr>
        <dsp:cNvPr id="0" name=""/>
        <dsp:cNvSpPr/>
      </dsp:nvSpPr>
      <dsp:spPr>
        <a:xfrm>
          <a:off x="3127847" y="735072"/>
          <a:ext cx="837234" cy="293642"/>
        </a:xfrm>
        <a:custGeom>
          <a:avLst/>
          <a:gdLst/>
          <a:ahLst/>
          <a:cxnLst/>
          <a:rect l="0" t="0" r="0" b="0"/>
          <a:pathLst>
            <a:path>
              <a:moveTo>
                <a:pt x="0" y="0"/>
              </a:moveTo>
              <a:lnTo>
                <a:pt x="0" y="146821"/>
              </a:lnTo>
              <a:lnTo>
                <a:pt x="837234" y="146821"/>
              </a:lnTo>
              <a:lnTo>
                <a:pt x="837234" y="293642"/>
              </a:lnTo>
            </a:path>
          </a:pathLst>
        </a:custGeom>
        <a:noFill/>
        <a:ln w="25400" cap="flat" cmpd="sng" algn="ctr">
          <a:solidFill>
            <a:schemeClr val="accent2">
              <a:hueOff val="0"/>
              <a:satOff val="0"/>
              <a:lumOff val="0"/>
              <a:alphaOff val="0"/>
            </a:schemeClr>
          </a:solidFill>
          <a:prstDash val="solid"/>
        </a:ln>
        <a:effectLst/>
        <a:scene3d>
          <a:camera prst="orthographicFront"/>
          <a:lightRig rig="threePt" dir="t">
            <a:rot lat="0" lon="0" rev="7500000"/>
          </a:lightRig>
        </a:scene3d>
        <a:sp3d z="-40000" prstMaterial="matte"/>
      </dsp:spPr>
      <dsp:style>
        <a:lnRef idx="2">
          <a:scrgbClr r="0" g="0" b="0"/>
        </a:lnRef>
        <a:fillRef idx="0">
          <a:scrgbClr r="0" g="0" b="0"/>
        </a:fillRef>
        <a:effectRef idx="0">
          <a:scrgbClr r="0" g="0" b="0"/>
        </a:effectRef>
        <a:fontRef idx="minor"/>
      </dsp:style>
    </dsp:sp>
    <dsp:sp modelId="{7903484B-78D2-4701-B7C5-6F57BD0A0CA8}">
      <dsp:nvSpPr>
        <dsp:cNvPr id="0" name=""/>
        <dsp:cNvSpPr/>
      </dsp:nvSpPr>
      <dsp:spPr>
        <a:xfrm>
          <a:off x="3287262" y="1028714"/>
          <a:ext cx="1355639" cy="734107"/>
        </a:xfrm>
        <a:prstGeom prst="roundRect">
          <a:avLst>
            <a:gd name="adj" fmla="val 10000"/>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rtl="0">
            <a:lnSpc>
              <a:spcPct val="90000"/>
            </a:lnSpc>
            <a:spcBef>
              <a:spcPct val="0"/>
            </a:spcBef>
            <a:spcAft>
              <a:spcPct val="35000"/>
            </a:spcAft>
            <a:buNone/>
          </a:pPr>
          <a:r>
            <a:rPr lang="en-US" sz="2400" b="1" kern="1200" spc="-90" baseline="0" dirty="0"/>
            <a:t>Windows</a:t>
          </a:r>
          <a:endParaRPr lang="zh-TW" sz="2400" kern="1200" spc="-90" baseline="0" dirty="0"/>
        </a:p>
      </dsp:txBody>
      <dsp:txXfrm>
        <a:off x="3308763" y="1050215"/>
        <a:ext cx="1312637" cy="691105"/>
      </dsp:txXfrm>
    </dsp:sp>
    <dsp:sp modelId="{069885D0-EC3B-4347-82CA-2BC139A7877D}">
      <dsp:nvSpPr>
        <dsp:cNvPr id="0" name=""/>
        <dsp:cNvSpPr/>
      </dsp:nvSpPr>
      <dsp:spPr>
        <a:xfrm>
          <a:off x="3127847" y="735072"/>
          <a:ext cx="2395983" cy="293642"/>
        </a:xfrm>
        <a:custGeom>
          <a:avLst/>
          <a:gdLst/>
          <a:ahLst/>
          <a:cxnLst/>
          <a:rect l="0" t="0" r="0" b="0"/>
          <a:pathLst>
            <a:path>
              <a:moveTo>
                <a:pt x="0" y="0"/>
              </a:moveTo>
              <a:lnTo>
                <a:pt x="0" y="146821"/>
              </a:lnTo>
              <a:lnTo>
                <a:pt x="2395983" y="146821"/>
              </a:lnTo>
              <a:lnTo>
                <a:pt x="2395983" y="293642"/>
              </a:lnTo>
            </a:path>
          </a:pathLst>
        </a:custGeom>
        <a:noFill/>
        <a:ln w="25400" cap="flat" cmpd="sng" algn="ctr">
          <a:solidFill>
            <a:schemeClr val="accent2">
              <a:hueOff val="0"/>
              <a:satOff val="0"/>
              <a:lumOff val="0"/>
              <a:alphaOff val="0"/>
            </a:schemeClr>
          </a:solidFill>
          <a:prstDash val="solid"/>
        </a:ln>
        <a:effectLst/>
        <a:scene3d>
          <a:camera prst="orthographicFront"/>
          <a:lightRig rig="threePt" dir="t">
            <a:rot lat="0" lon="0" rev="7500000"/>
          </a:lightRig>
        </a:scene3d>
        <a:sp3d z="-40000" prstMaterial="matte"/>
      </dsp:spPr>
      <dsp:style>
        <a:lnRef idx="2">
          <a:scrgbClr r="0" g="0" b="0"/>
        </a:lnRef>
        <a:fillRef idx="0">
          <a:scrgbClr r="0" g="0" b="0"/>
        </a:fillRef>
        <a:effectRef idx="0">
          <a:scrgbClr r="0" g="0" b="0"/>
        </a:effectRef>
        <a:fontRef idx="minor"/>
      </dsp:style>
    </dsp:sp>
    <dsp:sp modelId="{2C45470F-9C98-4197-A66F-11BDF11B017D}">
      <dsp:nvSpPr>
        <dsp:cNvPr id="0" name=""/>
        <dsp:cNvSpPr/>
      </dsp:nvSpPr>
      <dsp:spPr>
        <a:xfrm>
          <a:off x="4973250" y="1028714"/>
          <a:ext cx="1101161" cy="734107"/>
        </a:xfrm>
        <a:prstGeom prst="roundRect">
          <a:avLst>
            <a:gd name="adj" fmla="val 10000"/>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rtl="0">
            <a:lnSpc>
              <a:spcPct val="90000"/>
            </a:lnSpc>
            <a:spcBef>
              <a:spcPct val="0"/>
            </a:spcBef>
            <a:spcAft>
              <a:spcPct val="35000"/>
            </a:spcAft>
            <a:buNone/>
          </a:pPr>
          <a:r>
            <a:rPr lang="en-US" sz="2400" b="1" kern="1200" dirty="0"/>
            <a:t>Linux</a:t>
          </a:r>
          <a:endParaRPr lang="zh-TW" sz="2400" kern="1200" dirty="0"/>
        </a:p>
      </dsp:txBody>
      <dsp:txXfrm>
        <a:off x="4994751" y="1050215"/>
        <a:ext cx="1058159" cy="6911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6989828-48A8-4900-992A-E3907662702C}">
      <dsp:nvSpPr>
        <dsp:cNvPr id="0" name=""/>
        <dsp:cNvSpPr/>
      </dsp:nvSpPr>
      <dsp:spPr>
        <a:xfrm>
          <a:off x="2038" y="0"/>
          <a:ext cx="2000129" cy="332526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7630" tIns="87630" rIns="87630" bIns="87630" numCol="1" spcCol="1270" anchor="ctr" anchorCtr="0">
          <a:noAutofit/>
        </a:bodyPr>
        <a:lstStyle/>
        <a:p>
          <a:pPr marL="0" lvl="0" indent="0" algn="ctr" defTabSz="1022350" rtl="0">
            <a:lnSpc>
              <a:spcPct val="90000"/>
            </a:lnSpc>
            <a:spcBef>
              <a:spcPct val="0"/>
            </a:spcBef>
            <a:spcAft>
              <a:spcPct val="35000"/>
            </a:spcAft>
            <a:buNone/>
          </a:pPr>
          <a:r>
            <a:rPr lang="en-US" sz="2300" b="1" kern="1200" dirty="0"/>
            <a:t>DOS</a:t>
          </a:r>
          <a:br>
            <a:rPr lang="en-US" sz="2300" b="1" kern="1200" dirty="0"/>
          </a:br>
          <a:r>
            <a:rPr lang="zh-TW" sz="2300" b="1" kern="1200" dirty="0"/>
            <a:t>磁碟作業系統</a:t>
          </a:r>
          <a:endParaRPr lang="zh-TW" sz="2300" kern="1200" dirty="0"/>
        </a:p>
      </dsp:txBody>
      <dsp:txXfrm>
        <a:off x="2038" y="0"/>
        <a:ext cx="2000129" cy="997580"/>
      </dsp:txXfrm>
    </dsp:sp>
    <dsp:sp modelId="{9C88E4EE-B867-4730-8BE4-045FAA72E804}">
      <dsp:nvSpPr>
        <dsp:cNvPr id="0" name=""/>
        <dsp:cNvSpPr/>
      </dsp:nvSpPr>
      <dsp:spPr>
        <a:xfrm>
          <a:off x="202051" y="997580"/>
          <a:ext cx="1600103" cy="2161423"/>
        </a:xfrm>
        <a:prstGeom prst="roundRect">
          <a:avLst>
            <a:gd name="adj" fmla="val 10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just" defTabSz="711200" rtl="0">
            <a:lnSpc>
              <a:spcPct val="90000"/>
            </a:lnSpc>
            <a:spcBef>
              <a:spcPct val="0"/>
            </a:spcBef>
            <a:spcAft>
              <a:spcPct val="35000"/>
            </a:spcAft>
            <a:buNone/>
          </a:pPr>
          <a:r>
            <a:rPr lang="zh-TW" sz="1600" b="1" kern="1200" dirty="0"/>
            <a:t>微軟最早的作業系統產品，用在</a:t>
          </a:r>
          <a:r>
            <a:rPr lang="en-US" sz="1600" b="1" kern="1200" dirty="0"/>
            <a:t>IBM</a:t>
          </a:r>
          <a:r>
            <a:rPr lang="zh-TW" sz="1600" b="1" kern="1200" dirty="0"/>
            <a:t>相容個人電腦上，使用者以指令方式操控電腦。</a:t>
          </a:r>
          <a:endParaRPr lang="zh-TW" sz="1600" kern="1200" dirty="0"/>
        </a:p>
      </dsp:txBody>
      <dsp:txXfrm>
        <a:off x="248916" y="1044445"/>
        <a:ext cx="1506373" cy="2067693"/>
      </dsp:txXfrm>
    </dsp:sp>
    <dsp:sp modelId="{7146ECC3-A499-4DC2-A65B-D6AFB808FDB2}">
      <dsp:nvSpPr>
        <dsp:cNvPr id="0" name=""/>
        <dsp:cNvSpPr/>
      </dsp:nvSpPr>
      <dsp:spPr>
        <a:xfrm>
          <a:off x="2152177" y="0"/>
          <a:ext cx="2000129" cy="332526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7630" tIns="87630" rIns="87630" bIns="87630" numCol="1" spcCol="1270" anchor="ctr" anchorCtr="0">
          <a:noAutofit/>
        </a:bodyPr>
        <a:lstStyle/>
        <a:p>
          <a:pPr marL="0" lvl="0" indent="0" algn="ctr" defTabSz="1022350" rtl="0">
            <a:lnSpc>
              <a:spcPct val="90000"/>
            </a:lnSpc>
            <a:spcBef>
              <a:spcPct val="0"/>
            </a:spcBef>
            <a:spcAft>
              <a:spcPct val="35000"/>
            </a:spcAft>
            <a:buNone/>
          </a:pPr>
          <a:r>
            <a:rPr lang="en-US" sz="2300" b="1" kern="1200"/>
            <a:t>Mac OS</a:t>
          </a:r>
          <a:endParaRPr lang="zh-TW" sz="2300" kern="1200"/>
        </a:p>
      </dsp:txBody>
      <dsp:txXfrm>
        <a:off x="2152177" y="0"/>
        <a:ext cx="2000129" cy="997580"/>
      </dsp:txXfrm>
    </dsp:sp>
    <dsp:sp modelId="{676982ED-93E4-4E00-BDC4-017A734EBA47}">
      <dsp:nvSpPr>
        <dsp:cNvPr id="0" name=""/>
        <dsp:cNvSpPr/>
      </dsp:nvSpPr>
      <dsp:spPr>
        <a:xfrm>
          <a:off x="2352190" y="997580"/>
          <a:ext cx="1600103" cy="2161423"/>
        </a:xfrm>
        <a:prstGeom prst="roundRect">
          <a:avLst>
            <a:gd name="adj" fmla="val 10000"/>
          </a:avLst>
        </a:prstGeom>
        <a:solidFill>
          <a:schemeClr val="accent4">
            <a:hueOff val="119958"/>
            <a:satOff val="5793"/>
            <a:lumOff val="326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just" defTabSz="711200" rtl="0">
            <a:lnSpc>
              <a:spcPct val="90000"/>
            </a:lnSpc>
            <a:spcBef>
              <a:spcPct val="0"/>
            </a:spcBef>
            <a:spcAft>
              <a:spcPct val="35000"/>
            </a:spcAft>
            <a:buNone/>
          </a:pPr>
          <a:r>
            <a:rPr lang="zh-TW" sz="1600" b="1" kern="1200" dirty="0"/>
            <a:t>第一個圖形化介面的個人電腦作業系統，適用於蘋果電腦上。</a:t>
          </a:r>
          <a:endParaRPr lang="zh-TW" sz="1600" kern="1200" dirty="0"/>
        </a:p>
      </dsp:txBody>
      <dsp:txXfrm>
        <a:off x="2399055" y="1044445"/>
        <a:ext cx="1506373" cy="2067693"/>
      </dsp:txXfrm>
    </dsp:sp>
    <dsp:sp modelId="{4199C421-EBD5-4B7C-AB1E-9F1716F0800A}">
      <dsp:nvSpPr>
        <dsp:cNvPr id="0" name=""/>
        <dsp:cNvSpPr/>
      </dsp:nvSpPr>
      <dsp:spPr>
        <a:xfrm>
          <a:off x="4302317" y="0"/>
          <a:ext cx="2000129" cy="332526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7630" tIns="87630" rIns="87630" bIns="87630" numCol="1" spcCol="1270" anchor="ctr" anchorCtr="0">
          <a:noAutofit/>
        </a:bodyPr>
        <a:lstStyle/>
        <a:p>
          <a:pPr marL="0" lvl="0" indent="0" algn="ctr" defTabSz="1022350" rtl="0">
            <a:lnSpc>
              <a:spcPct val="90000"/>
            </a:lnSpc>
            <a:spcBef>
              <a:spcPct val="0"/>
            </a:spcBef>
            <a:spcAft>
              <a:spcPct val="35000"/>
            </a:spcAft>
            <a:buNone/>
          </a:pPr>
          <a:r>
            <a:rPr lang="en-US" sz="2300" b="1" kern="1200"/>
            <a:t>Windows</a:t>
          </a:r>
          <a:endParaRPr lang="zh-TW" sz="2300" kern="1200"/>
        </a:p>
      </dsp:txBody>
      <dsp:txXfrm>
        <a:off x="4302317" y="0"/>
        <a:ext cx="2000129" cy="997580"/>
      </dsp:txXfrm>
    </dsp:sp>
    <dsp:sp modelId="{F1A615C9-4CCE-4362-9B09-68599A4CE9B1}">
      <dsp:nvSpPr>
        <dsp:cNvPr id="0" name=""/>
        <dsp:cNvSpPr/>
      </dsp:nvSpPr>
      <dsp:spPr>
        <a:xfrm>
          <a:off x="4502330" y="997580"/>
          <a:ext cx="1600103" cy="2161423"/>
        </a:xfrm>
        <a:prstGeom prst="roundRect">
          <a:avLst>
            <a:gd name="adj" fmla="val 10000"/>
          </a:avLst>
        </a:prstGeom>
        <a:solidFill>
          <a:schemeClr val="accent4">
            <a:hueOff val="239915"/>
            <a:satOff val="11587"/>
            <a:lumOff val="653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just" defTabSz="711200" rtl="0">
            <a:lnSpc>
              <a:spcPct val="90000"/>
            </a:lnSpc>
            <a:spcBef>
              <a:spcPct val="0"/>
            </a:spcBef>
            <a:spcAft>
              <a:spcPct val="35000"/>
            </a:spcAft>
            <a:buNone/>
          </a:pPr>
          <a:r>
            <a:rPr lang="zh-TW" sz="1600" b="1" kern="1200" dirty="0"/>
            <a:t>微軟推出</a:t>
          </a:r>
          <a:r>
            <a:rPr lang="zh-TW" altLang="en-US" sz="1600" b="1" kern="1200" dirty="0"/>
            <a:t>的</a:t>
          </a:r>
          <a:r>
            <a:rPr lang="en-US" sz="1600" b="1" kern="1200" dirty="0"/>
            <a:t>Windows 1.0</a:t>
          </a:r>
          <a:r>
            <a:rPr lang="zh-TW" sz="1600" b="1" kern="1200" dirty="0"/>
            <a:t>是</a:t>
          </a:r>
          <a:r>
            <a:rPr lang="en-US" sz="1600" b="1" kern="1200" dirty="0"/>
            <a:t>PC</a:t>
          </a:r>
          <a:r>
            <a:rPr lang="zh-TW" sz="1600" b="1" kern="1200" dirty="0"/>
            <a:t>上第一個圖形化作業系統。</a:t>
          </a:r>
          <a:endParaRPr lang="zh-TW" sz="1600" kern="1200" dirty="0"/>
        </a:p>
      </dsp:txBody>
      <dsp:txXfrm>
        <a:off x="4549195" y="1044445"/>
        <a:ext cx="1506373" cy="2067693"/>
      </dsp:txXfrm>
    </dsp:sp>
    <dsp:sp modelId="{43A0AD34-7D5F-442C-829B-6AFF5BC527A0}">
      <dsp:nvSpPr>
        <dsp:cNvPr id="0" name=""/>
        <dsp:cNvSpPr/>
      </dsp:nvSpPr>
      <dsp:spPr>
        <a:xfrm>
          <a:off x="6452456" y="0"/>
          <a:ext cx="2000129" cy="332526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7630" tIns="87630" rIns="87630" bIns="87630" numCol="1" spcCol="1270" anchor="ctr" anchorCtr="0">
          <a:noAutofit/>
        </a:bodyPr>
        <a:lstStyle/>
        <a:p>
          <a:pPr marL="0" lvl="0" indent="0" algn="ctr" defTabSz="1022350" rtl="0">
            <a:lnSpc>
              <a:spcPct val="90000"/>
            </a:lnSpc>
            <a:spcBef>
              <a:spcPct val="0"/>
            </a:spcBef>
            <a:spcAft>
              <a:spcPct val="35000"/>
            </a:spcAft>
            <a:buNone/>
          </a:pPr>
          <a:r>
            <a:rPr lang="en-US" sz="2300" b="1" kern="1200"/>
            <a:t>Linux</a:t>
          </a:r>
          <a:endParaRPr lang="zh-TW" sz="2300" kern="1200"/>
        </a:p>
      </dsp:txBody>
      <dsp:txXfrm>
        <a:off x="6452456" y="0"/>
        <a:ext cx="2000129" cy="997580"/>
      </dsp:txXfrm>
    </dsp:sp>
    <dsp:sp modelId="{03A037B0-18B7-4771-AFFE-415CB798E264}">
      <dsp:nvSpPr>
        <dsp:cNvPr id="0" name=""/>
        <dsp:cNvSpPr/>
      </dsp:nvSpPr>
      <dsp:spPr>
        <a:xfrm>
          <a:off x="6652469" y="997580"/>
          <a:ext cx="1600103" cy="2161423"/>
        </a:xfrm>
        <a:prstGeom prst="roundRect">
          <a:avLst>
            <a:gd name="adj" fmla="val 10000"/>
          </a:avLst>
        </a:prstGeom>
        <a:solidFill>
          <a:schemeClr val="accent4">
            <a:hueOff val="359873"/>
            <a:satOff val="17380"/>
            <a:lumOff val="980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just" defTabSz="711200" rtl="0">
            <a:lnSpc>
              <a:spcPct val="90000"/>
            </a:lnSpc>
            <a:spcBef>
              <a:spcPct val="0"/>
            </a:spcBef>
            <a:spcAft>
              <a:spcPct val="35000"/>
            </a:spcAft>
            <a:buNone/>
          </a:pPr>
          <a:r>
            <a:rPr lang="zh-TW" sz="1600" b="1" kern="1200" dirty="0"/>
            <a:t>根據大型電腦作業系統</a:t>
          </a:r>
          <a:r>
            <a:rPr lang="en-US" sz="1600" b="1" kern="1200" dirty="0"/>
            <a:t>UNIX</a:t>
          </a:r>
          <a:r>
            <a:rPr lang="zh-TW" sz="1600" b="1" kern="1200" dirty="0"/>
            <a:t>所發展，早期只有命令列模式，現在也有了圖形化使用者介面。</a:t>
          </a:r>
          <a:endParaRPr lang="zh-TW" sz="1600" kern="1200" dirty="0"/>
        </a:p>
      </dsp:txBody>
      <dsp:txXfrm>
        <a:off x="6699334" y="1044445"/>
        <a:ext cx="1506373" cy="206769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F59ECF-A806-48B1-9DE3-0AF79D9B7C2C}">
      <dsp:nvSpPr>
        <dsp:cNvPr id="0" name=""/>
        <dsp:cNvSpPr/>
      </dsp:nvSpPr>
      <dsp:spPr>
        <a:xfrm>
          <a:off x="2571" y="41652"/>
          <a:ext cx="2507456" cy="576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rtl="0">
            <a:lnSpc>
              <a:spcPct val="90000"/>
            </a:lnSpc>
            <a:spcBef>
              <a:spcPct val="0"/>
            </a:spcBef>
            <a:spcAft>
              <a:spcPct val="35000"/>
            </a:spcAft>
            <a:buNone/>
          </a:pPr>
          <a:r>
            <a:rPr lang="zh-TW" sz="2000" b="1" kern="1200" dirty="0"/>
            <a:t>即時時鐘管理</a:t>
          </a:r>
          <a:endParaRPr lang="zh-TW" sz="2000" kern="1200" dirty="0"/>
        </a:p>
      </dsp:txBody>
      <dsp:txXfrm>
        <a:off x="2571" y="41652"/>
        <a:ext cx="2507456" cy="576000"/>
      </dsp:txXfrm>
    </dsp:sp>
    <dsp:sp modelId="{18FFA64A-C309-4363-9B65-40F05BC1472F}">
      <dsp:nvSpPr>
        <dsp:cNvPr id="0" name=""/>
        <dsp:cNvSpPr/>
      </dsp:nvSpPr>
      <dsp:spPr>
        <a:xfrm>
          <a:off x="2571" y="617652"/>
          <a:ext cx="2507456" cy="2274918"/>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rtl="0">
            <a:lnSpc>
              <a:spcPct val="90000"/>
            </a:lnSpc>
            <a:spcBef>
              <a:spcPct val="0"/>
            </a:spcBef>
            <a:spcAft>
              <a:spcPct val="15000"/>
            </a:spcAft>
            <a:buChar char="•"/>
          </a:pPr>
          <a:r>
            <a:rPr lang="zh-TW" sz="2000" b="1" kern="1200"/>
            <a:t>用以完成定時工作或者延遲工作，以利與其他工作協調。</a:t>
          </a:r>
          <a:endParaRPr lang="zh-TW" sz="2000" kern="1200"/>
        </a:p>
      </dsp:txBody>
      <dsp:txXfrm>
        <a:off x="2571" y="617652"/>
        <a:ext cx="2507456" cy="2274918"/>
      </dsp:txXfrm>
    </dsp:sp>
    <dsp:sp modelId="{F8264C11-5FF0-4A1E-A671-1B113D420267}">
      <dsp:nvSpPr>
        <dsp:cNvPr id="0" name=""/>
        <dsp:cNvSpPr/>
      </dsp:nvSpPr>
      <dsp:spPr>
        <a:xfrm>
          <a:off x="2861071" y="41652"/>
          <a:ext cx="2507456" cy="576000"/>
        </a:xfrm>
        <a:prstGeom prst="rect">
          <a:avLst/>
        </a:prstGeom>
        <a:solidFill>
          <a:schemeClr val="accent2">
            <a:hueOff val="-723100"/>
            <a:satOff val="-4962"/>
            <a:lumOff val="2549"/>
            <a:alphaOff val="0"/>
          </a:schemeClr>
        </a:solidFill>
        <a:ln w="25400" cap="flat" cmpd="sng" algn="ctr">
          <a:solidFill>
            <a:schemeClr val="accent2">
              <a:hueOff val="-723100"/>
              <a:satOff val="-4962"/>
              <a:lumOff val="254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rtl="0">
            <a:lnSpc>
              <a:spcPct val="90000"/>
            </a:lnSpc>
            <a:spcBef>
              <a:spcPct val="0"/>
            </a:spcBef>
            <a:spcAft>
              <a:spcPct val="35000"/>
            </a:spcAft>
            <a:buNone/>
          </a:pPr>
          <a:r>
            <a:rPr lang="zh-TW" sz="2000" b="1" kern="1200"/>
            <a:t>過載保護</a:t>
          </a:r>
          <a:endParaRPr lang="zh-TW" sz="2000" kern="1200"/>
        </a:p>
      </dsp:txBody>
      <dsp:txXfrm>
        <a:off x="2861071" y="41652"/>
        <a:ext cx="2507456" cy="576000"/>
      </dsp:txXfrm>
    </dsp:sp>
    <dsp:sp modelId="{FAC0E1C3-A503-47B6-99C9-346CFA235112}">
      <dsp:nvSpPr>
        <dsp:cNvPr id="0" name=""/>
        <dsp:cNvSpPr/>
      </dsp:nvSpPr>
      <dsp:spPr>
        <a:xfrm>
          <a:off x="2861071" y="617652"/>
          <a:ext cx="2507456" cy="2274918"/>
        </a:xfrm>
        <a:prstGeom prst="rect">
          <a:avLst/>
        </a:prstGeom>
        <a:solidFill>
          <a:schemeClr val="accent2">
            <a:tint val="40000"/>
            <a:alpha val="90000"/>
            <a:hueOff val="-878705"/>
            <a:satOff val="-3312"/>
            <a:lumOff val="361"/>
            <a:alphaOff val="0"/>
          </a:schemeClr>
        </a:solidFill>
        <a:ln w="25400" cap="flat" cmpd="sng" algn="ctr">
          <a:solidFill>
            <a:schemeClr val="accent2">
              <a:tint val="40000"/>
              <a:alpha val="90000"/>
              <a:hueOff val="-878705"/>
              <a:satOff val="-3312"/>
              <a:lumOff val="36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rtl="0">
            <a:lnSpc>
              <a:spcPct val="90000"/>
            </a:lnSpc>
            <a:spcBef>
              <a:spcPct val="0"/>
            </a:spcBef>
            <a:spcAft>
              <a:spcPct val="15000"/>
            </a:spcAft>
            <a:buChar char="•"/>
          </a:pPr>
          <a:r>
            <a:rPr lang="zh-TW" sz="2000" b="1" kern="1200" dirty="0"/>
            <a:t>當工作太多導致計算機來不及處理時，須有完善的服務策略</a:t>
          </a:r>
          <a:r>
            <a:rPr lang="en-US" sz="2000" b="1" kern="1200" dirty="0"/>
            <a:t>(</a:t>
          </a:r>
          <a:r>
            <a:rPr lang="zh-TW" sz="2000" b="1" kern="1200" dirty="0"/>
            <a:t>例如：使用緩衝區</a:t>
          </a:r>
          <a:r>
            <a:rPr lang="en-US" sz="2000" b="1" kern="1200" dirty="0"/>
            <a:t>)</a:t>
          </a:r>
          <a:r>
            <a:rPr lang="zh-TW" sz="2000" b="1" kern="1200" dirty="0"/>
            <a:t>。</a:t>
          </a:r>
          <a:endParaRPr lang="zh-TW" sz="2000" kern="1200" dirty="0"/>
        </a:p>
      </dsp:txBody>
      <dsp:txXfrm>
        <a:off x="2861071" y="617652"/>
        <a:ext cx="2507456" cy="2274918"/>
      </dsp:txXfrm>
    </dsp:sp>
    <dsp:sp modelId="{1E0F72F6-C0F2-4F6C-9721-5BA7F8A3B7AF}">
      <dsp:nvSpPr>
        <dsp:cNvPr id="0" name=""/>
        <dsp:cNvSpPr/>
      </dsp:nvSpPr>
      <dsp:spPr>
        <a:xfrm>
          <a:off x="5719571" y="41652"/>
          <a:ext cx="2507456" cy="576000"/>
        </a:xfrm>
        <a:prstGeom prst="rect">
          <a:avLst/>
        </a:prstGeom>
        <a:solidFill>
          <a:schemeClr val="accent2">
            <a:hueOff val="-1446200"/>
            <a:satOff val="-9924"/>
            <a:lumOff val="5098"/>
            <a:alphaOff val="0"/>
          </a:schemeClr>
        </a:solidFill>
        <a:ln w="25400" cap="flat" cmpd="sng" algn="ctr">
          <a:solidFill>
            <a:schemeClr val="accent2">
              <a:hueOff val="-1446200"/>
              <a:satOff val="-9924"/>
              <a:lumOff val="5098"/>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rtl="0">
            <a:lnSpc>
              <a:spcPct val="90000"/>
            </a:lnSpc>
            <a:spcBef>
              <a:spcPct val="0"/>
            </a:spcBef>
            <a:spcAft>
              <a:spcPct val="35000"/>
            </a:spcAft>
            <a:buNone/>
          </a:pPr>
          <a:r>
            <a:rPr lang="zh-TW" sz="2000" b="1" kern="1200"/>
            <a:t>高度可靠性</a:t>
          </a:r>
          <a:endParaRPr lang="zh-TW" sz="2000" kern="1200"/>
        </a:p>
      </dsp:txBody>
      <dsp:txXfrm>
        <a:off x="5719571" y="41652"/>
        <a:ext cx="2507456" cy="576000"/>
      </dsp:txXfrm>
    </dsp:sp>
    <dsp:sp modelId="{4F61F5F2-CAE7-4913-AC78-54BF7E808FCA}">
      <dsp:nvSpPr>
        <dsp:cNvPr id="0" name=""/>
        <dsp:cNvSpPr/>
      </dsp:nvSpPr>
      <dsp:spPr>
        <a:xfrm>
          <a:off x="5719571" y="617652"/>
          <a:ext cx="2507456" cy="2274918"/>
        </a:xfrm>
        <a:prstGeom prst="rect">
          <a:avLst/>
        </a:prstGeom>
        <a:solidFill>
          <a:schemeClr val="accent2">
            <a:tint val="40000"/>
            <a:alpha val="90000"/>
            <a:hueOff val="-1757410"/>
            <a:satOff val="-6624"/>
            <a:lumOff val="722"/>
            <a:alphaOff val="0"/>
          </a:schemeClr>
        </a:solidFill>
        <a:ln w="25400" cap="flat" cmpd="sng" algn="ctr">
          <a:solidFill>
            <a:schemeClr val="accent2">
              <a:tint val="40000"/>
              <a:alpha val="90000"/>
              <a:hueOff val="-1757410"/>
              <a:satOff val="-6624"/>
              <a:lumOff val="722"/>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rtl="0">
            <a:lnSpc>
              <a:spcPct val="90000"/>
            </a:lnSpc>
            <a:spcBef>
              <a:spcPct val="0"/>
            </a:spcBef>
            <a:spcAft>
              <a:spcPct val="15000"/>
            </a:spcAft>
            <a:buChar char="•"/>
          </a:pPr>
          <a:r>
            <a:rPr lang="zh-TW" sz="2000" b="1" kern="1200" dirty="0"/>
            <a:t>保障計算機發生問題時，系統仍然正常工作，通常使用的解決方式就是多處理器。</a:t>
          </a:r>
          <a:endParaRPr lang="zh-TW" sz="2000" kern="1200" dirty="0"/>
        </a:p>
      </dsp:txBody>
      <dsp:txXfrm>
        <a:off x="5719571" y="617652"/>
        <a:ext cx="2507456" cy="2274918"/>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2BB79F-88FB-42CD-9247-BF14F4479C45}">
      <dsp:nvSpPr>
        <dsp:cNvPr id="0" name=""/>
        <dsp:cNvSpPr/>
      </dsp:nvSpPr>
      <dsp:spPr>
        <a:xfrm rot="5400000">
          <a:off x="-113224" y="114978"/>
          <a:ext cx="754831" cy="528382"/>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rtl="0">
            <a:lnSpc>
              <a:spcPct val="90000"/>
            </a:lnSpc>
            <a:spcBef>
              <a:spcPct val="0"/>
            </a:spcBef>
            <a:spcAft>
              <a:spcPct val="35000"/>
            </a:spcAft>
            <a:buNone/>
          </a:pPr>
          <a:r>
            <a:rPr lang="zh-TW" altLang="en-US" sz="1200" b="1" kern="1200" dirty="0"/>
            <a:t>１</a:t>
          </a:r>
          <a:endParaRPr lang="zh-TW" altLang="en-US" sz="1200" kern="1200" dirty="0"/>
        </a:p>
      </dsp:txBody>
      <dsp:txXfrm rot="-5400000">
        <a:off x="1" y="265944"/>
        <a:ext cx="528382" cy="226449"/>
      </dsp:txXfrm>
    </dsp:sp>
    <dsp:sp modelId="{CD25FCE0-6612-4107-96F4-126F7563BEA4}">
      <dsp:nvSpPr>
        <dsp:cNvPr id="0" name=""/>
        <dsp:cNvSpPr/>
      </dsp:nvSpPr>
      <dsp:spPr>
        <a:xfrm rot="5400000">
          <a:off x="4303889" y="-3773752"/>
          <a:ext cx="490898" cy="8041912"/>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rtl="0">
            <a:lnSpc>
              <a:spcPct val="90000"/>
            </a:lnSpc>
            <a:spcBef>
              <a:spcPct val="0"/>
            </a:spcBef>
            <a:spcAft>
              <a:spcPct val="15000"/>
            </a:spcAft>
            <a:buChar char="•"/>
          </a:pPr>
          <a:r>
            <a:rPr lang="zh-TW" sz="2000" b="1" kern="1200" dirty="0"/>
            <a:t>程序新產生時</a:t>
          </a:r>
          <a:r>
            <a:rPr lang="zh-TW" altLang="en-US" sz="2000" b="1" kern="1200" dirty="0"/>
            <a:t>。</a:t>
          </a:r>
          <a:endParaRPr lang="zh-TW" sz="2000" kern="1200" dirty="0"/>
        </a:p>
      </dsp:txBody>
      <dsp:txXfrm rot="-5400000">
        <a:off x="528382" y="25719"/>
        <a:ext cx="8017948" cy="442970"/>
      </dsp:txXfrm>
    </dsp:sp>
    <dsp:sp modelId="{81DD2124-5FD3-44DE-86FD-14D92825E8C6}">
      <dsp:nvSpPr>
        <dsp:cNvPr id="0" name=""/>
        <dsp:cNvSpPr/>
      </dsp:nvSpPr>
      <dsp:spPr>
        <a:xfrm rot="5400000">
          <a:off x="-113224" y="746735"/>
          <a:ext cx="754831" cy="528382"/>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rtl="0">
            <a:lnSpc>
              <a:spcPct val="90000"/>
            </a:lnSpc>
            <a:spcBef>
              <a:spcPct val="0"/>
            </a:spcBef>
            <a:spcAft>
              <a:spcPct val="35000"/>
            </a:spcAft>
            <a:buNone/>
          </a:pPr>
          <a:r>
            <a:rPr lang="zh-TW" altLang="en-US" sz="1200" b="1" kern="1200" dirty="0"/>
            <a:t>２</a:t>
          </a:r>
          <a:endParaRPr lang="zh-TW" altLang="en-US" sz="1200" kern="1200" dirty="0"/>
        </a:p>
      </dsp:txBody>
      <dsp:txXfrm rot="-5400000">
        <a:off x="1" y="897701"/>
        <a:ext cx="528382" cy="226449"/>
      </dsp:txXfrm>
    </dsp:sp>
    <dsp:sp modelId="{52112723-FA74-47D5-9DC5-0B31FE79F526}">
      <dsp:nvSpPr>
        <dsp:cNvPr id="0" name=""/>
        <dsp:cNvSpPr/>
      </dsp:nvSpPr>
      <dsp:spPr>
        <a:xfrm rot="5400000">
          <a:off x="4304018" y="-3142125"/>
          <a:ext cx="490640" cy="8041912"/>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rtl="0">
            <a:lnSpc>
              <a:spcPct val="90000"/>
            </a:lnSpc>
            <a:spcBef>
              <a:spcPct val="0"/>
            </a:spcBef>
            <a:spcAft>
              <a:spcPct val="15000"/>
            </a:spcAft>
            <a:buChar char="•"/>
          </a:pPr>
          <a:r>
            <a:rPr lang="zh-TW" sz="2000" b="1" kern="1200" dirty="0"/>
            <a:t>程序從執行狀態變成等待狀態</a:t>
          </a:r>
          <a:r>
            <a:rPr lang="en-US" sz="2000" b="1" kern="1200" dirty="0"/>
            <a:t>(</a:t>
          </a:r>
          <a:r>
            <a:rPr lang="zh-TW" sz="2000" b="1" kern="1200" dirty="0"/>
            <a:t>譬如有</a:t>
          </a:r>
          <a:r>
            <a:rPr lang="en-US" sz="2000" b="1" kern="1200" dirty="0"/>
            <a:t>I/O</a:t>
          </a:r>
          <a:r>
            <a:rPr lang="zh-TW" sz="2000" b="1" kern="1200" dirty="0"/>
            <a:t>要求</a:t>
          </a:r>
          <a:r>
            <a:rPr lang="en-US" sz="2000" b="1" kern="1200" dirty="0"/>
            <a:t>)</a:t>
          </a:r>
          <a:r>
            <a:rPr lang="zh-TW" altLang="en-US" sz="2000" b="1" kern="1200" dirty="0"/>
            <a:t>。</a:t>
          </a:r>
          <a:endParaRPr lang="zh-TW" sz="2000" kern="1200" dirty="0"/>
        </a:p>
      </dsp:txBody>
      <dsp:txXfrm rot="-5400000">
        <a:off x="528383" y="657461"/>
        <a:ext cx="8017961" cy="442738"/>
      </dsp:txXfrm>
    </dsp:sp>
    <dsp:sp modelId="{C3DAB8C2-8932-4689-AA63-34E17D177B54}">
      <dsp:nvSpPr>
        <dsp:cNvPr id="0" name=""/>
        <dsp:cNvSpPr/>
      </dsp:nvSpPr>
      <dsp:spPr>
        <a:xfrm rot="5400000">
          <a:off x="-113224" y="1378491"/>
          <a:ext cx="754831" cy="528382"/>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rtl="0">
            <a:lnSpc>
              <a:spcPct val="90000"/>
            </a:lnSpc>
            <a:spcBef>
              <a:spcPct val="0"/>
            </a:spcBef>
            <a:spcAft>
              <a:spcPct val="35000"/>
            </a:spcAft>
            <a:buNone/>
          </a:pPr>
          <a:r>
            <a:rPr lang="zh-TW" altLang="en-US" sz="1200" b="1" kern="1200" dirty="0"/>
            <a:t>３</a:t>
          </a:r>
          <a:endParaRPr lang="zh-TW" altLang="en-US" sz="1200" kern="1200" dirty="0"/>
        </a:p>
      </dsp:txBody>
      <dsp:txXfrm rot="-5400000">
        <a:off x="1" y="1529457"/>
        <a:ext cx="528382" cy="226449"/>
      </dsp:txXfrm>
    </dsp:sp>
    <dsp:sp modelId="{AAD239F8-9CEC-4E2F-ACC8-96E1C96C2471}">
      <dsp:nvSpPr>
        <dsp:cNvPr id="0" name=""/>
        <dsp:cNvSpPr/>
      </dsp:nvSpPr>
      <dsp:spPr>
        <a:xfrm rot="5400000">
          <a:off x="4304018" y="-2510369"/>
          <a:ext cx="490640" cy="8041912"/>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rtl="0">
            <a:lnSpc>
              <a:spcPct val="90000"/>
            </a:lnSpc>
            <a:spcBef>
              <a:spcPct val="0"/>
            </a:spcBef>
            <a:spcAft>
              <a:spcPct val="15000"/>
            </a:spcAft>
            <a:buChar char="•"/>
          </a:pPr>
          <a:r>
            <a:rPr lang="zh-TW" sz="2000" b="1" kern="1200" dirty="0"/>
            <a:t>程序從執行狀態變成就緒狀態</a:t>
          </a:r>
          <a:r>
            <a:rPr lang="en-US" sz="2000" b="1" kern="1200" dirty="0"/>
            <a:t>(</a:t>
          </a:r>
          <a:r>
            <a:rPr lang="zh-TW" sz="2000" b="1" kern="1200" dirty="0"/>
            <a:t>譬如有中斷發生時</a:t>
          </a:r>
          <a:r>
            <a:rPr lang="en-US" sz="2000" b="1" kern="1200" dirty="0"/>
            <a:t>)</a:t>
          </a:r>
          <a:r>
            <a:rPr lang="zh-TW" altLang="en-US" sz="2000" b="1" kern="1200" dirty="0"/>
            <a:t>。</a:t>
          </a:r>
          <a:endParaRPr lang="zh-TW" sz="2000" kern="1200" dirty="0"/>
        </a:p>
      </dsp:txBody>
      <dsp:txXfrm rot="-5400000">
        <a:off x="528383" y="1289217"/>
        <a:ext cx="8017961" cy="442738"/>
      </dsp:txXfrm>
    </dsp:sp>
    <dsp:sp modelId="{1B095F01-AA05-41B6-BFF5-C8D3EE9B1E07}">
      <dsp:nvSpPr>
        <dsp:cNvPr id="0" name=""/>
        <dsp:cNvSpPr/>
      </dsp:nvSpPr>
      <dsp:spPr>
        <a:xfrm rot="5400000">
          <a:off x="-113224" y="2010247"/>
          <a:ext cx="754831" cy="528382"/>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rtl="0">
            <a:lnSpc>
              <a:spcPct val="90000"/>
            </a:lnSpc>
            <a:spcBef>
              <a:spcPct val="0"/>
            </a:spcBef>
            <a:spcAft>
              <a:spcPct val="35000"/>
            </a:spcAft>
            <a:buNone/>
          </a:pPr>
          <a:r>
            <a:rPr lang="zh-TW" altLang="en-US" sz="1200" b="1" kern="1200" dirty="0"/>
            <a:t>４</a:t>
          </a:r>
          <a:endParaRPr lang="zh-TW" altLang="en-US" sz="1200" kern="1200" dirty="0"/>
        </a:p>
      </dsp:txBody>
      <dsp:txXfrm rot="-5400000">
        <a:off x="1" y="2161213"/>
        <a:ext cx="528382" cy="226449"/>
      </dsp:txXfrm>
    </dsp:sp>
    <dsp:sp modelId="{103F4FC3-C904-4F18-B38E-F9644F89EE7A}">
      <dsp:nvSpPr>
        <dsp:cNvPr id="0" name=""/>
        <dsp:cNvSpPr/>
      </dsp:nvSpPr>
      <dsp:spPr>
        <a:xfrm rot="5400000">
          <a:off x="4304018" y="-1878613"/>
          <a:ext cx="490640" cy="8041912"/>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rtl="0">
            <a:lnSpc>
              <a:spcPct val="90000"/>
            </a:lnSpc>
            <a:spcBef>
              <a:spcPct val="0"/>
            </a:spcBef>
            <a:spcAft>
              <a:spcPct val="15000"/>
            </a:spcAft>
            <a:buChar char="•"/>
          </a:pPr>
          <a:r>
            <a:rPr lang="zh-TW" sz="2000" b="1" kern="1200" dirty="0"/>
            <a:t>程序從等待狀態變成就緒狀態</a:t>
          </a:r>
          <a:r>
            <a:rPr lang="en-US" sz="2000" b="1" kern="1200" dirty="0"/>
            <a:t>(</a:t>
          </a:r>
          <a:r>
            <a:rPr lang="zh-TW" sz="2000" b="1" kern="1200" dirty="0"/>
            <a:t>譬如</a:t>
          </a:r>
          <a:r>
            <a:rPr lang="en-US" sz="2000" b="1" kern="1200" dirty="0"/>
            <a:t>I/O</a:t>
          </a:r>
          <a:r>
            <a:rPr lang="zh-TW" sz="2000" b="1" kern="1200" dirty="0"/>
            <a:t>要求得到回應</a:t>
          </a:r>
          <a:r>
            <a:rPr lang="en-US" sz="2000" b="1" kern="1200" dirty="0"/>
            <a:t>)</a:t>
          </a:r>
          <a:r>
            <a:rPr lang="zh-TW" altLang="en-US" sz="2000" b="1" kern="1200" dirty="0"/>
            <a:t>。</a:t>
          </a:r>
          <a:endParaRPr lang="zh-TW" sz="2000" kern="1200" dirty="0"/>
        </a:p>
      </dsp:txBody>
      <dsp:txXfrm rot="-5400000">
        <a:off x="528383" y="1920973"/>
        <a:ext cx="8017961" cy="442738"/>
      </dsp:txXfrm>
    </dsp:sp>
    <dsp:sp modelId="{FCA6D434-8147-4BEC-8AE9-8AC875A2137A}">
      <dsp:nvSpPr>
        <dsp:cNvPr id="0" name=""/>
        <dsp:cNvSpPr/>
      </dsp:nvSpPr>
      <dsp:spPr>
        <a:xfrm rot="5400000">
          <a:off x="-113224" y="2642003"/>
          <a:ext cx="754831" cy="528382"/>
        </a:xfrm>
        <a:prstGeom prst="chevron">
          <a:avLst/>
        </a:prstGeom>
        <a:solidFill>
          <a:schemeClr val="accent6">
            <a:hueOff val="0"/>
            <a:satOff val="0"/>
            <a:lumOff val="0"/>
            <a:alphaOff val="0"/>
          </a:schemeClr>
        </a:solidFill>
        <a:ln w="25400" cap="flat" cmpd="sng" algn="ctr">
          <a:solidFill>
            <a:schemeClr val="accent6">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rtl="0">
            <a:lnSpc>
              <a:spcPct val="90000"/>
            </a:lnSpc>
            <a:spcBef>
              <a:spcPct val="0"/>
            </a:spcBef>
            <a:spcAft>
              <a:spcPct val="35000"/>
            </a:spcAft>
            <a:buNone/>
          </a:pPr>
          <a:r>
            <a:rPr lang="zh-TW" altLang="en-US" sz="1200" b="1" kern="1200" dirty="0"/>
            <a:t>５</a:t>
          </a:r>
          <a:endParaRPr lang="zh-TW" altLang="en-US" sz="1200" kern="1200" dirty="0"/>
        </a:p>
      </dsp:txBody>
      <dsp:txXfrm rot="-5400000">
        <a:off x="1" y="2792969"/>
        <a:ext cx="528382" cy="226449"/>
      </dsp:txXfrm>
    </dsp:sp>
    <dsp:sp modelId="{DF063631-2400-4380-BD0A-0B16A0E2B631}">
      <dsp:nvSpPr>
        <dsp:cNvPr id="0" name=""/>
        <dsp:cNvSpPr/>
      </dsp:nvSpPr>
      <dsp:spPr>
        <a:xfrm rot="5400000">
          <a:off x="4304018" y="-1246856"/>
          <a:ext cx="490640" cy="8041912"/>
        </a:xfrm>
        <a:prstGeom prst="round2SameRect">
          <a:avLst/>
        </a:prstGeom>
        <a:solidFill>
          <a:schemeClr val="lt1">
            <a:alpha val="90000"/>
            <a:hueOff val="0"/>
            <a:satOff val="0"/>
            <a:lumOff val="0"/>
            <a:alphaOff val="0"/>
          </a:schemeClr>
        </a:solidFill>
        <a:ln w="25400" cap="flat" cmpd="sng" algn="ctr">
          <a:solidFill>
            <a:schemeClr val="accent6">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rtl="0">
            <a:lnSpc>
              <a:spcPct val="90000"/>
            </a:lnSpc>
            <a:spcBef>
              <a:spcPct val="0"/>
            </a:spcBef>
            <a:spcAft>
              <a:spcPct val="15000"/>
            </a:spcAft>
            <a:buChar char="•"/>
          </a:pPr>
          <a:r>
            <a:rPr lang="zh-TW" sz="2000" b="1" kern="1200" dirty="0"/>
            <a:t>程序</a:t>
          </a:r>
          <a:r>
            <a:rPr lang="zh-TW" altLang="en-US" sz="2000" b="1" kern="1200" dirty="0"/>
            <a:t>終</a:t>
          </a:r>
          <a:r>
            <a:rPr lang="zh-TW" sz="2000" b="1" kern="1200" dirty="0"/>
            <a:t>止時</a:t>
          </a:r>
          <a:r>
            <a:rPr lang="zh-TW" altLang="en-US" sz="2000" b="1" kern="1200" dirty="0"/>
            <a:t>。</a:t>
          </a:r>
          <a:endParaRPr lang="zh-TW" sz="2000" kern="1200" dirty="0"/>
        </a:p>
      </dsp:txBody>
      <dsp:txXfrm rot="-5400000">
        <a:off x="528383" y="2552730"/>
        <a:ext cx="8017961" cy="44273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3312A1-59B3-4A59-A2E8-EB35758123C4}">
      <dsp:nvSpPr>
        <dsp:cNvPr id="0" name=""/>
        <dsp:cNvSpPr/>
      </dsp:nvSpPr>
      <dsp:spPr>
        <a:xfrm>
          <a:off x="0" y="438412"/>
          <a:ext cx="2057399" cy="2057399"/>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rtl="0">
            <a:lnSpc>
              <a:spcPct val="90000"/>
            </a:lnSpc>
            <a:spcBef>
              <a:spcPct val="0"/>
            </a:spcBef>
            <a:spcAft>
              <a:spcPct val="35000"/>
            </a:spcAft>
            <a:buNone/>
          </a:pPr>
          <a:r>
            <a:rPr lang="zh-TW" sz="2800" b="1" kern="1200" dirty="0"/>
            <a:t>先到</a:t>
          </a:r>
          <a:br>
            <a:rPr lang="en-US" altLang="zh-TW" sz="2800" b="1" kern="1200" dirty="0"/>
          </a:br>
          <a:r>
            <a:rPr lang="zh-TW" sz="2800" b="1" kern="1200" dirty="0"/>
            <a:t>先處理</a:t>
          </a:r>
          <a:endParaRPr lang="zh-TW" sz="2800" kern="1200" dirty="0"/>
        </a:p>
      </dsp:txBody>
      <dsp:txXfrm>
        <a:off x="301299" y="739711"/>
        <a:ext cx="1454801" cy="1454801"/>
      </dsp:txXfrm>
    </dsp:sp>
    <dsp:sp modelId="{F3140E5F-6FB8-4816-9404-F5784320B599}">
      <dsp:nvSpPr>
        <dsp:cNvPr id="0" name=""/>
        <dsp:cNvSpPr/>
      </dsp:nvSpPr>
      <dsp:spPr>
        <a:xfrm>
          <a:off x="2057400" y="438412"/>
          <a:ext cx="2057399" cy="2057399"/>
        </a:xfrm>
        <a:prstGeom prst="ellipse">
          <a:avLst/>
        </a:prstGeom>
        <a:gradFill rotWithShape="0">
          <a:gsLst>
            <a:gs pos="0">
              <a:schemeClr val="accent2">
                <a:hueOff val="-482067"/>
                <a:satOff val="-3308"/>
                <a:lumOff val="1699"/>
                <a:alphaOff val="0"/>
                <a:shade val="51000"/>
                <a:satMod val="130000"/>
              </a:schemeClr>
            </a:gs>
            <a:gs pos="80000">
              <a:schemeClr val="accent2">
                <a:hueOff val="-482067"/>
                <a:satOff val="-3308"/>
                <a:lumOff val="1699"/>
                <a:alphaOff val="0"/>
                <a:shade val="93000"/>
                <a:satMod val="130000"/>
              </a:schemeClr>
            </a:gs>
            <a:gs pos="100000">
              <a:schemeClr val="accent2">
                <a:hueOff val="-482067"/>
                <a:satOff val="-3308"/>
                <a:lumOff val="1699"/>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rtl="0">
            <a:lnSpc>
              <a:spcPct val="90000"/>
            </a:lnSpc>
            <a:spcBef>
              <a:spcPct val="0"/>
            </a:spcBef>
            <a:spcAft>
              <a:spcPct val="35000"/>
            </a:spcAft>
            <a:buNone/>
          </a:pPr>
          <a:r>
            <a:rPr lang="zh-TW" sz="2800" b="1" kern="1200"/>
            <a:t>最短工作先處理</a:t>
          </a:r>
          <a:endParaRPr lang="zh-TW" sz="2800" kern="1200"/>
        </a:p>
      </dsp:txBody>
      <dsp:txXfrm>
        <a:off x="2358699" y="739711"/>
        <a:ext cx="1454801" cy="1454801"/>
      </dsp:txXfrm>
    </dsp:sp>
    <dsp:sp modelId="{26B7C004-0B88-4D22-9B1F-C6C10F5B3497}">
      <dsp:nvSpPr>
        <dsp:cNvPr id="0" name=""/>
        <dsp:cNvSpPr/>
      </dsp:nvSpPr>
      <dsp:spPr>
        <a:xfrm>
          <a:off x="4114800" y="438412"/>
          <a:ext cx="2057399" cy="2057399"/>
        </a:xfrm>
        <a:prstGeom prst="ellipse">
          <a:avLst/>
        </a:prstGeom>
        <a:gradFill rotWithShape="0">
          <a:gsLst>
            <a:gs pos="0">
              <a:schemeClr val="accent2">
                <a:hueOff val="-964133"/>
                <a:satOff val="-6616"/>
                <a:lumOff val="3399"/>
                <a:alphaOff val="0"/>
                <a:shade val="51000"/>
                <a:satMod val="130000"/>
              </a:schemeClr>
            </a:gs>
            <a:gs pos="80000">
              <a:schemeClr val="accent2">
                <a:hueOff val="-964133"/>
                <a:satOff val="-6616"/>
                <a:lumOff val="3399"/>
                <a:alphaOff val="0"/>
                <a:shade val="93000"/>
                <a:satMod val="130000"/>
              </a:schemeClr>
            </a:gs>
            <a:gs pos="100000">
              <a:schemeClr val="accent2">
                <a:hueOff val="-964133"/>
                <a:satOff val="-6616"/>
                <a:lumOff val="3399"/>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rtl="0">
            <a:lnSpc>
              <a:spcPct val="90000"/>
            </a:lnSpc>
            <a:spcBef>
              <a:spcPct val="0"/>
            </a:spcBef>
            <a:spcAft>
              <a:spcPct val="35000"/>
            </a:spcAft>
            <a:buNone/>
          </a:pPr>
          <a:r>
            <a:rPr lang="zh-TW" sz="2800" b="1" kern="1200" dirty="0"/>
            <a:t>優先權</a:t>
          </a:r>
          <a:br>
            <a:rPr lang="en-US" altLang="zh-TW" sz="2800" b="1" kern="1200" dirty="0"/>
          </a:br>
          <a:r>
            <a:rPr lang="zh-TW" sz="2800" b="1" kern="1200" dirty="0"/>
            <a:t>排班</a:t>
          </a:r>
          <a:endParaRPr lang="zh-TW" sz="2800" kern="1200" dirty="0"/>
        </a:p>
      </dsp:txBody>
      <dsp:txXfrm>
        <a:off x="4416099" y="739711"/>
        <a:ext cx="1454801" cy="1454801"/>
      </dsp:txXfrm>
    </dsp:sp>
    <dsp:sp modelId="{7A8653B0-89E5-4BC1-8601-5650509C4775}">
      <dsp:nvSpPr>
        <dsp:cNvPr id="0" name=""/>
        <dsp:cNvSpPr/>
      </dsp:nvSpPr>
      <dsp:spPr>
        <a:xfrm>
          <a:off x="6172199" y="438412"/>
          <a:ext cx="2057399" cy="2057399"/>
        </a:xfrm>
        <a:prstGeom prst="ellipse">
          <a:avLst/>
        </a:prstGeom>
        <a:gradFill rotWithShape="0">
          <a:gsLst>
            <a:gs pos="0">
              <a:schemeClr val="accent2">
                <a:hueOff val="-1446200"/>
                <a:satOff val="-9924"/>
                <a:lumOff val="5098"/>
                <a:alphaOff val="0"/>
                <a:shade val="51000"/>
                <a:satMod val="130000"/>
              </a:schemeClr>
            </a:gs>
            <a:gs pos="80000">
              <a:schemeClr val="accent2">
                <a:hueOff val="-1446200"/>
                <a:satOff val="-9924"/>
                <a:lumOff val="5098"/>
                <a:alphaOff val="0"/>
                <a:shade val="93000"/>
                <a:satMod val="130000"/>
              </a:schemeClr>
            </a:gs>
            <a:gs pos="100000">
              <a:schemeClr val="accent2">
                <a:hueOff val="-1446200"/>
                <a:satOff val="-9924"/>
                <a:lumOff val="5098"/>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rtl="0">
            <a:lnSpc>
              <a:spcPct val="90000"/>
            </a:lnSpc>
            <a:spcBef>
              <a:spcPct val="0"/>
            </a:spcBef>
            <a:spcAft>
              <a:spcPct val="35000"/>
            </a:spcAft>
            <a:buNone/>
          </a:pPr>
          <a:r>
            <a:rPr lang="zh-TW" sz="2800" b="1" kern="1200"/>
            <a:t>依序循環排班</a:t>
          </a:r>
          <a:endParaRPr lang="zh-TW" sz="2800" kern="1200"/>
        </a:p>
      </dsp:txBody>
      <dsp:txXfrm>
        <a:off x="6473498" y="739711"/>
        <a:ext cx="1454801" cy="14548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7B5D9E-E3F9-4280-83DB-51A516CAB4F9}">
      <dsp:nvSpPr>
        <dsp:cNvPr id="0" name=""/>
        <dsp:cNvSpPr/>
      </dsp:nvSpPr>
      <dsp:spPr>
        <a:xfrm>
          <a:off x="0" y="73816"/>
          <a:ext cx="7335815" cy="462780"/>
        </a:xfrm>
        <a:prstGeom prst="rect">
          <a:avLst/>
        </a:prstGeom>
        <a:solidFill>
          <a:schemeClr val="accent3">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ctr" defTabSz="1244600" rtl="0">
            <a:lnSpc>
              <a:spcPct val="90000"/>
            </a:lnSpc>
            <a:spcBef>
              <a:spcPct val="0"/>
            </a:spcBef>
            <a:spcAft>
              <a:spcPct val="35000"/>
            </a:spcAft>
            <a:buNone/>
          </a:pPr>
          <a:r>
            <a:rPr lang="en-US" sz="2800" b="1" kern="1200" dirty="0"/>
            <a:t>CPU</a:t>
          </a:r>
          <a:r>
            <a:rPr lang="zh-TW" sz="2800" b="1" kern="1200" dirty="0"/>
            <a:t>執行某工作時，若有新程序產生</a:t>
          </a:r>
          <a:r>
            <a:rPr lang="en-US" altLang="zh-TW" sz="2800" b="1" kern="1200" dirty="0"/>
            <a:t>…</a:t>
          </a:r>
          <a:endParaRPr lang="zh-TW" sz="2800" kern="1200" dirty="0"/>
        </a:p>
      </dsp:txBody>
      <dsp:txXfrm>
        <a:off x="0" y="73816"/>
        <a:ext cx="7335815" cy="462780"/>
      </dsp:txXfrm>
    </dsp:sp>
    <dsp:sp modelId="{D1DE4654-0B68-4776-94E4-69CDF32FBBED}">
      <dsp:nvSpPr>
        <dsp:cNvPr id="0" name=""/>
        <dsp:cNvSpPr/>
      </dsp:nvSpPr>
      <dsp:spPr>
        <a:xfrm>
          <a:off x="0" y="684231"/>
          <a:ext cx="3667907" cy="1591900"/>
        </a:xfrm>
        <a:prstGeom prst="rect">
          <a:avLst/>
        </a:prstGeom>
        <a:solidFill>
          <a:schemeClr val="lt1">
            <a:hueOff val="0"/>
            <a:satOff val="0"/>
            <a:lumOff val="0"/>
            <a:alphaOff val="0"/>
          </a:schemeClr>
        </a:solidFill>
        <a:ln w="25400" cap="flat" cmpd="sng" algn="ctr">
          <a:solidFill>
            <a:schemeClr val="accent3">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44550" rtl="0">
            <a:lnSpc>
              <a:spcPct val="90000"/>
            </a:lnSpc>
            <a:spcBef>
              <a:spcPct val="0"/>
            </a:spcBef>
            <a:spcAft>
              <a:spcPct val="35000"/>
            </a:spcAft>
            <a:buNone/>
          </a:pPr>
          <a:r>
            <a:rPr lang="zh-TW" altLang="en-US" sz="1900" b="1" u="sng" kern="1200" dirty="0">
              <a:solidFill>
                <a:schemeClr val="tx2"/>
              </a:solidFill>
            </a:rPr>
            <a:t>可搶先</a:t>
          </a:r>
          <a:endParaRPr lang="zh-TW" altLang="en-US" sz="1900" u="sng" kern="1200" dirty="0">
            <a:solidFill>
              <a:schemeClr val="tx2"/>
            </a:solidFill>
          </a:endParaRPr>
        </a:p>
        <a:p>
          <a:pPr marL="171450" lvl="1" indent="-171450" algn="l" defTabSz="800100" rtl="0">
            <a:lnSpc>
              <a:spcPct val="90000"/>
            </a:lnSpc>
            <a:spcBef>
              <a:spcPct val="0"/>
            </a:spcBef>
            <a:spcAft>
              <a:spcPct val="15000"/>
            </a:spcAft>
            <a:buChar char="•"/>
          </a:pPr>
          <a:r>
            <a:rPr lang="zh-TW" sz="1800" b="1" kern="1200" dirty="0"/>
            <a:t>比較新程序的所需時間</a:t>
          </a:r>
          <a:r>
            <a:rPr lang="zh-TW" altLang="en-US" sz="1800" b="1" kern="1200" dirty="0"/>
            <a:t>，</a:t>
          </a:r>
          <a:r>
            <a:rPr lang="zh-TW" sz="1800" b="1" kern="1200" dirty="0"/>
            <a:t>若較目前執行程序的剩餘時間短，新程序可搶走</a:t>
          </a:r>
          <a:r>
            <a:rPr lang="en-US" sz="1800" b="1" kern="1200" dirty="0"/>
            <a:t>CPU</a:t>
          </a:r>
          <a:r>
            <a:rPr lang="zh-TW" sz="1800" b="1" kern="1200" dirty="0"/>
            <a:t>。</a:t>
          </a:r>
          <a:endParaRPr lang="zh-TW" sz="1800" kern="1200" dirty="0"/>
        </a:p>
      </dsp:txBody>
      <dsp:txXfrm>
        <a:off x="0" y="684231"/>
        <a:ext cx="3667907" cy="1591900"/>
      </dsp:txXfrm>
    </dsp:sp>
    <dsp:sp modelId="{2D2615D9-824F-44C0-B43A-ED58C34D239F}">
      <dsp:nvSpPr>
        <dsp:cNvPr id="0" name=""/>
        <dsp:cNvSpPr/>
      </dsp:nvSpPr>
      <dsp:spPr>
        <a:xfrm>
          <a:off x="3667907" y="684231"/>
          <a:ext cx="3667907" cy="1591900"/>
        </a:xfrm>
        <a:prstGeom prst="rect">
          <a:avLst/>
        </a:prstGeom>
        <a:solidFill>
          <a:schemeClr val="lt1">
            <a:hueOff val="0"/>
            <a:satOff val="0"/>
            <a:lumOff val="0"/>
            <a:alphaOff val="0"/>
          </a:schemeClr>
        </a:solidFill>
        <a:ln w="25400" cap="flat" cmpd="sng" algn="ctr">
          <a:solidFill>
            <a:schemeClr val="accent3">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t" anchorCtr="0">
          <a:noAutofit/>
        </a:bodyPr>
        <a:lstStyle/>
        <a:p>
          <a:pPr marL="0" lvl="0" indent="0" algn="l" defTabSz="844550" rtl="0">
            <a:lnSpc>
              <a:spcPct val="90000"/>
            </a:lnSpc>
            <a:spcBef>
              <a:spcPct val="0"/>
            </a:spcBef>
            <a:spcAft>
              <a:spcPct val="35000"/>
            </a:spcAft>
            <a:buNone/>
          </a:pPr>
          <a:r>
            <a:rPr lang="zh-TW" altLang="en-US" sz="1900" b="1" u="sng" kern="1200" dirty="0">
              <a:solidFill>
                <a:schemeClr val="tx2"/>
              </a:solidFill>
            </a:rPr>
            <a:t>不可搶先</a:t>
          </a:r>
          <a:endParaRPr lang="zh-TW" altLang="en-US" sz="1900" u="sng" kern="1200" dirty="0">
            <a:solidFill>
              <a:schemeClr val="tx2"/>
            </a:solidFill>
          </a:endParaRPr>
        </a:p>
        <a:p>
          <a:pPr marL="171450" lvl="1" indent="-171450" algn="l" defTabSz="800100" rtl="0">
            <a:lnSpc>
              <a:spcPct val="90000"/>
            </a:lnSpc>
            <a:spcBef>
              <a:spcPct val="0"/>
            </a:spcBef>
            <a:spcAft>
              <a:spcPct val="15000"/>
            </a:spcAft>
            <a:buChar char="•"/>
          </a:pPr>
          <a:r>
            <a:rPr lang="zh-TW" altLang="en-US" sz="1800" b="1" kern="1200" dirty="0"/>
            <a:t>新程序須等目前正在執行的程序完成。</a:t>
          </a:r>
          <a:endParaRPr lang="zh-TW" altLang="en-US" sz="1800" kern="1200" dirty="0"/>
        </a:p>
      </dsp:txBody>
      <dsp:txXfrm>
        <a:off x="3667907" y="684231"/>
        <a:ext cx="3667907" cy="1591900"/>
      </dsp:txXfrm>
    </dsp:sp>
    <dsp:sp modelId="{27D1EC61-9174-40DF-BFB6-1A3802B7EEC1}">
      <dsp:nvSpPr>
        <dsp:cNvPr id="0" name=""/>
        <dsp:cNvSpPr/>
      </dsp:nvSpPr>
      <dsp:spPr>
        <a:xfrm>
          <a:off x="0" y="2276131"/>
          <a:ext cx="7335815" cy="176877"/>
        </a:xfrm>
        <a:prstGeom prst="rect">
          <a:avLst/>
        </a:prstGeom>
        <a:solidFill>
          <a:schemeClr val="accent3">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6863DC-57C8-40EF-9DB1-FDFBDAC48DE9}">
      <dsp:nvSpPr>
        <dsp:cNvPr id="0" name=""/>
        <dsp:cNvSpPr/>
      </dsp:nvSpPr>
      <dsp:spPr>
        <a:xfrm>
          <a:off x="50855" y="0"/>
          <a:ext cx="1974374" cy="877598"/>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rtl="0">
            <a:lnSpc>
              <a:spcPct val="90000"/>
            </a:lnSpc>
            <a:spcBef>
              <a:spcPct val="0"/>
            </a:spcBef>
            <a:spcAft>
              <a:spcPct val="35000"/>
            </a:spcAft>
            <a:buNone/>
          </a:pPr>
          <a:r>
            <a:rPr lang="zh-TW" sz="2900" b="1" kern="1200" dirty="0"/>
            <a:t>請求資源</a:t>
          </a:r>
          <a:endParaRPr lang="zh-TW" sz="2900" kern="1200" dirty="0"/>
        </a:p>
      </dsp:txBody>
      <dsp:txXfrm>
        <a:off x="76559" y="25704"/>
        <a:ext cx="1922966" cy="826190"/>
      </dsp:txXfrm>
    </dsp:sp>
    <dsp:sp modelId="{BE5C1328-EB19-4133-B762-6B88FEF1FF08}">
      <dsp:nvSpPr>
        <dsp:cNvPr id="0" name=""/>
        <dsp:cNvSpPr/>
      </dsp:nvSpPr>
      <dsp:spPr>
        <a:xfrm>
          <a:off x="2211605" y="193976"/>
          <a:ext cx="395115" cy="489644"/>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33450">
            <a:lnSpc>
              <a:spcPct val="90000"/>
            </a:lnSpc>
            <a:spcBef>
              <a:spcPct val="0"/>
            </a:spcBef>
            <a:spcAft>
              <a:spcPct val="35000"/>
            </a:spcAft>
            <a:buNone/>
          </a:pPr>
          <a:endParaRPr lang="zh-TW" altLang="en-US" sz="2100" kern="1200"/>
        </a:p>
      </dsp:txBody>
      <dsp:txXfrm>
        <a:off x="2211605" y="291905"/>
        <a:ext cx="276581" cy="293786"/>
      </dsp:txXfrm>
    </dsp:sp>
    <dsp:sp modelId="{6149885E-D09D-4238-9CE4-A4C8B3028543}">
      <dsp:nvSpPr>
        <dsp:cNvPr id="0" name=""/>
        <dsp:cNvSpPr/>
      </dsp:nvSpPr>
      <dsp:spPr>
        <a:xfrm>
          <a:off x="2770730" y="0"/>
          <a:ext cx="1974374" cy="877598"/>
        </a:xfrm>
        <a:prstGeom prst="roundRect">
          <a:avLst>
            <a:gd name="adj" fmla="val 10000"/>
          </a:avLst>
        </a:prstGeom>
        <a:solidFill>
          <a:schemeClr val="accent3">
            <a:hueOff val="730060"/>
            <a:satOff val="-13582"/>
            <a:lumOff val="-411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rtl="0">
            <a:lnSpc>
              <a:spcPct val="90000"/>
            </a:lnSpc>
            <a:spcBef>
              <a:spcPct val="0"/>
            </a:spcBef>
            <a:spcAft>
              <a:spcPct val="35000"/>
            </a:spcAft>
            <a:buNone/>
          </a:pPr>
          <a:r>
            <a:rPr lang="zh-TW" sz="2900" b="1" kern="1200" dirty="0"/>
            <a:t>使用資源</a:t>
          </a:r>
          <a:endParaRPr lang="zh-TW" sz="2900" kern="1200" dirty="0"/>
        </a:p>
      </dsp:txBody>
      <dsp:txXfrm>
        <a:off x="2796434" y="25704"/>
        <a:ext cx="1922966" cy="826190"/>
      </dsp:txXfrm>
    </dsp:sp>
    <dsp:sp modelId="{E86BBC4C-6D55-4C75-B719-2F711510B40B}">
      <dsp:nvSpPr>
        <dsp:cNvPr id="0" name=""/>
        <dsp:cNvSpPr/>
      </dsp:nvSpPr>
      <dsp:spPr>
        <a:xfrm>
          <a:off x="4942542" y="193976"/>
          <a:ext cx="418567" cy="489644"/>
        </a:xfrm>
        <a:prstGeom prst="rightArrow">
          <a:avLst>
            <a:gd name="adj1" fmla="val 60000"/>
            <a:gd name="adj2" fmla="val 50000"/>
          </a:avLst>
        </a:prstGeom>
        <a:solidFill>
          <a:schemeClr val="accent3">
            <a:hueOff val="1460120"/>
            <a:satOff val="-27164"/>
            <a:lumOff val="-823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33450">
            <a:lnSpc>
              <a:spcPct val="90000"/>
            </a:lnSpc>
            <a:spcBef>
              <a:spcPct val="0"/>
            </a:spcBef>
            <a:spcAft>
              <a:spcPct val="35000"/>
            </a:spcAft>
            <a:buNone/>
          </a:pPr>
          <a:endParaRPr lang="zh-TW" altLang="en-US" sz="2100" kern="1200"/>
        </a:p>
      </dsp:txBody>
      <dsp:txXfrm>
        <a:off x="4942542" y="291905"/>
        <a:ext cx="292997" cy="293786"/>
      </dsp:txXfrm>
    </dsp:sp>
    <dsp:sp modelId="{52701680-414D-4D7D-BDB0-B041A0A27D6F}">
      <dsp:nvSpPr>
        <dsp:cNvPr id="0" name=""/>
        <dsp:cNvSpPr/>
      </dsp:nvSpPr>
      <dsp:spPr>
        <a:xfrm>
          <a:off x="5534854" y="0"/>
          <a:ext cx="1974374" cy="877598"/>
        </a:xfrm>
        <a:prstGeom prst="roundRect">
          <a:avLst>
            <a:gd name="adj" fmla="val 10000"/>
          </a:avLst>
        </a:prstGeom>
        <a:solidFill>
          <a:schemeClr val="accent3">
            <a:hueOff val="1460120"/>
            <a:satOff val="-27164"/>
            <a:lumOff val="-823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rtl="0">
            <a:lnSpc>
              <a:spcPct val="90000"/>
            </a:lnSpc>
            <a:spcBef>
              <a:spcPct val="0"/>
            </a:spcBef>
            <a:spcAft>
              <a:spcPct val="35000"/>
            </a:spcAft>
            <a:buNone/>
          </a:pPr>
          <a:r>
            <a:rPr lang="zh-TW" sz="2900" b="1" kern="1200" dirty="0"/>
            <a:t>釋放資源</a:t>
          </a:r>
          <a:endParaRPr lang="zh-TW" sz="2900" kern="1200" dirty="0"/>
        </a:p>
      </dsp:txBody>
      <dsp:txXfrm>
        <a:off x="5560558" y="25704"/>
        <a:ext cx="1922966" cy="82619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3563E5-8213-4DD5-9FB1-BB35E796AEB6}">
      <dsp:nvSpPr>
        <dsp:cNvPr id="0" name=""/>
        <dsp:cNvSpPr/>
      </dsp:nvSpPr>
      <dsp:spPr>
        <a:xfrm>
          <a:off x="1004" y="0"/>
          <a:ext cx="2611933" cy="2934224"/>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ctr" defTabSz="1377950" rtl="0">
            <a:lnSpc>
              <a:spcPct val="90000"/>
            </a:lnSpc>
            <a:spcBef>
              <a:spcPct val="0"/>
            </a:spcBef>
            <a:spcAft>
              <a:spcPct val="35000"/>
            </a:spcAft>
            <a:buNone/>
          </a:pPr>
          <a:r>
            <a:rPr lang="zh-TW" sz="3100" b="1" kern="1200"/>
            <a:t>名稱</a:t>
          </a:r>
          <a:endParaRPr lang="zh-TW" sz="3100" kern="1200"/>
        </a:p>
      </dsp:txBody>
      <dsp:txXfrm>
        <a:off x="1004" y="0"/>
        <a:ext cx="2611933" cy="880267"/>
      </dsp:txXfrm>
    </dsp:sp>
    <dsp:sp modelId="{6EE81FA3-009B-457D-A01D-F4FF6DD822D7}">
      <dsp:nvSpPr>
        <dsp:cNvPr id="0" name=""/>
        <dsp:cNvSpPr/>
      </dsp:nvSpPr>
      <dsp:spPr>
        <a:xfrm>
          <a:off x="262197" y="880267"/>
          <a:ext cx="2089546" cy="1907245"/>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38100" rIns="50800" bIns="38100" numCol="1" spcCol="1270" anchor="ctr" anchorCtr="0">
          <a:noAutofit/>
        </a:bodyPr>
        <a:lstStyle/>
        <a:p>
          <a:pPr marL="0" lvl="0" indent="0" algn="ctr" defTabSz="889000" rtl="0">
            <a:lnSpc>
              <a:spcPct val="90000"/>
            </a:lnSpc>
            <a:spcBef>
              <a:spcPct val="0"/>
            </a:spcBef>
            <a:spcAft>
              <a:spcPct val="35000"/>
            </a:spcAft>
            <a:buNone/>
          </a:pPr>
          <a:r>
            <a:rPr lang="zh-TW" altLang="en-US" sz="2000" b="1" kern="1200" dirty="0"/>
            <a:t>符號式的檔名是給人辨識不同的檔案。</a:t>
          </a:r>
          <a:endParaRPr lang="zh-TW" altLang="en-US" sz="2000" kern="1200" dirty="0"/>
        </a:p>
      </dsp:txBody>
      <dsp:txXfrm>
        <a:off x="318058" y="936128"/>
        <a:ext cx="1977824" cy="1795523"/>
      </dsp:txXfrm>
    </dsp:sp>
    <dsp:sp modelId="{84FC566A-DC65-4A05-8CA9-FE5F026D04A9}">
      <dsp:nvSpPr>
        <dsp:cNvPr id="0" name=""/>
        <dsp:cNvSpPr/>
      </dsp:nvSpPr>
      <dsp:spPr>
        <a:xfrm>
          <a:off x="2808833" y="0"/>
          <a:ext cx="2611933" cy="2934224"/>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ctr" defTabSz="1377950" rtl="0">
            <a:lnSpc>
              <a:spcPct val="90000"/>
            </a:lnSpc>
            <a:spcBef>
              <a:spcPct val="0"/>
            </a:spcBef>
            <a:spcAft>
              <a:spcPct val="35000"/>
            </a:spcAft>
            <a:buNone/>
          </a:pPr>
          <a:r>
            <a:rPr lang="zh-TW" sz="3100" b="1" kern="1200"/>
            <a:t>識別符號</a:t>
          </a:r>
          <a:endParaRPr lang="zh-TW" sz="3100" kern="1200"/>
        </a:p>
      </dsp:txBody>
      <dsp:txXfrm>
        <a:off x="2808833" y="0"/>
        <a:ext cx="2611933" cy="880267"/>
      </dsp:txXfrm>
    </dsp:sp>
    <dsp:sp modelId="{868FF342-7265-448D-9A07-F095ACDD033A}">
      <dsp:nvSpPr>
        <dsp:cNvPr id="0" name=""/>
        <dsp:cNvSpPr/>
      </dsp:nvSpPr>
      <dsp:spPr>
        <a:xfrm>
          <a:off x="2809658" y="880267"/>
          <a:ext cx="2610282" cy="1907245"/>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rtl="0">
            <a:lnSpc>
              <a:spcPct val="90000"/>
            </a:lnSpc>
            <a:spcBef>
              <a:spcPct val="0"/>
            </a:spcBef>
            <a:spcAft>
              <a:spcPct val="35000"/>
            </a:spcAft>
            <a:buNone/>
          </a:pPr>
          <a:r>
            <a:rPr lang="zh-TW" altLang="en-US" sz="1800" b="1" kern="1200" dirty="0"/>
            <a:t>獨一無二的標籤，用來標示檔案系統內的檔案，通常是以數字來表示，是給作業存取所用，並非給使用者辨識。</a:t>
          </a:r>
          <a:endParaRPr lang="zh-TW" altLang="en-US" sz="1800" kern="1200" dirty="0"/>
        </a:p>
      </dsp:txBody>
      <dsp:txXfrm>
        <a:off x="2865519" y="936128"/>
        <a:ext cx="2498560" cy="1795523"/>
      </dsp:txXfrm>
    </dsp:sp>
    <dsp:sp modelId="{863F0901-1AFD-471D-A828-6BF2B170F58C}">
      <dsp:nvSpPr>
        <dsp:cNvPr id="0" name=""/>
        <dsp:cNvSpPr/>
      </dsp:nvSpPr>
      <dsp:spPr>
        <a:xfrm>
          <a:off x="5616661" y="0"/>
          <a:ext cx="2611933" cy="2934224"/>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ctr" defTabSz="1377950" rtl="0">
            <a:lnSpc>
              <a:spcPct val="90000"/>
            </a:lnSpc>
            <a:spcBef>
              <a:spcPct val="0"/>
            </a:spcBef>
            <a:spcAft>
              <a:spcPct val="35000"/>
            </a:spcAft>
            <a:buNone/>
          </a:pPr>
          <a:r>
            <a:rPr lang="zh-TW" sz="3100" b="1" kern="1200"/>
            <a:t>型態</a:t>
          </a:r>
          <a:endParaRPr lang="zh-TW" sz="3100" kern="1200"/>
        </a:p>
      </dsp:txBody>
      <dsp:txXfrm>
        <a:off x="5616661" y="0"/>
        <a:ext cx="2611933" cy="880267"/>
      </dsp:txXfrm>
    </dsp:sp>
    <dsp:sp modelId="{5B7EC586-6A76-4E5D-A28B-5B0ACF78AD4B}">
      <dsp:nvSpPr>
        <dsp:cNvPr id="0" name=""/>
        <dsp:cNvSpPr/>
      </dsp:nvSpPr>
      <dsp:spPr>
        <a:xfrm>
          <a:off x="5877855" y="880267"/>
          <a:ext cx="2089546" cy="1907245"/>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38100" rIns="50800" bIns="38100" numCol="1" spcCol="1270" anchor="ctr" anchorCtr="0">
          <a:noAutofit/>
        </a:bodyPr>
        <a:lstStyle/>
        <a:p>
          <a:pPr marL="0" lvl="0" indent="0" algn="ctr" defTabSz="889000" rtl="0">
            <a:lnSpc>
              <a:spcPct val="90000"/>
            </a:lnSpc>
            <a:spcBef>
              <a:spcPct val="0"/>
            </a:spcBef>
            <a:spcAft>
              <a:spcPct val="35000"/>
            </a:spcAft>
            <a:buNone/>
          </a:pPr>
          <a:r>
            <a:rPr lang="zh-TW" altLang="en-US" sz="2000" b="1" kern="1200" dirty="0"/>
            <a:t>提供使用者有關這個檔案的類型。</a:t>
          </a:r>
          <a:endParaRPr lang="zh-TW" altLang="en-US" sz="2000" kern="1200" dirty="0"/>
        </a:p>
      </dsp:txBody>
      <dsp:txXfrm>
        <a:off x="5933716" y="936128"/>
        <a:ext cx="1977824" cy="179552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ED2AAB-519E-421D-A802-F6BBA654FF40}">
      <dsp:nvSpPr>
        <dsp:cNvPr id="0" name=""/>
        <dsp:cNvSpPr/>
      </dsp:nvSpPr>
      <dsp:spPr>
        <a:xfrm>
          <a:off x="1004" y="0"/>
          <a:ext cx="2611933" cy="2934224"/>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ctr" defTabSz="1377950" rtl="0">
            <a:lnSpc>
              <a:spcPct val="90000"/>
            </a:lnSpc>
            <a:spcBef>
              <a:spcPct val="0"/>
            </a:spcBef>
            <a:spcAft>
              <a:spcPct val="35000"/>
            </a:spcAft>
            <a:buNone/>
          </a:pPr>
          <a:r>
            <a:rPr lang="zh-TW" sz="3100" b="1" kern="1200"/>
            <a:t>位置</a:t>
          </a:r>
          <a:endParaRPr lang="zh-TW" sz="3100" kern="1200"/>
        </a:p>
      </dsp:txBody>
      <dsp:txXfrm>
        <a:off x="1004" y="0"/>
        <a:ext cx="2611933" cy="880267"/>
      </dsp:txXfrm>
    </dsp:sp>
    <dsp:sp modelId="{8134A4B3-2410-45F2-9C7C-0B8BDD67FB2A}">
      <dsp:nvSpPr>
        <dsp:cNvPr id="0" name=""/>
        <dsp:cNvSpPr/>
      </dsp:nvSpPr>
      <dsp:spPr>
        <a:xfrm>
          <a:off x="262197" y="880267"/>
          <a:ext cx="2089546" cy="1907245"/>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40005" rIns="53340" bIns="40005" numCol="1" spcCol="1270" anchor="ctr" anchorCtr="0">
          <a:noAutofit/>
        </a:bodyPr>
        <a:lstStyle/>
        <a:p>
          <a:pPr marL="0" lvl="0" indent="0" algn="ctr" defTabSz="933450" rtl="0">
            <a:lnSpc>
              <a:spcPct val="90000"/>
            </a:lnSpc>
            <a:spcBef>
              <a:spcPct val="0"/>
            </a:spcBef>
            <a:spcAft>
              <a:spcPct val="35000"/>
            </a:spcAft>
            <a:buNone/>
          </a:pPr>
          <a:r>
            <a:rPr lang="zh-TW" sz="2100" b="1" kern="1200"/>
            <a:t>標示出這個檔案所在的磁碟裝置及目錄位置。</a:t>
          </a:r>
          <a:endParaRPr lang="zh-TW" sz="2100" kern="1200"/>
        </a:p>
      </dsp:txBody>
      <dsp:txXfrm>
        <a:off x="318058" y="936128"/>
        <a:ext cx="1977824" cy="1795523"/>
      </dsp:txXfrm>
    </dsp:sp>
    <dsp:sp modelId="{7E3D3760-CF47-43FA-8705-F55427DF2D98}">
      <dsp:nvSpPr>
        <dsp:cNvPr id="0" name=""/>
        <dsp:cNvSpPr/>
      </dsp:nvSpPr>
      <dsp:spPr>
        <a:xfrm>
          <a:off x="2808833" y="0"/>
          <a:ext cx="2611933" cy="2934224"/>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ctr" defTabSz="1377950" rtl="0">
            <a:lnSpc>
              <a:spcPct val="90000"/>
            </a:lnSpc>
            <a:spcBef>
              <a:spcPct val="0"/>
            </a:spcBef>
            <a:spcAft>
              <a:spcPct val="35000"/>
            </a:spcAft>
            <a:buNone/>
          </a:pPr>
          <a:r>
            <a:rPr lang="zh-TW" sz="3100" b="1" kern="1200"/>
            <a:t>大小</a:t>
          </a:r>
          <a:endParaRPr lang="zh-TW" sz="3100" kern="1200"/>
        </a:p>
      </dsp:txBody>
      <dsp:txXfrm>
        <a:off x="2808833" y="0"/>
        <a:ext cx="2611933" cy="880267"/>
      </dsp:txXfrm>
    </dsp:sp>
    <dsp:sp modelId="{F8C178C9-DC2F-4490-AFAE-F7D76DB66955}">
      <dsp:nvSpPr>
        <dsp:cNvPr id="0" name=""/>
        <dsp:cNvSpPr/>
      </dsp:nvSpPr>
      <dsp:spPr>
        <a:xfrm>
          <a:off x="3070026" y="880267"/>
          <a:ext cx="2089546" cy="1907245"/>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40005" rIns="53340" bIns="40005" numCol="1" spcCol="1270" anchor="ctr" anchorCtr="0">
          <a:noAutofit/>
        </a:bodyPr>
        <a:lstStyle/>
        <a:p>
          <a:pPr marL="0" lvl="0" indent="0" algn="ctr" defTabSz="933450" rtl="0">
            <a:lnSpc>
              <a:spcPct val="90000"/>
            </a:lnSpc>
            <a:spcBef>
              <a:spcPct val="0"/>
            </a:spcBef>
            <a:spcAft>
              <a:spcPct val="35000"/>
            </a:spcAft>
            <a:buNone/>
          </a:pPr>
          <a:r>
            <a:rPr lang="zh-TW" sz="2100" b="1" kern="1200"/>
            <a:t>顯示該檔案目前的大小。</a:t>
          </a:r>
          <a:endParaRPr lang="zh-TW" sz="2100" kern="1200"/>
        </a:p>
      </dsp:txBody>
      <dsp:txXfrm>
        <a:off x="3125887" y="936128"/>
        <a:ext cx="1977824" cy="1795523"/>
      </dsp:txXfrm>
    </dsp:sp>
    <dsp:sp modelId="{330160B3-9E92-477A-98E9-01A0F808E56E}">
      <dsp:nvSpPr>
        <dsp:cNvPr id="0" name=""/>
        <dsp:cNvSpPr/>
      </dsp:nvSpPr>
      <dsp:spPr>
        <a:xfrm>
          <a:off x="5616661" y="0"/>
          <a:ext cx="2611933" cy="2934224"/>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ctr" defTabSz="1377950" rtl="0">
            <a:lnSpc>
              <a:spcPct val="90000"/>
            </a:lnSpc>
            <a:spcBef>
              <a:spcPct val="0"/>
            </a:spcBef>
            <a:spcAft>
              <a:spcPct val="35000"/>
            </a:spcAft>
            <a:buNone/>
          </a:pPr>
          <a:r>
            <a:rPr lang="zh-TW" sz="3100" b="1" kern="1200"/>
            <a:t>時間日期</a:t>
          </a:r>
          <a:endParaRPr lang="zh-TW" sz="3100" kern="1200"/>
        </a:p>
      </dsp:txBody>
      <dsp:txXfrm>
        <a:off x="5616661" y="0"/>
        <a:ext cx="2611933" cy="880267"/>
      </dsp:txXfrm>
    </dsp:sp>
    <dsp:sp modelId="{AEACBA2F-8329-4F26-8B3D-15E2344EE821}">
      <dsp:nvSpPr>
        <dsp:cNvPr id="0" name=""/>
        <dsp:cNvSpPr/>
      </dsp:nvSpPr>
      <dsp:spPr>
        <a:xfrm>
          <a:off x="5877855" y="880267"/>
          <a:ext cx="2089546" cy="1907245"/>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40005" rIns="53340" bIns="40005" numCol="1" spcCol="1270" anchor="ctr" anchorCtr="0">
          <a:noAutofit/>
        </a:bodyPr>
        <a:lstStyle/>
        <a:p>
          <a:pPr marL="0" lvl="0" indent="0" algn="ctr" defTabSz="933450" rtl="0">
            <a:lnSpc>
              <a:spcPct val="90000"/>
            </a:lnSpc>
            <a:spcBef>
              <a:spcPct val="0"/>
            </a:spcBef>
            <a:spcAft>
              <a:spcPct val="35000"/>
            </a:spcAft>
            <a:buNone/>
          </a:pPr>
          <a:r>
            <a:rPr lang="zh-TW" sz="2100" b="1" kern="1200"/>
            <a:t>顯示檔案建立日期、修改日期、最後開啟日期等資訊。</a:t>
          </a:r>
          <a:endParaRPr lang="zh-TW" sz="2100" kern="1200"/>
        </a:p>
      </dsp:txBody>
      <dsp:txXfrm>
        <a:off x="5933716" y="936128"/>
        <a:ext cx="1977824" cy="179552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7B68FC3-DDBC-4F2F-B337-FCD3A22DAEFD}">
      <dsp:nvSpPr>
        <dsp:cNvPr id="0" name=""/>
        <dsp:cNvSpPr/>
      </dsp:nvSpPr>
      <dsp:spPr>
        <a:xfrm>
          <a:off x="3381449" y="105"/>
          <a:ext cx="1466701" cy="1466701"/>
        </a:xfrm>
        <a:prstGeom prst="downArrow">
          <a:avLst>
            <a:gd name="adj1" fmla="val 50000"/>
            <a:gd name="adj2" fmla="val 35000"/>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rtl="0">
            <a:lnSpc>
              <a:spcPct val="90000"/>
            </a:lnSpc>
            <a:spcBef>
              <a:spcPct val="0"/>
            </a:spcBef>
            <a:spcAft>
              <a:spcPct val="35000"/>
            </a:spcAft>
            <a:buNone/>
          </a:pPr>
          <a:r>
            <a:rPr lang="en-US" sz="1700" b="1" kern="1200"/>
            <a:t>Linux</a:t>
          </a:r>
          <a:endParaRPr lang="zh-TW" sz="1700" kern="1200"/>
        </a:p>
      </dsp:txBody>
      <dsp:txXfrm>
        <a:off x="3748124" y="105"/>
        <a:ext cx="733351" cy="1210028"/>
      </dsp:txXfrm>
    </dsp:sp>
    <dsp:sp modelId="{6B61CA01-2211-40FD-A5E8-4F93BE59D1D6}">
      <dsp:nvSpPr>
        <dsp:cNvPr id="0" name=""/>
        <dsp:cNvSpPr/>
      </dsp:nvSpPr>
      <dsp:spPr>
        <a:xfrm rot="7200000">
          <a:off x="4228602" y="1467417"/>
          <a:ext cx="1466701" cy="1466701"/>
        </a:xfrm>
        <a:prstGeom prst="downArrow">
          <a:avLst>
            <a:gd name="adj1" fmla="val 50000"/>
            <a:gd name="adj2" fmla="val 35000"/>
          </a:avLst>
        </a:prstGeom>
        <a:gradFill rotWithShape="0">
          <a:gsLst>
            <a:gs pos="0">
              <a:schemeClr val="accent3">
                <a:hueOff val="730060"/>
                <a:satOff val="-13582"/>
                <a:lumOff val="-4118"/>
                <a:alphaOff val="0"/>
                <a:shade val="51000"/>
                <a:satMod val="130000"/>
              </a:schemeClr>
            </a:gs>
            <a:gs pos="80000">
              <a:schemeClr val="accent3">
                <a:hueOff val="730060"/>
                <a:satOff val="-13582"/>
                <a:lumOff val="-4118"/>
                <a:alphaOff val="0"/>
                <a:shade val="93000"/>
                <a:satMod val="130000"/>
              </a:schemeClr>
            </a:gs>
            <a:gs pos="100000">
              <a:schemeClr val="accent3">
                <a:hueOff val="730060"/>
                <a:satOff val="-13582"/>
                <a:lumOff val="-4118"/>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rtl="0">
            <a:lnSpc>
              <a:spcPct val="90000"/>
            </a:lnSpc>
            <a:spcBef>
              <a:spcPct val="0"/>
            </a:spcBef>
            <a:spcAft>
              <a:spcPct val="35000"/>
            </a:spcAft>
            <a:buNone/>
          </a:pPr>
          <a:r>
            <a:rPr lang="en-US" sz="1700" b="1" kern="1200"/>
            <a:t>Mac</a:t>
          </a:r>
          <a:endParaRPr lang="zh-TW" sz="1700" kern="1200"/>
        </a:p>
      </dsp:txBody>
      <dsp:txXfrm rot="-5400000">
        <a:off x="4468082" y="1898260"/>
        <a:ext cx="1210028" cy="733351"/>
      </dsp:txXfrm>
    </dsp:sp>
    <dsp:sp modelId="{1C88FA36-B44F-41E5-AC0E-D345D77A2842}">
      <dsp:nvSpPr>
        <dsp:cNvPr id="0" name=""/>
        <dsp:cNvSpPr/>
      </dsp:nvSpPr>
      <dsp:spPr>
        <a:xfrm rot="14400000">
          <a:off x="2534296" y="1467417"/>
          <a:ext cx="1466701" cy="1466701"/>
        </a:xfrm>
        <a:prstGeom prst="downArrow">
          <a:avLst>
            <a:gd name="adj1" fmla="val 50000"/>
            <a:gd name="adj2" fmla="val 35000"/>
          </a:avLst>
        </a:prstGeom>
        <a:gradFill rotWithShape="0">
          <a:gsLst>
            <a:gs pos="0">
              <a:schemeClr val="accent3">
                <a:hueOff val="1460120"/>
                <a:satOff val="-27164"/>
                <a:lumOff val="-8235"/>
                <a:alphaOff val="0"/>
                <a:shade val="51000"/>
                <a:satMod val="130000"/>
              </a:schemeClr>
            </a:gs>
            <a:gs pos="80000">
              <a:schemeClr val="accent3">
                <a:hueOff val="1460120"/>
                <a:satOff val="-27164"/>
                <a:lumOff val="-8235"/>
                <a:alphaOff val="0"/>
                <a:shade val="93000"/>
                <a:satMod val="130000"/>
              </a:schemeClr>
            </a:gs>
            <a:gs pos="100000">
              <a:schemeClr val="accent3">
                <a:hueOff val="1460120"/>
                <a:satOff val="-27164"/>
                <a:lumOff val="-823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rtl="0">
            <a:lnSpc>
              <a:spcPct val="90000"/>
            </a:lnSpc>
            <a:spcBef>
              <a:spcPct val="0"/>
            </a:spcBef>
            <a:spcAft>
              <a:spcPct val="35000"/>
            </a:spcAft>
            <a:buNone/>
          </a:pPr>
          <a:r>
            <a:rPr lang="en-US" sz="1700" b="1" kern="1200"/>
            <a:t>Windows</a:t>
          </a:r>
          <a:endParaRPr lang="zh-TW" sz="1700" kern="1200"/>
        </a:p>
      </dsp:txBody>
      <dsp:txXfrm rot="5400000">
        <a:off x="2551490" y="1898260"/>
        <a:ext cx="1210028" cy="733351"/>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D3A1F0-B41C-4244-9D6C-B7E4DAB9FE93}">
      <dsp:nvSpPr>
        <dsp:cNvPr id="0" name=""/>
        <dsp:cNvSpPr/>
      </dsp:nvSpPr>
      <dsp:spPr>
        <a:xfrm rot="5400000">
          <a:off x="1300534" y="740561"/>
          <a:ext cx="1277868" cy="2126345"/>
        </a:xfrm>
        <a:prstGeom prst="corner">
          <a:avLst>
            <a:gd name="adj1" fmla="val 16120"/>
            <a:gd name="adj2" fmla="val 16110"/>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CA770B7-B2CD-40F2-B405-A1EAC4F77FB1}">
      <dsp:nvSpPr>
        <dsp:cNvPr id="0" name=""/>
        <dsp:cNvSpPr/>
      </dsp:nvSpPr>
      <dsp:spPr>
        <a:xfrm>
          <a:off x="1087226" y="1375880"/>
          <a:ext cx="1919676" cy="16827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rtl="0">
            <a:lnSpc>
              <a:spcPct val="90000"/>
            </a:lnSpc>
            <a:spcBef>
              <a:spcPct val="0"/>
            </a:spcBef>
            <a:spcAft>
              <a:spcPct val="35000"/>
            </a:spcAft>
            <a:buNone/>
          </a:pPr>
          <a:r>
            <a:rPr lang="en-US" sz="2000" b="1" kern="1200" dirty="0"/>
            <a:t>2005</a:t>
          </a:r>
          <a:r>
            <a:rPr lang="zh-TW" sz="2000" b="1" kern="1200" dirty="0"/>
            <a:t>年</a:t>
          </a:r>
          <a:endParaRPr lang="zh-TW" sz="2000" kern="1200" dirty="0"/>
        </a:p>
        <a:p>
          <a:pPr marL="228600" lvl="1" indent="-228600" algn="l" defTabSz="889000" rtl="0">
            <a:lnSpc>
              <a:spcPct val="90000"/>
            </a:lnSpc>
            <a:spcBef>
              <a:spcPct val="0"/>
            </a:spcBef>
            <a:spcAft>
              <a:spcPct val="15000"/>
            </a:spcAft>
            <a:buChar char="•"/>
          </a:pPr>
          <a:r>
            <a:rPr lang="en-US" sz="2000" b="1" kern="1200" dirty="0"/>
            <a:t>Google</a:t>
          </a:r>
          <a:r>
            <a:rPr lang="zh-TW" sz="2000" b="1" kern="1200" dirty="0"/>
            <a:t>買下</a:t>
          </a:r>
          <a:r>
            <a:rPr lang="en-US" sz="2000" b="1" kern="1200" dirty="0"/>
            <a:t>Android</a:t>
          </a:r>
          <a:endParaRPr lang="zh-TW" sz="2000" kern="1200" dirty="0"/>
        </a:p>
      </dsp:txBody>
      <dsp:txXfrm>
        <a:off x="1087226" y="1375880"/>
        <a:ext cx="1919676" cy="1682708"/>
      </dsp:txXfrm>
    </dsp:sp>
    <dsp:sp modelId="{4DBF157E-7129-4592-9FF2-C6E7EFFE6382}">
      <dsp:nvSpPr>
        <dsp:cNvPr id="0" name=""/>
        <dsp:cNvSpPr/>
      </dsp:nvSpPr>
      <dsp:spPr>
        <a:xfrm>
          <a:off x="2644699" y="584017"/>
          <a:ext cx="362203" cy="362203"/>
        </a:xfrm>
        <a:prstGeom prst="triangle">
          <a:avLst>
            <a:gd name="adj" fmla="val 100000"/>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FD250E-5EBF-4CB6-933A-8679AE1E52FD}">
      <dsp:nvSpPr>
        <dsp:cNvPr id="0" name=""/>
        <dsp:cNvSpPr/>
      </dsp:nvSpPr>
      <dsp:spPr>
        <a:xfrm rot="5400000">
          <a:off x="3650593" y="159036"/>
          <a:ext cx="1277868" cy="2126345"/>
        </a:xfrm>
        <a:prstGeom prst="corner">
          <a:avLst>
            <a:gd name="adj1" fmla="val 16120"/>
            <a:gd name="adj2" fmla="val 16110"/>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81E8F95-DBBE-4D0E-91F0-692DABC70F32}">
      <dsp:nvSpPr>
        <dsp:cNvPr id="0" name=""/>
        <dsp:cNvSpPr/>
      </dsp:nvSpPr>
      <dsp:spPr>
        <a:xfrm>
          <a:off x="3437285" y="794356"/>
          <a:ext cx="1919676" cy="16827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rtl="0">
            <a:lnSpc>
              <a:spcPct val="90000"/>
            </a:lnSpc>
            <a:spcBef>
              <a:spcPct val="0"/>
            </a:spcBef>
            <a:spcAft>
              <a:spcPct val="35000"/>
            </a:spcAft>
            <a:buNone/>
          </a:pPr>
          <a:r>
            <a:rPr lang="en-US" sz="2000" b="1" kern="1200" dirty="0"/>
            <a:t>2007</a:t>
          </a:r>
          <a:r>
            <a:rPr lang="zh-TW" sz="2000" b="1" kern="1200" dirty="0"/>
            <a:t>年</a:t>
          </a:r>
          <a:endParaRPr lang="zh-TW" sz="2000" kern="1200" dirty="0"/>
        </a:p>
        <a:p>
          <a:pPr marL="228600" lvl="1" indent="-228600" algn="l" defTabSz="889000" rtl="0">
            <a:lnSpc>
              <a:spcPct val="90000"/>
            </a:lnSpc>
            <a:spcBef>
              <a:spcPct val="0"/>
            </a:spcBef>
            <a:spcAft>
              <a:spcPct val="15000"/>
            </a:spcAft>
            <a:buChar char="•"/>
          </a:pPr>
          <a:r>
            <a:rPr lang="zh-TW" sz="2000" b="1" kern="1200" dirty="0"/>
            <a:t>宣稱</a:t>
          </a:r>
          <a:r>
            <a:rPr lang="en-US" sz="2000" b="1" kern="1200" dirty="0"/>
            <a:t>Android</a:t>
          </a:r>
          <a:r>
            <a:rPr lang="zh-TW" sz="2000" b="1" kern="1200" dirty="0"/>
            <a:t>會是一個免費且開放原始碼的作業系統</a:t>
          </a:r>
          <a:endParaRPr lang="zh-TW" sz="2000" kern="1200" dirty="0"/>
        </a:p>
      </dsp:txBody>
      <dsp:txXfrm>
        <a:off x="3437285" y="794356"/>
        <a:ext cx="1919676" cy="1682708"/>
      </dsp:txXfrm>
    </dsp:sp>
    <dsp:sp modelId="{877A3855-3C20-4EBC-862F-8AC3FABD3823}">
      <dsp:nvSpPr>
        <dsp:cNvPr id="0" name=""/>
        <dsp:cNvSpPr/>
      </dsp:nvSpPr>
      <dsp:spPr>
        <a:xfrm>
          <a:off x="4994758" y="2493"/>
          <a:ext cx="362203" cy="362203"/>
        </a:xfrm>
        <a:prstGeom prst="triangle">
          <a:avLst>
            <a:gd name="adj" fmla="val 100000"/>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85852F6-ADB2-461A-8FD5-88DD34FA7431}">
      <dsp:nvSpPr>
        <dsp:cNvPr id="0" name=""/>
        <dsp:cNvSpPr/>
      </dsp:nvSpPr>
      <dsp:spPr>
        <a:xfrm rot="5400000">
          <a:off x="6000652" y="-422487"/>
          <a:ext cx="1277868" cy="2126345"/>
        </a:xfrm>
        <a:prstGeom prst="corner">
          <a:avLst>
            <a:gd name="adj1" fmla="val 16120"/>
            <a:gd name="adj2" fmla="val 16110"/>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B3E5C29-FCC8-4B36-BDE1-99F27176DE66}">
      <dsp:nvSpPr>
        <dsp:cNvPr id="0" name=""/>
        <dsp:cNvSpPr/>
      </dsp:nvSpPr>
      <dsp:spPr>
        <a:xfrm>
          <a:off x="5787344" y="212831"/>
          <a:ext cx="1919676" cy="16827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rtl="0">
            <a:lnSpc>
              <a:spcPct val="90000"/>
            </a:lnSpc>
            <a:spcBef>
              <a:spcPct val="0"/>
            </a:spcBef>
            <a:spcAft>
              <a:spcPct val="35000"/>
            </a:spcAft>
            <a:buNone/>
          </a:pPr>
          <a:r>
            <a:rPr lang="en-US" sz="2000" b="1" kern="1200" dirty="0"/>
            <a:t>2008</a:t>
          </a:r>
          <a:r>
            <a:rPr lang="zh-TW" sz="2000" b="1" kern="1200" dirty="0"/>
            <a:t>年</a:t>
          </a:r>
          <a:endParaRPr lang="zh-TW" sz="2000" kern="1200" dirty="0"/>
        </a:p>
        <a:p>
          <a:pPr marL="228600" lvl="1" indent="-228600" algn="l" defTabSz="889000" rtl="0">
            <a:lnSpc>
              <a:spcPct val="90000"/>
            </a:lnSpc>
            <a:spcBef>
              <a:spcPct val="0"/>
            </a:spcBef>
            <a:spcAft>
              <a:spcPct val="15000"/>
            </a:spcAft>
            <a:buChar char="•"/>
          </a:pPr>
          <a:r>
            <a:rPr lang="zh-TW" sz="2000" b="1" kern="1200" dirty="0"/>
            <a:t>第一個搭配</a:t>
          </a:r>
          <a:r>
            <a:rPr lang="en-US" sz="2000" b="1" kern="1200" dirty="0"/>
            <a:t>Android 1.0</a:t>
          </a:r>
          <a:r>
            <a:rPr lang="zh-TW" sz="2000" b="1" kern="1200" dirty="0"/>
            <a:t>的手機，</a:t>
          </a:r>
          <a:r>
            <a:rPr lang="zh-TW" altLang="en-US" sz="2000" b="1" kern="1200" dirty="0"/>
            <a:t>是</a:t>
          </a:r>
          <a:r>
            <a:rPr lang="zh-TW" sz="2000" b="1" kern="1200" dirty="0"/>
            <a:t>以美國電信商</a:t>
          </a:r>
          <a:r>
            <a:rPr lang="en-US" sz="2000" b="1" kern="1200" dirty="0"/>
            <a:t>T-Mobile</a:t>
          </a:r>
          <a:r>
            <a:rPr lang="zh-TW" sz="2000" b="1" kern="1200" dirty="0"/>
            <a:t>之名推出型號為</a:t>
          </a:r>
          <a:r>
            <a:rPr lang="en-US" sz="2000" b="1" kern="1200" dirty="0" err="1"/>
            <a:t>G1</a:t>
          </a:r>
          <a:r>
            <a:rPr lang="zh-TW" sz="2000" b="1" kern="1200" dirty="0"/>
            <a:t>的手機 </a:t>
          </a:r>
          <a:endParaRPr lang="zh-TW" sz="2000" kern="1200" dirty="0"/>
        </a:p>
      </dsp:txBody>
      <dsp:txXfrm>
        <a:off x="5787344" y="212831"/>
        <a:ext cx="1919676" cy="1682708"/>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layout5.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9/3/layout/SubStepProcess">
  <dgm:title val=""/>
  <dgm:desc val=""/>
  <dgm:catLst>
    <dgm:cat type="process" pri="12250"/>
  </dgm:catLst>
  <dgm:sampData>
    <dgm:dataModel>
      <dgm:ptLst>
        <dgm:pt modelId="0" type="doc"/>
        <dgm:pt modelId="1">
          <dgm:prSet phldr="1"/>
        </dgm:pt>
        <dgm:pt modelId="11">
          <dgm:prSet phldr="1"/>
        </dgm:pt>
        <dgm:pt modelId="12">
          <dgm:prSet phldr="1"/>
        </dgm:pt>
        <dgm:pt modelId="2">
          <dgm:prSet phldr="1"/>
        </dgm:pt>
        <dgm:pt modelId="3">
          <dgm:prSet phldr="1"/>
        </dgm:pt>
      </dgm:ptLst>
      <dgm:cxnLst>
        <dgm:cxn modelId="6" srcId="0" destId="1" srcOrd="0" destOrd="0"/>
        <dgm:cxn modelId="61" srcId="1" destId="11" srcOrd="0" destOrd="0"/>
        <dgm:cxn modelId="62" srcId="1" destId="12" srcOrd="1" destOrd="0"/>
        <dgm:cxn modelId="7" srcId="0" destId="2" srcOrd="0" destOrd="0"/>
        <dgm:cxn modelId="8" srcId="0" destId="3" srcOrd="0" destOrd="0"/>
      </dgm:cxnLst>
      <dgm:bg/>
      <dgm:whole/>
    </dgm:dataModel>
  </dgm:sampData>
  <dgm:styleData>
    <dgm:dataModel>
      <dgm:ptLst>
        <dgm:pt modelId="0" type="doc"/>
        <dgm:pt modelId="1">
          <dgm:prSet phldr="1"/>
        </dgm:pt>
        <dgm:pt modelId="11">
          <dgm:prSet phldr="1"/>
        </dgm:pt>
        <dgm:pt modelId="12">
          <dgm:prSet phldr="1"/>
        </dgm:pt>
        <dgm:pt modelId="2">
          <dgm:prSet phldr="1"/>
        </dgm:pt>
      </dgm:ptLst>
      <dgm:cxnLst>
        <dgm:cxn modelId="4" srcId="0" destId="1" srcOrd="0" destOrd="0"/>
        <dgm:cxn modelId="41" srcId="1" destId="11" srcOrd="0" destOrd="0"/>
        <dgm:cxn modelId="42" srcId="1" destId="12" srcOrd="1" destOrd="0"/>
        <dgm:cxn modelId="5" srcId="0" destId="2" srcOrd="0" destOrd="0"/>
      </dgm:cxnLst>
      <dgm:bg/>
      <dgm:whole/>
    </dgm:dataModel>
  </dgm:styleData>
  <dgm:clrData>
    <dgm:dataModel>
      <dgm:ptLst>
        <dgm:pt modelId="0" type="doc"/>
        <dgm:pt modelId="1">
          <dgm:prSet phldr="1"/>
        </dgm:pt>
        <dgm:pt modelId="11">
          <dgm:prSet phldr="1"/>
        </dgm:pt>
        <dgm:pt modelId="12">
          <dgm:prSet phldr="1"/>
        </dgm:pt>
        <dgm:pt modelId="2">
          <dgm:prSet phldr="1"/>
        </dgm:pt>
        <dgm:pt modelId="3">
          <dgm:prSet phldr="1"/>
        </dgm:pt>
        <dgm:pt modelId="4">
          <dgm:prSet phldr="1"/>
        </dgm:pt>
      </dgm:ptLst>
      <dgm:cxnLst>
        <dgm:cxn modelId="8" srcId="0" destId="1" srcOrd="0" destOrd="0"/>
        <dgm:cxn modelId="81" srcId="1" destId="11" srcOrd="0" destOrd="0"/>
        <dgm:cxn modelId="82" srcId="1" destId="12" srcOrd="1" destOrd="0"/>
        <dgm:cxn modelId="9" srcId="0" destId="2" srcOrd="0" destOrd="0"/>
        <dgm:cxn modelId="10" srcId="0" destId="3" srcOrd="0" destOrd="0"/>
        <dgm:cxn modelId="11" srcId="0" destId="4" srcOrd="0" destOrd="0"/>
      </dgm:cxnLst>
      <dgm:bg/>
      <dgm:whole/>
    </dgm:dataModel>
  </dgm:clrData>
  <dgm:layoutNode name="Name0">
    <dgm:varLst>
      <dgm:chMax val="7"/>
      <dgm:dir/>
      <dgm:animOne val="branch"/>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parTx1" refType="w"/>
      <dgm:constr type="w" for="ch" forName="chLin1" refType="w" refFor="ch" refForName="parTx1" fact="1.38"/>
      <dgm:constr type="h" for="ch" forName="chLin1" refType="h"/>
      <dgm:constr type="w" for="ch" forName="spPre1" refType="w" fact="0.27"/>
      <dgm:constr type="w" for="ch" forName="spPost1" refType="w" fact="0.27"/>
      <dgm:constr type="h" for="ch" forName="spPre1" refType="h"/>
      <dgm:constr type="h" for="ch" forName="spPost1" refType="h"/>
      <dgm:constr type="primFontSz" for="ch" forName="parTx1" val="65"/>
      <dgm:constr type="primFontSz" for="des" forName="desTx1" refType="primFontSz" refFor="ch" refForName="parTx1" fact="0.78"/>
      <dgm:constr type="primFontSz" for="des" forName="desTx1" op="equ"/>
      <dgm:constr type="w" for="ch" forName="parTx2" refType="w"/>
      <dgm:constr type="w" for="ch" forName="chLin2" refType="w" refFor="ch" refForName="parTx2" fact="1.38"/>
      <dgm:constr type="h" for="ch" forName="chLin2" refType="h"/>
      <dgm:constr type="w" for="ch" forName="spPre2" refType="w" fact="0.54"/>
      <dgm:constr type="w" for="ch" forName="spPost2" refType="w" fact="0.54"/>
      <dgm:constr type="h" for="ch" forName="spPre2" refType="h"/>
      <dgm:constr type="h" for="ch" forName="spPost2" refType="h"/>
      <dgm:constr type="primFontSz" for="ch" forName="parTx2" refType="primFontSz" refFor="ch" refForName="parTx1" op="equ"/>
      <dgm:constr type="primFontSz" for="des" forName="desTx2" refType="primFontSz" refFor="des" refForName="desTx1" op="equ"/>
      <dgm:constr type="w" for="ch" forName="parTx3" refType="w"/>
      <dgm:constr type="w" for="ch" forName="chLin3" refType="w" refFor="ch" refForName="parTx3" fact="1.38"/>
      <dgm:constr type="h" for="ch" forName="chLin3" refType="h"/>
      <dgm:constr type="w" for="ch" forName="spPre3" refType="w" fact="0.54"/>
      <dgm:constr type="w" for="ch" forName="spPost3" refType="w" fact="0.54"/>
      <dgm:constr type="h" for="ch" forName="spPre3" refType="h"/>
      <dgm:constr type="h" for="ch" forName="spPost3" refType="h"/>
      <dgm:constr type="primFontSz" for="ch" forName="parTx3" refType="primFontSz" refFor="ch" refForName="parTx1" op="equ"/>
      <dgm:constr type="primFontSz" for="des" forName="desTx3" refType="primFontSz" refFor="des" refForName="desTx1" op="equ"/>
      <dgm:constr type="w" for="ch" forName="parTx4" refType="w"/>
      <dgm:constr type="w" for="ch" forName="chLin4" refType="w" refFor="ch" refForName="parTx4" fact="1.38"/>
      <dgm:constr type="h" for="ch" forName="chLin4" refType="h"/>
      <dgm:constr type="w" for="ch" forName="spPre4" refType="w" fact="0.54"/>
      <dgm:constr type="w" for="ch" forName="spPost4" refType="w" fact="0.54"/>
      <dgm:constr type="h" for="ch" forName="spPre4" refType="h"/>
      <dgm:constr type="h" for="ch" forName="spPost4" refType="h"/>
      <dgm:constr type="primFontSz" for="ch" forName="parTx4" refType="primFontSz" refFor="ch" refForName="parTx1" op="equ"/>
      <dgm:constr type="primFontSz" for="des" forName="desTx4" refType="primFontSz" refFor="des" refForName="desTx1" op="equ"/>
      <dgm:constr type="w" for="ch" forName="parTx5" refType="w"/>
      <dgm:constr type="w" for="ch" forName="chLin5" refType="w" refFor="ch" refForName="parTx5" fact="1.38"/>
      <dgm:constr type="h" for="ch" forName="chLin5" refType="h"/>
      <dgm:constr type="w" for="ch" forName="spPre5" refType="w" fact="0.54"/>
      <dgm:constr type="w" for="ch" forName="spPost5" refType="w" fact="0.54"/>
      <dgm:constr type="h" for="ch" forName="spPre5" refType="h"/>
      <dgm:constr type="h" for="ch" forName="spPost5" refType="h"/>
      <dgm:constr type="primFontSz" for="ch" forName="parTx5" refType="primFontSz" refFor="ch" refForName="parTx1" op="equ"/>
      <dgm:constr type="primFontSz" for="des" forName="desTx5" refType="primFontSz" refFor="des" refForName="desTx1" op="equ"/>
      <dgm:constr type="w" for="ch" forName="parTx6" refType="w"/>
      <dgm:constr type="w" for="ch" forName="chLin6" refType="w" refFor="ch" refForName="parTx6" fact="1.38"/>
      <dgm:constr type="h" for="ch" forName="chLin6" refType="h"/>
      <dgm:constr type="w" for="ch" forName="spPre6" refType="w" fact="0.54"/>
      <dgm:constr type="w" for="ch" forName="spPost6" refType="w" fact="0.54"/>
      <dgm:constr type="h" for="ch" forName="spPre6" refType="h"/>
      <dgm:constr type="h" for="ch" forName="spPost6" refType="h"/>
      <dgm:constr type="primFontSz" for="ch" forName="parTx6" refType="primFontSz" refFor="ch" refForName="parTx1" op="equ"/>
      <dgm:constr type="primFontSz" for="des" forName="desTx6" refType="primFontSz" refFor="des" refForName="desTx1" op="equ"/>
      <dgm:constr type="w" for="ch" forName="parTx7" refType="w"/>
      <dgm:constr type="w" for="ch" forName="chLin7" refType="w" refFor="ch" refForName="parTx7" fact="1.38"/>
      <dgm:constr type="h" for="ch" forName="chLin7" refType="h"/>
      <dgm:constr type="w" for="ch" forName="spPre7" refType="w" fact="0.54"/>
      <dgm:constr type="w" for="ch" forName="spPost7" refType="w" fact="0.54"/>
      <dgm:constr type="h" for="ch" forName="spPre7" refType="h"/>
      <dgm:constr type="h" for="ch" forName="spPost7" refType="h"/>
      <dgm:constr type="primFontSz" for="ch" forName="parTx7" refType="primFontSz" refFor="ch" refForName="parTx1" op="equ"/>
      <dgm:constr type="primFontSz" for="des" forName="desTx7" refType="primFontSz" refFor="des" refForName="desTx1" op="equ"/>
    </dgm:constrLst>
    <dgm:forEach name="Name4" axis="ch" ptType="node">
      <dgm:choose name="Name5">
        <dgm:if name="Name6" axis="self" ptType="node" func="pos" op="equ" val="1">
          <dgm:layoutNode name="parTx1"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7">
            <dgm:if name="Name8" axis="ch" ptType="node" func="cnt" op="gte" val="1">
              <dgm:layoutNode name="spPre1">
                <dgm:alg type="sp"/>
                <dgm:shape xmlns:r="http://schemas.openxmlformats.org/officeDocument/2006/relationships" r:blip="">
                  <dgm:adjLst/>
                </dgm:shape>
              </dgm:layoutNode>
              <dgm:layoutNode name="chLin1">
                <dgm:alg type="lin">
                  <dgm:param type="linDir" val="fromT"/>
                </dgm:alg>
                <dgm:shape xmlns:r="http://schemas.openxmlformats.org/officeDocument/2006/relationships" r:blip="">
                  <dgm:adjLst/>
                </dgm:shape>
                <dgm:presOf/>
                <dgm:constrLst>
                  <dgm:constr type="w" for="ch" forName="txAndLines1" refType="w" fact="0.77"/>
                  <dgm:constr type="w" for="ch" forName="top1" refType="w" refFor="ch" refForName="txAndLines1" fact="0.78"/>
                </dgm:constrLst>
                <dgm:forEach name="Name9" axis="ch">
                  <dgm:forEach name="Name10" axis="self" ptType="parTrans">
                    <dgm:layoutNode name="Name11" styleLbl="parChTrans1D1">
                      <dgm:choose name="Name12">
                        <dgm:if name="Name13" func="var" arg="dir" op="equ" val="norm">
                          <dgm:alg type="conn">
                            <dgm:param type="dim" val="1D"/>
                            <dgm:param type="begPts" val="midR"/>
                            <dgm:param type="endSty" val="noArr"/>
                            <dgm:param type="dstNode" val="anchor1"/>
                          </dgm:alg>
                        </dgm:if>
                        <dgm:else name="Name14">
                          <dgm:alg type="conn">
                            <dgm:param type="dim" val="1D"/>
                            <dgm:param type="begPts" val="midL"/>
                            <dgm:param type="endSty" val="noArr"/>
                            <dgm:param type="srcNode" val="parTx1"/>
                            <dgm:param type="dstNode" val="anchor1"/>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15" axis="self" ptType="node">
                    <dgm:choose name="Name16">
                      <dgm:if name="Name17" axis="par ch" ptType="node node" func="cnt" op="equ" val="1">
                        <dgm:layoutNode name="top1">
                          <dgm:alg type="sp"/>
                          <dgm:shape xmlns:r="http://schemas.openxmlformats.org/officeDocument/2006/relationships" r:blip="">
                            <dgm:adjLst/>
                          </dgm:shape>
                          <dgm:constrLst>
                            <dgm:constr type="h" refType="w" fact="0.6"/>
                          </dgm:constrLst>
                        </dgm:layoutNode>
                      </dgm:if>
                      <dgm:else name="Name18"/>
                    </dgm:choose>
                    <dgm:layoutNode name="txAndLines1">
                      <dgm:choose name="Name19">
                        <dgm:if name="Name20" func="var" arg="dir" op="equ" val="norm">
                          <dgm:alg type="lin"/>
                        </dgm:if>
                        <dgm:else name="Name21">
                          <dgm:alg type="lin">
                            <dgm:param type="linDir" val="fromR"/>
                          </dgm:alg>
                        </dgm:else>
                      </dgm:choose>
                      <dgm:shape xmlns:r="http://schemas.openxmlformats.org/officeDocument/2006/relationships" r:blip="">
                        <dgm:adjLst/>
                      </dgm:shape>
                      <dgm:presOf/>
                      <dgm:choose name="Name22">
                        <dgm:if name="Name23" axis="root ch" ptType="all node" func="cnt" op="gte" val="2">
                          <dgm:constrLst>
                            <dgm:constr type="w" for="ch" forName="anchor1" refType="w"/>
                            <dgm:constr type="w" for="ch" forName="backup1" refType="w" fact="-1"/>
                            <dgm:constr type="w" for="ch" forName="preLine1" refType="w" fact="0.11"/>
                            <dgm:constr type="w" for="ch" forName="desTx1" refType="w" fact="0.78"/>
                            <dgm:constr type="w" for="ch" forName="postLine1" refType="w" fact="0.11"/>
                          </dgm:constrLst>
                        </dgm:if>
                        <dgm:else name="Name24">
                          <dgm:constrLst>
                            <dgm:constr type="w" for="ch" forName="anchor1" refType="w" fact="0.89"/>
                            <dgm:constr type="w" for="ch" forName="backup1" refType="w" fact="-0.89"/>
                            <dgm:constr type="w" for="ch" forName="preLine1" refType="w" fact="0.11"/>
                            <dgm:constr type="w" for="ch" forName="desTx1" refType="w" fact="0.78"/>
                          </dgm:constrLst>
                        </dgm:else>
                      </dgm:choose>
                      <dgm:layoutNode name="anchor1" moveWith="desTx1">
                        <dgm:alg type="sp"/>
                        <dgm:shape xmlns:r="http://schemas.openxmlformats.org/officeDocument/2006/relationships" r:blip="">
                          <dgm:adjLst/>
                        </dgm:shape>
                      </dgm:layoutNode>
                      <dgm:layoutNode name="backup1" moveWith="desTx1">
                        <dgm:alg type="sp"/>
                        <dgm:shape xmlns:r="http://schemas.openxmlformats.org/officeDocument/2006/relationships" r:blip="">
                          <dgm:adjLst/>
                        </dgm:shape>
                      </dgm:layoutNode>
                      <dgm:layoutNode name="preLine1" styleLbl="parChTrans1D1" moveWith="desTx1">
                        <dgm:alg type="sp"/>
                        <dgm:shape xmlns:r="http://schemas.openxmlformats.org/officeDocument/2006/relationships" type="line" r:blip="">
                          <dgm:adjLst/>
                        </dgm:shape>
                        <dgm:presOf/>
                      </dgm:layoutNode>
                      <dgm:layoutNode name="desTx1"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25">
                        <dgm:if name="Name26" axis="root ch" ptType="all node" func="cnt" op="gte" val="2">
                          <dgm:layoutNode name="postLine1" styleLbl="parChTrans1D1" moveWith="desTx1">
                            <dgm:alg type="sp"/>
                            <dgm:shape xmlns:r="http://schemas.openxmlformats.org/officeDocument/2006/relationships" type="line" r:blip="">
                              <dgm:adjLst/>
                            </dgm:shape>
                            <dgm:presOf/>
                          </dgm:layoutNode>
                        </dgm:if>
                        <dgm:else name="Name27"/>
                      </dgm:choose>
                    </dgm:layoutNode>
                  </dgm:forEach>
                  <dgm:choose name="Name28">
                    <dgm:if name="Name29" axis="root ch" ptType="all node" func="cnt" op="gte" val="2">
                      <dgm:forEach name="Name30" axis="self" ptType="parTrans">
                        <dgm:layoutNode name="Name31" styleLbl="parChTrans1D1">
                          <dgm:choose name="Name32">
                            <dgm:if name="Name33" func="var" arg="dir" op="equ" val="norm">
                              <dgm:alg type="conn">
                                <dgm:param type="dim" val="1D"/>
                                <dgm:param type="begPts" val="midL"/>
                                <dgm:param type="srcNode" val="parTx2"/>
                                <dgm:param type="endSty" val="noArr"/>
                                <dgm:param type="dstNode" val="anchor1"/>
                              </dgm:alg>
                            </dgm:if>
                            <dgm:else name="Name34">
                              <dgm:alg type="conn">
                                <dgm:param type="dim" val="1D"/>
                                <dgm:param type="begPts" val="midR"/>
                                <dgm:param type="endSty" val="noArr"/>
                                <dgm:param type="srcNode" val="parTx2"/>
                                <dgm:param type="dstNode" val="anchor1"/>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35"/>
                  </dgm:choose>
                </dgm:forEach>
              </dgm:layoutNode>
              <dgm:choose name="Name36">
                <dgm:if name="Name37" axis="root ch" ptType="all node" func="cnt" op="gte" val="2">
                  <dgm:layoutNode name="spPost1">
                    <dgm:alg type="sp"/>
                    <dgm:shape xmlns:r="http://schemas.openxmlformats.org/officeDocument/2006/relationships" r:blip="">
                      <dgm:adjLst/>
                    </dgm:shape>
                  </dgm:layoutNode>
                </dgm:if>
                <dgm:else name="Name38"/>
              </dgm:choose>
            </dgm:if>
            <dgm:else name="Name39"/>
          </dgm:choose>
        </dgm:if>
        <dgm:if name="Name40" axis="self" ptType="node" func="pos" op="equ" val="2">
          <dgm:layoutNode name="parTx2"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41">
            <dgm:if name="Name42" axis="ch" ptType="node" func="cnt" op="gte" val="1">
              <dgm:layoutNode name="spPre2">
                <dgm:alg type="sp"/>
                <dgm:shape xmlns:r="http://schemas.openxmlformats.org/officeDocument/2006/relationships" r:blip="">
                  <dgm:adjLst/>
                </dgm:shape>
              </dgm:layoutNode>
              <dgm:layoutNode name="chLin2">
                <dgm:alg type="lin">
                  <dgm:param type="linDir" val="fromT"/>
                </dgm:alg>
                <dgm:shape xmlns:r="http://schemas.openxmlformats.org/officeDocument/2006/relationships" r:blip="">
                  <dgm:adjLst/>
                </dgm:shape>
                <dgm:presOf/>
                <dgm:constrLst>
                  <dgm:constr type="w" for="ch" forName="txAndLines2" refType="w" fact="0.77"/>
                  <dgm:constr type="w" for="ch" forName="top2" refType="w" refFor="ch" refForName="txAndLines2" fact="0.78"/>
                </dgm:constrLst>
                <dgm:forEach name="Name43" axis="ch">
                  <dgm:forEach name="Name44" axis="self" ptType="parTrans">
                    <dgm:layoutNode name="Name45" styleLbl="parChTrans1D1">
                      <dgm:choose name="Name46">
                        <dgm:if name="Name47" func="var" arg="dir" op="equ" val="norm">
                          <dgm:alg type="conn">
                            <dgm:param type="dim" val="1D"/>
                            <dgm:param type="begPts" val="midR"/>
                            <dgm:param type="endSty" val="noArr"/>
                            <dgm:param type="dstNode" val="anchor2"/>
                          </dgm:alg>
                        </dgm:if>
                        <dgm:else name="Name48">
                          <dgm:alg type="conn">
                            <dgm:param type="dim" val="1D"/>
                            <dgm:param type="begPts" val="midL"/>
                            <dgm:param type="endSty" val="noArr"/>
                            <dgm:param type="srcNode" val="parTx2"/>
                            <dgm:param type="dstNode" val="anchor2"/>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49" axis="self" ptType="node">
                    <dgm:choose name="Name50">
                      <dgm:if name="Name51" axis="par ch" ptType="node node" func="cnt" op="equ" val="1">
                        <dgm:layoutNode name="top2">
                          <dgm:alg type="sp"/>
                          <dgm:shape xmlns:r="http://schemas.openxmlformats.org/officeDocument/2006/relationships" r:blip="">
                            <dgm:adjLst/>
                          </dgm:shape>
                          <dgm:constrLst>
                            <dgm:constr type="h" refType="w" fact="0.6"/>
                          </dgm:constrLst>
                        </dgm:layoutNode>
                      </dgm:if>
                      <dgm:else name="Name52"/>
                    </dgm:choose>
                    <dgm:layoutNode name="txAndLines2">
                      <dgm:choose name="Name53">
                        <dgm:if name="Name54" func="var" arg="dir" op="equ" val="norm">
                          <dgm:alg type="lin"/>
                        </dgm:if>
                        <dgm:else name="Name55">
                          <dgm:alg type="lin">
                            <dgm:param type="linDir" val="fromR"/>
                          </dgm:alg>
                        </dgm:else>
                      </dgm:choose>
                      <dgm:shape xmlns:r="http://schemas.openxmlformats.org/officeDocument/2006/relationships" r:blip="">
                        <dgm:adjLst/>
                      </dgm:shape>
                      <dgm:presOf/>
                      <dgm:choose name="Name56">
                        <dgm:if name="Name57" axis="root ch" ptType="all node" func="cnt" op="gte" val="3">
                          <dgm:constrLst>
                            <dgm:constr type="w" for="ch" forName="anchor2" refType="w"/>
                            <dgm:constr type="w" for="ch" forName="backup2" refType="w" fact="-1"/>
                            <dgm:constr type="w" for="ch" forName="preLine2" refType="w" fact="0.11"/>
                            <dgm:constr type="w" for="ch" forName="desTx2" refType="w" fact="0.78"/>
                            <dgm:constr type="w" for="ch" forName="postLine2" refType="w" fact="0.11"/>
                          </dgm:constrLst>
                        </dgm:if>
                        <dgm:else name="Name58">
                          <dgm:constrLst>
                            <dgm:constr type="w" for="ch" forName="anchor2" refType="w" fact="0.89"/>
                            <dgm:constr type="w" for="ch" forName="backup2" refType="w" fact="-0.89"/>
                            <dgm:constr type="w" for="ch" forName="preLine2" refType="w" fact="0.11"/>
                            <dgm:constr type="w" for="ch" forName="desTx2" refType="w" fact="0.78"/>
                          </dgm:constrLst>
                        </dgm:else>
                      </dgm:choose>
                      <dgm:layoutNode name="anchor2" moveWith="desTx2">
                        <dgm:alg type="sp"/>
                        <dgm:shape xmlns:r="http://schemas.openxmlformats.org/officeDocument/2006/relationships" r:blip="">
                          <dgm:adjLst/>
                        </dgm:shape>
                      </dgm:layoutNode>
                      <dgm:layoutNode name="backup2" moveWith="desTx2">
                        <dgm:alg type="sp"/>
                        <dgm:shape xmlns:r="http://schemas.openxmlformats.org/officeDocument/2006/relationships" r:blip="">
                          <dgm:adjLst/>
                        </dgm:shape>
                      </dgm:layoutNode>
                      <dgm:layoutNode name="preLine2" styleLbl="parChTrans1D1" moveWith="desTx2">
                        <dgm:alg type="sp"/>
                        <dgm:shape xmlns:r="http://schemas.openxmlformats.org/officeDocument/2006/relationships" type="line" r:blip="">
                          <dgm:adjLst/>
                        </dgm:shape>
                        <dgm:presOf/>
                      </dgm:layoutNode>
                      <dgm:layoutNode name="desTx2"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59">
                        <dgm:if name="Name60" axis="root ch" ptType="all node" func="cnt" op="gte" val="3">
                          <dgm:layoutNode name="postLine2" styleLbl="parChTrans1D1" moveWith="desTx2">
                            <dgm:alg type="sp"/>
                            <dgm:shape xmlns:r="http://schemas.openxmlformats.org/officeDocument/2006/relationships" type="line" r:blip="">
                              <dgm:adjLst/>
                            </dgm:shape>
                            <dgm:presOf/>
                          </dgm:layoutNode>
                        </dgm:if>
                        <dgm:else name="Name61"/>
                      </dgm:choose>
                    </dgm:layoutNode>
                  </dgm:forEach>
                  <dgm:choose name="Name62">
                    <dgm:if name="Name63" axis="root ch" ptType="all node" func="cnt" op="gte" val="3">
                      <dgm:forEach name="Name64" axis="self" ptType="parTrans">
                        <dgm:layoutNode name="Name65" styleLbl="parChTrans1D1">
                          <dgm:choose name="Name66">
                            <dgm:if name="Name67" func="var" arg="dir" op="equ" val="norm">
                              <dgm:alg type="conn">
                                <dgm:param type="dim" val="1D"/>
                                <dgm:param type="begPts" val="midL"/>
                                <dgm:param type="srcNode" val="parTx3"/>
                                <dgm:param type="endSty" val="noArr"/>
                                <dgm:param type="dstNode" val="anchor2"/>
                              </dgm:alg>
                            </dgm:if>
                            <dgm:else name="Name68">
                              <dgm:alg type="conn">
                                <dgm:param type="dim" val="1D"/>
                                <dgm:param type="begPts" val="midR"/>
                                <dgm:param type="endSty" val="noArr"/>
                                <dgm:param type="srcNode" val="parTx3"/>
                                <dgm:param type="dstNode" val="anchor2"/>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69"/>
                  </dgm:choose>
                </dgm:forEach>
              </dgm:layoutNode>
              <dgm:choose name="Name70">
                <dgm:if name="Name71" axis="root ch" ptType="all node" func="cnt" op="gte" val="3">
                  <dgm:layoutNode name="spPost2">
                    <dgm:alg type="sp"/>
                    <dgm:shape xmlns:r="http://schemas.openxmlformats.org/officeDocument/2006/relationships" r:blip="">
                      <dgm:adjLst/>
                    </dgm:shape>
                  </dgm:layoutNode>
                </dgm:if>
                <dgm:else name="Name72"/>
              </dgm:choose>
            </dgm:if>
            <dgm:else name="Name73"/>
          </dgm:choose>
        </dgm:if>
        <dgm:if name="Name74" axis="self" ptType="node" func="pos" op="equ" val="3">
          <dgm:layoutNode name="parTx3"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75">
            <dgm:if name="Name76" axis="ch" ptType="node" func="cnt" op="gte" val="1">
              <dgm:layoutNode name="spPre3">
                <dgm:alg type="sp"/>
                <dgm:shape xmlns:r="http://schemas.openxmlformats.org/officeDocument/2006/relationships" r:blip="">
                  <dgm:adjLst/>
                </dgm:shape>
              </dgm:layoutNode>
              <dgm:layoutNode name="chLin3">
                <dgm:alg type="lin">
                  <dgm:param type="linDir" val="fromT"/>
                </dgm:alg>
                <dgm:shape xmlns:r="http://schemas.openxmlformats.org/officeDocument/2006/relationships" r:blip="">
                  <dgm:adjLst/>
                </dgm:shape>
                <dgm:presOf/>
                <dgm:constrLst>
                  <dgm:constr type="w" for="ch" forName="txAndLines3" refType="w" fact="0.77"/>
                  <dgm:constr type="w" for="ch" forName="top3" refType="w" refFor="ch" refForName="txAndLines3" fact="0.78"/>
                </dgm:constrLst>
                <dgm:forEach name="Name77" axis="ch">
                  <dgm:forEach name="Name78" axis="self" ptType="parTrans">
                    <dgm:layoutNode name="Name79" styleLbl="parChTrans1D1">
                      <dgm:choose name="Name80">
                        <dgm:if name="Name81" func="var" arg="dir" op="equ" val="norm">
                          <dgm:alg type="conn">
                            <dgm:param type="dim" val="1D"/>
                            <dgm:param type="begPts" val="midR"/>
                            <dgm:param type="endSty" val="noArr"/>
                            <dgm:param type="dstNode" val="anchor3"/>
                          </dgm:alg>
                        </dgm:if>
                        <dgm:else name="Name82">
                          <dgm:alg type="conn">
                            <dgm:param type="dim" val="1D"/>
                            <dgm:param type="begPts" val="midL"/>
                            <dgm:param type="endSty" val="noArr"/>
                            <dgm:param type="srcNode" val="parTx3"/>
                            <dgm:param type="dstNode" val="anchor3"/>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83" axis="self" ptType="node">
                    <dgm:choose name="Name84">
                      <dgm:if name="Name85" axis="par ch" ptType="node node" func="cnt" op="equ" val="1">
                        <dgm:layoutNode name="top3">
                          <dgm:alg type="sp"/>
                          <dgm:shape xmlns:r="http://schemas.openxmlformats.org/officeDocument/2006/relationships" r:blip="">
                            <dgm:adjLst/>
                          </dgm:shape>
                          <dgm:constrLst>
                            <dgm:constr type="h" refType="w" fact="0.6"/>
                          </dgm:constrLst>
                        </dgm:layoutNode>
                      </dgm:if>
                      <dgm:else name="Name86"/>
                    </dgm:choose>
                    <dgm:layoutNode name="txAndLines3">
                      <dgm:choose name="Name87">
                        <dgm:if name="Name88" func="var" arg="dir" op="equ" val="norm">
                          <dgm:alg type="lin"/>
                        </dgm:if>
                        <dgm:else name="Name89">
                          <dgm:alg type="lin">
                            <dgm:param type="linDir" val="fromR"/>
                          </dgm:alg>
                        </dgm:else>
                      </dgm:choose>
                      <dgm:shape xmlns:r="http://schemas.openxmlformats.org/officeDocument/2006/relationships" r:blip="">
                        <dgm:adjLst/>
                      </dgm:shape>
                      <dgm:presOf/>
                      <dgm:choose name="Name90">
                        <dgm:if name="Name91" axis="root ch" ptType="all node" func="cnt" op="gte" val="4">
                          <dgm:constrLst>
                            <dgm:constr type="w" for="ch" forName="anchor3" refType="w"/>
                            <dgm:constr type="w" for="ch" forName="backup3" refType="w" fact="-1"/>
                            <dgm:constr type="w" for="ch" forName="preLine3" refType="w" fact="0.11"/>
                            <dgm:constr type="w" for="ch" forName="desTx3" refType="w" fact="0.78"/>
                            <dgm:constr type="w" for="ch" forName="postLine3" refType="w" fact="0.11"/>
                          </dgm:constrLst>
                        </dgm:if>
                        <dgm:else name="Name92">
                          <dgm:constrLst>
                            <dgm:constr type="w" for="ch" forName="anchor3" refType="w" fact="0.89"/>
                            <dgm:constr type="w" for="ch" forName="backup3" refType="w" fact="-0.89"/>
                            <dgm:constr type="w" for="ch" forName="preLine3" refType="w" fact="0.11"/>
                            <dgm:constr type="w" for="ch" forName="desTx3" refType="w" fact="0.78"/>
                          </dgm:constrLst>
                        </dgm:else>
                      </dgm:choose>
                      <dgm:layoutNode name="anchor3" moveWith="desTx3">
                        <dgm:alg type="sp"/>
                        <dgm:shape xmlns:r="http://schemas.openxmlformats.org/officeDocument/2006/relationships" r:blip="">
                          <dgm:adjLst/>
                        </dgm:shape>
                      </dgm:layoutNode>
                      <dgm:layoutNode name="backup3" moveWith="desTx3">
                        <dgm:alg type="sp"/>
                        <dgm:shape xmlns:r="http://schemas.openxmlformats.org/officeDocument/2006/relationships" r:blip="">
                          <dgm:adjLst/>
                        </dgm:shape>
                      </dgm:layoutNode>
                      <dgm:layoutNode name="preLine3" styleLbl="parChTrans1D1" moveWith="desTx3">
                        <dgm:alg type="sp"/>
                        <dgm:shape xmlns:r="http://schemas.openxmlformats.org/officeDocument/2006/relationships" type="line" r:blip="">
                          <dgm:adjLst/>
                        </dgm:shape>
                        <dgm:presOf/>
                      </dgm:layoutNode>
                      <dgm:layoutNode name="desTx3"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93">
                        <dgm:if name="Name94" axis="root ch" ptType="all node" func="cnt" op="gte" val="4">
                          <dgm:layoutNode name="postLine3" styleLbl="parChTrans1D1" moveWith="desTx3">
                            <dgm:alg type="sp"/>
                            <dgm:shape xmlns:r="http://schemas.openxmlformats.org/officeDocument/2006/relationships" type="line" r:blip="">
                              <dgm:adjLst/>
                            </dgm:shape>
                            <dgm:presOf/>
                          </dgm:layoutNode>
                        </dgm:if>
                        <dgm:else name="Name95"/>
                      </dgm:choose>
                    </dgm:layoutNode>
                  </dgm:forEach>
                  <dgm:choose name="Name96">
                    <dgm:if name="Name97" axis="root ch" ptType="all node" func="cnt" op="gte" val="4">
                      <dgm:forEach name="Name98" axis="self" ptType="parTrans">
                        <dgm:layoutNode name="Name99" styleLbl="parChTrans1D1">
                          <dgm:choose name="Name100">
                            <dgm:if name="Name101" func="var" arg="dir" op="equ" val="norm">
                              <dgm:alg type="conn">
                                <dgm:param type="dim" val="1D"/>
                                <dgm:param type="begPts" val="midL"/>
                                <dgm:param type="srcNode" val="parTx4"/>
                                <dgm:param type="endSty" val="noArr"/>
                                <dgm:param type="dstNode" val="anchor3"/>
                              </dgm:alg>
                            </dgm:if>
                            <dgm:else name="Name102">
                              <dgm:alg type="conn">
                                <dgm:param type="dim" val="1D"/>
                                <dgm:param type="begPts" val="midR"/>
                                <dgm:param type="endSty" val="noArr"/>
                                <dgm:param type="srcNode" val="parTx4"/>
                                <dgm:param type="dstNode" val="anchor3"/>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103"/>
                  </dgm:choose>
                </dgm:forEach>
              </dgm:layoutNode>
              <dgm:choose name="Name104">
                <dgm:if name="Name105" axis="root ch" ptType="all node" func="cnt" op="gte" val="4">
                  <dgm:layoutNode name="spPost3">
                    <dgm:alg type="sp"/>
                    <dgm:shape xmlns:r="http://schemas.openxmlformats.org/officeDocument/2006/relationships" r:blip="">
                      <dgm:adjLst/>
                    </dgm:shape>
                  </dgm:layoutNode>
                </dgm:if>
                <dgm:else name="Name106"/>
              </dgm:choose>
            </dgm:if>
            <dgm:else name="Name107"/>
          </dgm:choose>
        </dgm:if>
        <dgm:if name="Name108" axis="self" ptType="node" func="pos" op="equ" val="4">
          <dgm:layoutNode name="parTx4"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109">
            <dgm:if name="Name110" axis="ch" ptType="node" func="cnt" op="gte" val="1">
              <dgm:layoutNode name="spPre4">
                <dgm:alg type="sp"/>
                <dgm:shape xmlns:r="http://schemas.openxmlformats.org/officeDocument/2006/relationships" r:blip="">
                  <dgm:adjLst/>
                </dgm:shape>
              </dgm:layoutNode>
              <dgm:layoutNode name="chLin4">
                <dgm:alg type="lin">
                  <dgm:param type="linDir" val="fromT"/>
                </dgm:alg>
                <dgm:shape xmlns:r="http://schemas.openxmlformats.org/officeDocument/2006/relationships" r:blip="">
                  <dgm:adjLst/>
                </dgm:shape>
                <dgm:presOf/>
                <dgm:constrLst>
                  <dgm:constr type="w" for="ch" forName="txAndLines4" refType="w" fact="0.77"/>
                  <dgm:constr type="w" for="ch" forName="top4" refType="w" refFor="ch" refForName="txAndLines4" fact="0.78"/>
                </dgm:constrLst>
                <dgm:forEach name="Name111" axis="ch">
                  <dgm:forEach name="Name112" axis="self" ptType="parTrans">
                    <dgm:layoutNode name="Name113" styleLbl="parChTrans1D1">
                      <dgm:choose name="Name114">
                        <dgm:if name="Name115" func="var" arg="dir" op="equ" val="norm">
                          <dgm:alg type="conn">
                            <dgm:param type="dim" val="1D"/>
                            <dgm:param type="begPts" val="midR"/>
                            <dgm:param type="endSty" val="noArr"/>
                            <dgm:param type="dstNode" val="anchor4"/>
                          </dgm:alg>
                        </dgm:if>
                        <dgm:else name="Name116">
                          <dgm:alg type="conn">
                            <dgm:param type="dim" val="1D"/>
                            <dgm:param type="begPts" val="midL"/>
                            <dgm:param type="endSty" val="noArr"/>
                            <dgm:param type="srcNode" val="parTx4"/>
                            <dgm:param type="dstNode" val="anchor4"/>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117" axis="self" ptType="node">
                    <dgm:choose name="Name118">
                      <dgm:if name="Name119" axis="par ch" ptType="node node" func="cnt" op="equ" val="1">
                        <dgm:layoutNode name="top4">
                          <dgm:alg type="sp"/>
                          <dgm:shape xmlns:r="http://schemas.openxmlformats.org/officeDocument/2006/relationships" r:blip="">
                            <dgm:adjLst/>
                          </dgm:shape>
                          <dgm:constrLst>
                            <dgm:constr type="h" refType="w" fact="0.6"/>
                          </dgm:constrLst>
                        </dgm:layoutNode>
                      </dgm:if>
                      <dgm:else name="Name120"/>
                    </dgm:choose>
                    <dgm:layoutNode name="txAndLines4">
                      <dgm:choose name="Name121">
                        <dgm:if name="Name122" func="var" arg="dir" op="equ" val="norm">
                          <dgm:alg type="lin"/>
                        </dgm:if>
                        <dgm:else name="Name123">
                          <dgm:alg type="lin">
                            <dgm:param type="linDir" val="fromR"/>
                          </dgm:alg>
                        </dgm:else>
                      </dgm:choose>
                      <dgm:shape xmlns:r="http://schemas.openxmlformats.org/officeDocument/2006/relationships" r:blip="">
                        <dgm:adjLst/>
                      </dgm:shape>
                      <dgm:presOf/>
                      <dgm:choose name="Name124">
                        <dgm:if name="Name125" axis="root ch" ptType="all node" func="cnt" op="gte" val="5">
                          <dgm:constrLst>
                            <dgm:constr type="w" for="ch" forName="anchor4" refType="w"/>
                            <dgm:constr type="w" for="ch" forName="backup4" refType="w" fact="-1"/>
                            <dgm:constr type="w" for="ch" forName="preLine4" refType="w" fact="0.11"/>
                            <dgm:constr type="w" for="ch" forName="desTx4" refType="w" fact="0.78"/>
                            <dgm:constr type="w" for="ch" forName="postLine4" refType="w" fact="0.11"/>
                          </dgm:constrLst>
                        </dgm:if>
                        <dgm:else name="Name126">
                          <dgm:constrLst>
                            <dgm:constr type="w" for="ch" forName="anchor4" refType="w" fact="0.89"/>
                            <dgm:constr type="w" for="ch" forName="backup4" refType="w" fact="-0.89"/>
                            <dgm:constr type="w" for="ch" forName="preLine4" refType="w" fact="0.11"/>
                            <dgm:constr type="w" for="ch" forName="desTx4" refType="w" fact="0.78"/>
                          </dgm:constrLst>
                        </dgm:else>
                      </dgm:choose>
                      <dgm:layoutNode name="anchor4" moveWith="desTx4">
                        <dgm:alg type="sp"/>
                        <dgm:shape xmlns:r="http://schemas.openxmlformats.org/officeDocument/2006/relationships" r:blip="">
                          <dgm:adjLst/>
                        </dgm:shape>
                      </dgm:layoutNode>
                      <dgm:layoutNode name="backup4" moveWith="desTx4">
                        <dgm:alg type="sp"/>
                        <dgm:shape xmlns:r="http://schemas.openxmlformats.org/officeDocument/2006/relationships" r:blip="">
                          <dgm:adjLst/>
                        </dgm:shape>
                      </dgm:layoutNode>
                      <dgm:layoutNode name="preLine4" styleLbl="parChTrans1D1" moveWith="desTx4">
                        <dgm:alg type="sp"/>
                        <dgm:shape xmlns:r="http://schemas.openxmlformats.org/officeDocument/2006/relationships" type="line" r:blip="">
                          <dgm:adjLst/>
                        </dgm:shape>
                        <dgm:presOf/>
                      </dgm:layoutNode>
                      <dgm:layoutNode name="desTx4"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127">
                        <dgm:if name="Name128" axis="root ch" ptType="all node" func="cnt" op="gte" val="5">
                          <dgm:layoutNode name="postLine4" styleLbl="parChTrans1D1" moveWith="desTx4">
                            <dgm:alg type="sp"/>
                            <dgm:shape xmlns:r="http://schemas.openxmlformats.org/officeDocument/2006/relationships" type="line" r:blip="">
                              <dgm:adjLst/>
                            </dgm:shape>
                            <dgm:presOf/>
                          </dgm:layoutNode>
                        </dgm:if>
                        <dgm:else name="Name129"/>
                      </dgm:choose>
                    </dgm:layoutNode>
                  </dgm:forEach>
                  <dgm:choose name="Name130">
                    <dgm:if name="Name131" axis="root ch" ptType="all node" func="cnt" op="gte" val="5">
                      <dgm:forEach name="Name132" axis="self" ptType="parTrans">
                        <dgm:layoutNode name="Name133" styleLbl="parChTrans1D1">
                          <dgm:choose name="Name134">
                            <dgm:if name="Name135" func="var" arg="dir" op="equ" val="norm">
                              <dgm:alg type="conn">
                                <dgm:param type="dim" val="1D"/>
                                <dgm:param type="begPts" val="midL"/>
                                <dgm:param type="srcNode" val="parTx5"/>
                                <dgm:param type="endSty" val="noArr"/>
                                <dgm:param type="dstNode" val="anchor4"/>
                              </dgm:alg>
                            </dgm:if>
                            <dgm:else name="Name136">
                              <dgm:alg type="conn">
                                <dgm:param type="dim" val="1D"/>
                                <dgm:param type="begPts" val="midR"/>
                                <dgm:param type="endSty" val="noArr"/>
                                <dgm:param type="srcNode" val="parTx5"/>
                                <dgm:param type="dstNode" val="anchor4"/>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137"/>
                  </dgm:choose>
                </dgm:forEach>
              </dgm:layoutNode>
              <dgm:choose name="Name138">
                <dgm:if name="Name139" axis="root ch" ptType="all node" func="cnt" op="gte" val="5">
                  <dgm:layoutNode name="spPost4">
                    <dgm:alg type="sp"/>
                    <dgm:shape xmlns:r="http://schemas.openxmlformats.org/officeDocument/2006/relationships" r:blip="">
                      <dgm:adjLst/>
                    </dgm:shape>
                  </dgm:layoutNode>
                </dgm:if>
                <dgm:else name="Name140"/>
              </dgm:choose>
            </dgm:if>
            <dgm:else name="Name141"/>
          </dgm:choose>
        </dgm:if>
        <dgm:if name="Name142" axis="self" ptType="node" func="pos" op="equ" val="5">
          <dgm:layoutNode name="parTx5"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143">
            <dgm:if name="Name144" axis="ch" ptType="node" func="cnt" op="gte" val="1">
              <dgm:layoutNode name="spPre5">
                <dgm:alg type="sp"/>
                <dgm:shape xmlns:r="http://schemas.openxmlformats.org/officeDocument/2006/relationships" r:blip="">
                  <dgm:adjLst/>
                </dgm:shape>
              </dgm:layoutNode>
              <dgm:layoutNode name="chLin5">
                <dgm:alg type="lin">
                  <dgm:param type="linDir" val="fromT"/>
                </dgm:alg>
                <dgm:shape xmlns:r="http://schemas.openxmlformats.org/officeDocument/2006/relationships" r:blip="">
                  <dgm:adjLst/>
                </dgm:shape>
                <dgm:presOf/>
                <dgm:constrLst>
                  <dgm:constr type="w" for="ch" forName="txAndLines5" refType="w" fact="0.77"/>
                  <dgm:constr type="w" for="ch" forName="top5" refType="w" refFor="ch" refForName="txAndLines5" fact="0.78"/>
                </dgm:constrLst>
                <dgm:forEach name="Name145" axis="ch">
                  <dgm:forEach name="Name146" axis="self" ptType="parTrans">
                    <dgm:layoutNode name="Name147" styleLbl="parChTrans1D1">
                      <dgm:choose name="Name148">
                        <dgm:if name="Name149" func="var" arg="dir" op="equ" val="norm">
                          <dgm:alg type="conn">
                            <dgm:param type="dim" val="1D"/>
                            <dgm:param type="begPts" val="midR"/>
                            <dgm:param type="endSty" val="noArr"/>
                            <dgm:param type="dstNode" val="anchor5"/>
                          </dgm:alg>
                        </dgm:if>
                        <dgm:else name="Name150">
                          <dgm:alg type="conn">
                            <dgm:param type="dim" val="1D"/>
                            <dgm:param type="begPts" val="midL"/>
                            <dgm:param type="endSty" val="noArr"/>
                            <dgm:param type="srcNode" val="parTx5"/>
                            <dgm:param type="dstNode" val="anchor5"/>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151" axis="self" ptType="node">
                    <dgm:choose name="Name152">
                      <dgm:if name="Name153" axis="par ch" ptType="node node" func="cnt" op="equ" val="1">
                        <dgm:layoutNode name="top5">
                          <dgm:alg type="sp"/>
                          <dgm:shape xmlns:r="http://schemas.openxmlformats.org/officeDocument/2006/relationships" r:blip="">
                            <dgm:adjLst/>
                          </dgm:shape>
                          <dgm:constrLst>
                            <dgm:constr type="h" refType="w" fact="0.6"/>
                          </dgm:constrLst>
                        </dgm:layoutNode>
                      </dgm:if>
                      <dgm:else name="Name154"/>
                    </dgm:choose>
                    <dgm:layoutNode name="txAndLines5">
                      <dgm:choose name="Name155">
                        <dgm:if name="Name156" func="var" arg="dir" op="equ" val="norm">
                          <dgm:alg type="lin"/>
                        </dgm:if>
                        <dgm:else name="Name157">
                          <dgm:alg type="lin">
                            <dgm:param type="linDir" val="fromR"/>
                          </dgm:alg>
                        </dgm:else>
                      </dgm:choose>
                      <dgm:shape xmlns:r="http://schemas.openxmlformats.org/officeDocument/2006/relationships" r:blip="">
                        <dgm:adjLst/>
                      </dgm:shape>
                      <dgm:presOf/>
                      <dgm:choose name="Name158">
                        <dgm:if name="Name159" axis="root ch" ptType="all node" func="cnt" op="gte" val="6">
                          <dgm:constrLst>
                            <dgm:constr type="w" for="ch" forName="anchor5" refType="w"/>
                            <dgm:constr type="w" for="ch" forName="backup5" refType="w" fact="-1"/>
                            <dgm:constr type="w" for="ch" forName="preLine5" refType="w" fact="0.11"/>
                            <dgm:constr type="w" for="ch" forName="desTx5" refType="w" fact="0.78"/>
                            <dgm:constr type="w" for="ch" forName="postLine5" refType="w" fact="0.11"/>
                          </dgm:constrLst>
                        </dgm:if>
                        <dgm:else name="Name160">
                          <dgm:constrLst>
                            <dgm:constr type="w" for="ch" forName="anchor5" refType="w" fact="0.89"/>
                            <dgm:constr type="w" for="ch" forName="backup5" refType="w" fact="-0.89"/>
                            <dgm:constr type="w" for="ch" forName="preLine5" refType="w" fact="0.11"/>
                            <dgm:constr type="w" for="ch" forName="desTx5" refType="w" fact="0.78"/>
                          </dgm:constrLst>
                        </dgm:else>
                      </dgm:choose>
                      <dgm:layoutNode name="anchor5" moveWith="desTx5">
                        <dgm:alg type="sp"/>
                        <dgm:shape xmlns:r="http://schemas.openxmlformats.org/officeDocument/2006/relationships" r:blip="">
                          <dgm:adjLst/>
                        </dgm:shape>
                      </dgm:layoutNode>
                      <dgm:layoutNode name="backup5" moveWith="desTx5">
                        <dgm:alg type="sp"/>
                        <dgm:shape xmlns:r="http://schemas.openxmlformats.org/officeDocument/2006/relationships" r:blip="">
                          <dgm:adjLst/>
                        </dgm:shape>
                      </dgm:layoutNode>
                      <dgm:layoutNode name="preLine5" styleLbl="parChTrans1D1" moveWith="desTx5">
                        <dgm:alg type="sp"/>
                        <dgm:shape xmlns:r="http://schemas.openxmlformats.org/officeDocument/2006/relationships" type="line" r:blip="">
                          <dgm:adjLst/>
                        </dgm:shape>
                        <dgm:presOf/>
                      </dgm:layoutNode>
                      <dgm:layoutNode name="desTx5"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161">
                        <dgm:if name="Name162" axis="root ch" ptType="all node" func="cnt" op="gte" val="6">
                          <dgm:layoutNode name="postLine5" styleLbl="parChTrans1D1" moveWith="desTx5">
                            <dgm:alg type="sp"/>
                            <dgm:shape xmlns:r="http://schemas.openxmlformats.org/officeDocument/2006/relationships" type="line" r:blip="">
                              <dgm:adjLst/>
                            </dgm:shape>
                            <dgm:presOf/>
                          </dgm:layoutNode>
                        </dgm:if>
                        <dgm:else name="Name163"/>
                      </dgm:choose>
                    </dgm:layoutNode>
                  </dgm:forEach>
                  <dgm:choose name="Name164">
                    <dgm:if name="Name165" axis="root ch" ptType="all node" func="cnt" op="gte" val="6">
                      <dgm:forEach name="Name166" axis="self" ptType="parTrans">
                        <dgm:layoutNode name="Name167" styleLbl="parChTrans1D1">
                          <dgm:choose name="Name168">
                            <dgm:if name="Name169" func="var" arg="dir" op="equ" val="norm">
                              <dgm:alg type="conn">
                                <dgm:param type="dim" val="1D"/>
                                <dgm:param type="begPts" val="midL"/>
                                <dgm:param type="srcNode" val="parTx6"/>
                                <dgm:param type="endSty" val="noArr"/>
                                <dgm:param type="dstNode" val="anchor5"/>
                              </dgm:alg>
                            </dgm:if>
                            <dgm:else name="Name170">
                              <dgm:alg type="conn">
                                <dgm:param type="dim" val="1D"/>
                                <dgm:param type="begPts" val="midR"/>
                                <dgm:param type="endSty" val="noArr"/>
                                <dgm:param type="srcNode" val="parTx6"/>
                                <dgm:param type="dstNode" val="anchor5"/>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171"/>
                  </dgm:choose>
                </dgm:forEach>
              </dgm:layoutNode>
              <dgm:choose name="Name172">
                <dgm:if name="Name173" axis="root ch" ptType="all node" func="cnt" op="gte" val="6">
                  <dgm:layoutNode name="spPost5">
                    <dgm:alg type="sp"/>
                    <dgm:shape xmlns:r="http://schemas.openxmlformats.org/officeDocument/2006/relationships" r:blip="">
                      <dgm:adjLst/>
                    </dgm:shape>
                  </dgm:layoutNode>
                </dgm:if>
                <dgm:else name="Name174"/>
              </dgm:choose>
            </dgm:if>
            <dgm:else name="Name175"/>
          </dgm:choose>
        </dgm:if>
        <dgm:if name="Name176" axis="self" ptType="node" func="pos" op="equ" val="6">
          <dgm:layoutNode name="parTx6"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177">
            <dgm:if name="Name178" axis="ch" ptType="node" func="cnt" op="gte" val="1">
              <dgm:layoutNode name="spPre6">
                <dgm:alg type="sp"/>
                <dgm:shape xmlns:r="http://schemas.openxmlformats.org/officeDocument/2006/relationships" r:blip="">
                  <dgm:adjLst/>
                </dgm:shape>
              </dgm:layoutNode>
              <dgm:layoutNode name="chLin6">
                <dgm:alg type="lin">
                  <dgm:param type="linDir" val="fromT"/>
                </dgm:alg>
                <dgm:shape xmlns:r="http://schemas.openxmlformats.org/officeDocument/2006/relationships" r:blip="">
                  <dgm:adjLst/>
                </dgm:shape>
                <dgm:presOf/>
                <dgm:constrLst>
                  <dgm:constr type="w" for="ch" forName="txAndLines6" refType="w" fact="0.77"/>
                  <dgm:constr type="w" for="ch" forName="top6" refType="w" refFor="ch" refForName="txAndLines6" fact="0.78"/>
                </dgm:constrLst>
                <dgm:forEach name="Name179" axis="ch">
                  <dgm:forEach name="Name180" axis="self" ptType="parTrans">
                    <dgm:layoutNode name="Name181" styleLbl="parChTrans1D1">
                      <dgm:choose name="Name182">
                        <dgm:if name="Name183" func="var" arg="dir" op="equ" val="norm">
                          <dgm:alg type="conn">
                            <dgm:param type="dim" val="1D"/>
                            <dgm:param type="begPts" val="midR"/>
                            <dgm:param type="endSty" val="noArr"/>
                            <dgm:param type="dstNode" val="anchor6"/>
                          </dgm:alg>
                        </dgm:if>
                        <dgm:else name="Name184">
                          <dgm:alg type="conn">
                            <dgm:param type="dim" val="1D"/>
                            <dgm:param type="begPts" val="midL"/>
                            <dgm:param type="endSty" val="noArr"/>
                            <dgm:param type="srcNode" val="parTx6"/>
                            <dgm:param type="dstNode" val="anchor6"/>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185" axis="self" ptType="node">
                    <dgm:choose name="Name186">
                      <dgm:if name="Name187" axis="par ch" ptType="node node" func="cnt" op="equ" val="1">
                        <dgm:layoutNode name="top6">
                          <dgm:alg type="sp"/>
                          <dgm:shape xmlns:r="http://schemas.openxmlformats.org/officeDocument/2006/relationships" r:blip="">
                            <dgm:adjLst/>
                          </dgm:shape>
                          <dgm:constrLst>
                            <dgm:constr type="h" refType="w" fact="0.6"/>
                          </dgm:constrLst>
                        </dgm:layoutNode>
                      </dgm:if>
                      <dgm:else name="Name188"/>
                    </dgm:choose>
                    <dgm:layoutNode name="txAndLines6">
                      <dgm:choose name="Name189">
                        <dgm:if name="Name190" func="var" arg="dir" op="equ" val="norm">
                          <dgm:alg type="lin"/>
                        </dgm:if>
                        <dgm:else name="Name191">
                          <dgm:alg type="lin">
                            <dgm:param type="linDir" val="fromR"/>
                          </dgm:alg>
                        </dgm:else>
                      </dgm:choose>
                      <dgm:shape xmlns:r="http://schemas.openxmlformats.org/officeDocument/2006/relationships" r:blip="">
                        <dgm:adjLst/>
                      </dgm:shape>
                      <dgm:presOf/>
                      <dgm:choose name="Name192">
                        <dgm:if name="Name193" axis="root ch" ptType="all node" func="cnt" op="gte" val="7">
                          <dgm:constrLst>
                            <dgm:constr type="w" for="ch" forName="anchor6" refType="w"/>
                            <dgm:constr type="w" for="ch" forName="backup6" refType="w" fact="-1"/>
                            <dgm:constr type="w" for="ch" forName="preLine6" refType="w" fact="0.11"/>
                            <dgm:constr type="w" for="ch" forName="desTx6" refType="w" fact="0.78"/>
                            <dgm:constr type="w" for="ch" forName="postLine6" refType="w" fact="0.11"/>
                          </dgm:constrLst>
                        </dgm:if>
                        <dgm:else name="Name194">
                          <dgm:constrLst>
                            <dgm:constr type="w" for="ch" forName="anchor6" refType="w" fact="0.89"/>
                            <dgm:constr type="w" for="ch" forName="backup6" refType="w" fact="-0.89"/>
                            <dgm:constr type="w" for="ch" forName="preLine6" refType="w" fact="0.11"/>
                            <dgm:constr type="w" for="ch" forName="desTx6" refType="w" fact="0.78"/>
                          </dgm:constrLst>
                        </dgm:else>
                      </dgm:choose>
                      <dgm:layoutNode name="anchor6" moveWith="desTx6">
                        <dgm:alg type="sp"/>
                        <dgm:shape xmlns:r="http://schemas.openxmlformats.org/officeDocument/2006/relationships" r:blip="">
                          <dgm:adjLst/>
                        </dgm:shape>
                      </dgm:layoutNode>
                      <dgm:layoutNode name="backup6" moveWith="desTx6">
                        <dgm:alg type="sp"/>
                        <dgm:shape xmlns:r="http://schemas.openxmlformats.org/officeDocument/2006/relationships" r:blip="">
                          <dgm:adjLst/>
                        </dgm:shape>
                      </dgm:layoutNode>
                      <dgm:layoutNode name="preLine6" styleLbl="parChTrans1D1" moveWith="desTx6">
                        <dgm:alg type="sp"/>
                        <dgm:shape xmlns:r="http://schemas.openxmlformats.org/officeDocument/2006/relationships" type="line" r:blip="">
                          <dgm:adjLst/>
                        </dgm:shape>
                        <dgm:presOf/>
                      </dgm:layoutNode>
                      <dgm:layoutNode name="desTx6"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195">
                        <dgm:if name="Name196" axis="root ch" ptType="all node" func="cnt" op="gte" val="7">
                          <dgm:layoutNode name="postLine6" styleLbl="parChTrans1D1" moveWith="desTx6">
                            <dgm:alg type="sp"/>
                            <dgm:shape xmlns:r="http://schemas.openxmlformats.org/officeDocument/2006/relationships" type="line" r:blip="">
                              <dgm:adjLst/>
                            </dgm:shape>
                            <dgm:presOf/>
                          </dgm:layoutNode>
                        </dgm:if>
                        <dgm:else name="Name197"/>
                      </dgm:choose>
                    </dgm:layoutNode>
                  </dgm:forEach>
                  <dgm:choose name="Name198">
                    <dgm:if name="Name199" axis="root ch" ptType="all node" func="cnt" op="gte" val="7">
                      <dgm:forEach name="Name200" axis="self" ptType="parTrans">
                        <dgm:layoutNode name="Name201" styleLbl="parChTrans1D1">
                          <dgm:choose name="Name202">
                            <dgm:if name="Name203" func="var" arg="dir" op="equ" val="norm">
                              <dgm:alg type="conn">
                                <dgm:param type="dim" val="1D"/>
                                <dgm:param type="begPts" val="midL"/>
                                <dgm:param type="srcNode" val="parTx7"/>
                                <dgm:param type="endSty" val="noArr"/>
                                <dgm:param type="dstNode" val="anchor6"/>
                              </dgm:alg>
                            </dgm:if>
                            <dgm:else name="Name204">
                              <dgm:alg type="conn">
                                <dgm:param type="dim" val="1D"/>
                                <dgm:param type="begPts" val="midR"/>
                                <dgm:param type="endSty" val="noArr"/>
                                <dgm:param type="srcNode" val="parTx7"/>
                                <dgm:param type="dstNode" val="anchor6"/>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205"/>
                  </dgm:choose>
                </dgm:forEach>
              </dgm:layoutNode>
              <dgm:choose name="Name206">
                <dgm:if name="Name207" axis="root ch" ptType="all node" func="cnt" op="gte" val="7">
                  <dgm:layoutNode name="spPost6">
                    <dgm:alg type="sp"/>
                    <dgm:shape xmlns:r="http://schemas.openxmlformats.org/officeDocument/2006/relationships" r:blip="">
                      <dgm:adjLst/>
                    </dgm:shape>
                  </dgm:layoutNode>
                </dgm:if>
                <dgm:else name="Name208"/>
              </dgm:choose>
            </dgm:if>
            <dgm:else name="Name209"/>
          </dgm:choose>
        </dgm:if>
        <dgm:if name="Name210" axis="self" ptType="node" func="pos" op="equ" val="7">
          <dgm:layoutNode name="parTx7"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211">
            <dgm:if name="Name212" axis="ch" ptType="node" func="cnt" op="gte" val="1">
              <dgm:layoutNode name="spPre7">
                <dgm:alg type="sp"/>
                <dgm:shape xmlns:r="http://schemas.openxmlformats.org/officeDocument/2006/relationships" r:blip="">
                  <dgm:adjLst/>
                </dgm:shape>
              </dgm:layoutNode>
              <dgm:layoutNode name="chLin7">
                <dgm:alg type="lin">
                  <dgm:param type="linDir" val="fromT"/>
                </dgm:alg>
                <dgm:shape xmlns:r="http://schemas.openxmlformats.org/officeDocument/2006/relationships" r:blip="">
                  <dgm:adjLst/>
                </dgm:shape>
                <dgm:presOf/>
                <dgm:constrLst>
                  <dgm:constr type="w" for="ch" forName="txAndLines7" refType="w" fact="0.77"/>
                  <dgm:constr type="w" for="ch" forName="top7" refType="w" refFor="ch" refForName="txAndLines7" fact="0.78"/>
                </dgm:constrLst>
                <dgm:forEach name="Name213" axis="ch">
                  <dgm:forEach name="Name214" axis="self" ptType="parTrans">
                    <dgm:layoutNode name="Name215" styleLbl="parChTrans1D1">
                      <dgm:choose name="Name216">
                        <dgm:if name="Name217" func="var" arg="dir" op="equ" val="norm">
                          <dgm:alg type="conn">
                            <dgm:param type="dim" val="1D"/>
                            <dgm:param type="begPts" val="midR"/>
                            <dgm:param type="endSty" val="noArr"/>
                            <dgm:param type="dstNode" val="anchor7"/>
                          </dgm:alg>
                        </dgm:if>
                        <dgm:else name="Name218">
                          <dgm:alg type="conn">
                            <dgm:param type="dim" val="1D"/>
                            <dgm:param type="begPts" val="midL"/>
                            <dgm:param type="endSty" val="noArr"/>
                            <dgm:param type="srcNode" val="parTx7"/>
                            <dgm:param type="dstNode" val="anchor7"/>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219" axis="self" ptType="node">
                    <dgm:choose name="Name220">
                      <dgm:if name="Name221" axis="par ch" ptType="node node" func="cnt" op="equ" val="1">
                        <dgm:layoutNode name="top7">
                          <dgm:alg type="sp"/>
                          <dgm:shape xmlns:r="http://schemas.openxmlformats.org/officeDocument/2006/relationships" r:blip="">
                            <dgm:adjLst/>
                          </dgm:shape>
                          <dgm:constrLst>
                            <dgm:constr type="h" refType="w" fact="0.6"/>
                          </dgm:constrLst>
                        </dgm:layoutNode>
                      </dgm:if>
                      <dgm:else name="Name222"/>
                    </dgm:choose>
                    <dgm:layoutNode name="txAndLines7">
                      <dgm:choose name="Name223">
                        <dgm:if name="Name224" func="var" arg="dir" op="equ" val="norm">
                          <dgm:alg type="lin"/>
                        </dgm:if>
                        <dgm:else name="Name225">
                          <dgm:alg type="lin">
                            <dgm:param type="linDir" val="fromR"/>
                          </dgm:alg>
                        </dgm:else>
                      </dgm:choose>
                      <dgm:shape xmlns:r="http://schemas.openxmlformats.org/officeDocument/2006/relationships" r:blip="">
                        <dgm:adjLst/>
                      </dgm:shape>
                      <dgm:presOf/>
                      <dgm:constrLst>
                        <dgm:constr type="w" for="ch" forName="anchor7" refType="w" fact="0.89"/>
                        <dgm:constr type="w" for="ch" forName="backup7" refType="w" fact="-0.89"/>
                        <dgm:constr type="w" for="ch" forName="preLine7" refType="w" fact="0.11"/>
                        <dgm:constr type="w" for="ch" forName="desTx7" refType="w" fact="0.78"/>
                      </dgm:constrLst>
                      <dgm:layoutNode name="anchor7" moveWith="desTx7">
                        <dgm:alg type="sp"/>
                        <dgm:shape xmlns:r="http://schemas.openxmlformats.org/officeDocument/2006/relationships" r:blip="">
                          <dgm:adjLst/>
                        </dgm:shape>
                      </dgm:layoutNode>
                      <dgm:layoutNode name="backup7" moveWith="desTx7">
                        <dgm:alg type="sp"/>
                        <dgm:shape xmlns:r="http://schemas.openxmlformats.org/officeDocument/2006/relationships" r:blip="">
                          <dgm:adjLst/>
                        </dgm:shape>
                      </dgm:layoutNode>
                      <dgm:layoutNode name="preLine7" styleLbl="parChTrans1D1" moveWith="desTx7">
                        <dgm:alg type="sp"/>
                        <dgm:shape xmlns:r="http://schemas.openxmlformats.org/officeDocument/2006/relationships" type="line" r:blip="">
                          <dgm:adjLst/>
                        </dgm:shape>
                        <dgm:presOf/>
                      </dgm:layoutNode>
                      <dgm:layoutNode name="desTx7"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layoutNode>
                  </dgm:forEach>
                </dgm:forEach>
              </dgm:layoutNode>
            </dgm:if>
            <dgm:else name="Name226"/>
          </dgm:choose>
        </dgm:if>
        <dgm:else name="Name22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List3">
  <dgm:title val=""/>
  <dgm:desc val=""/>
  <dgm:catLst>
    <dgm:cat type="list" pri="1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1" destId="2" srcOrd="0" destOrd="0"/>
        <dgm:cxn modelId="7" srcId="1" destId="3" srcOrd="1" destOrd="0"/>
        <dgm:cxn modelId="8" srcId="1" destId="4" srcOrd="2" destOrd="0"/>
      </dgm:cxnLst>
      <dgm:bg/>
      <dgm:whole/>
    </dgm:dataModel>
  </dgm:sampData>
  <dgm:styleData>
    <dgm:dataModel>
      <dgm:ptLst>
        <dgm:pt modelId="0" type="doc"/>
        <dgm:pt modelId="1"/>
        <dgm:pt modelId="2"/>
        <dgm:pt modelId="3"/>
      </dgm:ptLst>
      <dgm:cxnLst>
        <dgm:cxn modelId="5" srcId="0" destId="1" srcOrd="0" destOrd="0"/>
        <dgm:cxn modelId="6" srcId="1" destId="2" srcOrd="0" destOrd="0"/>
        <dgm:cxn modelId="7" srcId="1" destId="3" srcOrd="1" destOrd="0"/>
      </dgm:cxnLst>
      <dgm:bg/>
      <dgm:whole/>
    </dgm:dataModel>
  </dgm:styleData>
  <dgm:clrData>
    <dgm:dataModel>
      <dgm:ptLst>
        <dgm:pt modelId="0" type="doc"/>
        <dgm:pt modelId="1"/>
        <dgm:pt modelId="2"/>
        <dgm:pt modelId="3"/>
        <dgm:pt modelId="4"/>
        <dgm:pt modelId="5"/>
      </dgm:ptLst>
      <dgm:cxnLst>
        <dgm:cxn modelId="6" srcId="0" destId="1" srcOrd="0" destOrd="0"/>
        <dgm:cxn modelId="7" srcId="1" destId="2" srcOrd="0" destOrd="0"/>
        <dgm:cxn modelId="8" srcId="1" destId="3" srcOrd="1" destOrd="0"/>
        <dgm:cxn modelId="9" srcId="1" destId="4" srcOrd="2" destOrd="0"/>
        <dgm:cxn modelId="10" srcId="1" destId="5" srcOrd="3" destOrd="0"/>
      </dgm:cxnLst>
      <dgm:bg/>
      <dgm:whole/>
    </dgm:dataModel>
  </dgm:clrData>
  <dgm:layoutNode name="composite">
    <dgm:varLst>
      <dgm:chMax val="1"/>
      <dgm:dir/>
      <dgm:resizeHandles val="exact"/>
    </dgm:varLst>
    <dgm:alg type="composite"/>
    <dgm:shape xmlns:r="http://schemas.openxmlformats.org/officeDocument/2006/relationships" r:blip="">
      <dgm:adjLst/>
    </dgm:shape>
    <dgm:presOf/>
    <dgm:constrLst>
      <dgm:constr type="w" for="ch" forName="roof" refType="w"/>
      <dgm:constr type="h" for="ch" forName="roof" refType="h" fact="0.3"/>
      <dgm:constr type="primFontSz" for="ch" forName="roof" val="65"/>
      <dgm:constr type="w" for="ch" forName="pillars" refType="w"/>
      <dgm:constr type="h" for="ch" forName="pillars" refType="h" fact="0.63"/>
      <dgm:constr type="t" for="ch" forName="pillars" refType="h" fact="0.3"/>
      <dgm:constr type="primFontSz" for="des" forName="pillar1" val="65"/>
      <dgm:constr type="primFontSz" for="des" forName="pillarX" refType="primFontSz" refFor="des" refForName="pillar1" op="equ"/>
      <dgm:constr type="w" for="ch" forName="base" refType="w"/>
      <dgm:constr type="h" for="ch" forName="base" refType="h" fact="0.07"/>
      <dgm:constr type="t" for="ch" forName="base" refType="h" fact="0.93"/>
    </dgm:constrLst>
    <dgm:ruleLst/>
    <dgm:forEach name="Name0" axis="ch" ptType="node" cnt="1">
      <dgm:layoutNode name="roof" styleLbl="dkBgShp">
        <dgm:alg type="tx"/>
        <dgm:shape xmlns:r="http://schemas.openxmlformats.org/officeDocument/2006/relationships" type="rect" r:blip="">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illars" styleLbl="node1">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pillar1" refType="w"/>
          <dgm:constr type="h" for="ch" forName="pillar1" refType="h"/>
          <dgm:constr type="w" for="ch" forName="pillarX" refType="w"/>
          <dgm:constr type="h" for="ch" forName="pillarX" refType="h"/>
        </dgm:constrLst>
        <dgm:ruleLst/>
        <dgm:layoutNode name="pillar1" styleLbl="node1">
          <dgm:varLst>
            <dgm:bulletEnabled val="1"/>
          </dgm:varLst>
          <dgm:alg type="tx"/>
          <dgm:shape xmlns:r="http://schemas.openxmlformats.org/officeDocument/2006/relationships" type="rect" r:blip="">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ch" ptType="node" st="2">
          <dgm:layoutNode name="pillarX" styleLbl="node1">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dgm:layoutNode>
      <dgm:layoutNode name="base" styleLbl="dkBgShp">
        <dgm:alg type="sp"/>
        <dgm:shape xmlns:r="http://schemas.openxmlformats.org/officeDocument/2006/relationships" type="rect" r:blip="">
          <dgm:adjLst/>
        </dgm:shape>
        <dgm:presOf/>
        <dgm:constrLst/>
        <dgm:ruleLst/>
      </dgm:layoutNode>
    </dgm:forEach>
  </dgm:layoutNode>
</dgm:layoutDef>
</file>

<file path=ppt/diagrams/layout10.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14.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5EB12AB-0481-4543-9448-EE76391C4D02}" type="datetimeFigureOut">
              <a:rPr lang="zh-TW" altLang="en-US" smtClean="0"/>
              <a:t>2026/6/2</a:t>
            </a:fld>
            <a:endParaRPr lang="zh-TW" altLang="en-US"/>
          </a:p>
        </p:txBody>
      </p:sp>
      <p:sp>
        <p:nvSpPr>
          <p:cNvPr id="4" name="投影片圖像版面配置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4E245B1-C9B5-4CB2-8096-E56E4F101A5F}" type="slidenum">
              <a:rPr lang="zh-TW" altLang="en-US" smtClean="0"/>
              <a:t>‹#›</a:t>
            </a:fld>
            <a:endParaRPr lang="zh-TW" altLang="en-US"/>
          </a:p>
        </p:txBody>
      </p:sp>
    </p:spTree>
    <p:extLst>
      <p:ext uri="{BB962C8B-B14F-4D97-AF65-F5344CB8AC3E}">
        <p14:creationId xmlns:p14="http://schemas.microsoft.com/office/powerpoint/2010/main" val="355780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7" name="矩形 6"/>
          <p:cNvSpPr/>
          <p:nvPr userDrawn="1"/>
        </p:nvSpPr>
        <p:spPr>
          <a:xfrm>
            <a:off x="-26078" y="377109"/>
            <a:ext cx="9170078" cy="4764079"/>
          </a:xfrm>
          <a:prstGeom prst="rect">
            <a:avLst/>
          </a:prstGeom>
          <a:solidFill>
            <a:schemeClr val="accent5">
              <a:lumMod val="60000"/>
              <a:lumOff val="4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278" name="圓角矩形圖說文字 277"/>
          <p:cNvSpPr/>
          <p:nvPr userDrawn="1"/>
        </p:nvSpPr>
        <p:spPr>
          <a:xfrm>
            <a:off x="272957" y="715294"/>
            <a:ext cx="2737212" cy="742533"/>
          </a:xfrm>
          <a:prstGeom prst="wedgeRoundRectCallout">
            <a:avLst>
              <a:gd name="adj1" fmla="val 34844"/>
              <a:gd name="adj2" fmla="val 81478"/>
              <a:gd name="adj3" fmla="val 16667"/>
            </a:avLst>
          </a:prstGeom>
          <a:solidFill>
            <a:srgbClr val="F2F2F2">
              <a:alpha val="20000"/>
            </a:srgbClr>
          </a:solidFill>
          <a:ln w="28575">
            <a:solidFill>
              <a:srgbClr val="000000">
                <a:alpha val="2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p:cNvSpPr>
            <a:spLocks noGrp="1"/>
          </p:cNvSpPr>
          <p:nvPr>
            <p:ph type="ctrTitle" hasCustomPrompt="1"/>
          </p:nvPr>
        </p:nvSpPr>
        <p:spPr>
          <a:xfrm>
            <a:off x="3157954" y="782801"/>
            <a:ext cx="5476465" cy="725061"/>
          </a:xfrm>
        </p:spPr>
        <p:txBody>
          <a:bodyPr>
            <a:noAutofit/>
          </a:bodyPr>
          <a:lstStyle>
            <a:lvl1pPr algn="l">
              <a:defRPr sz="4800" b="1">
                <a:solidFill>
                  <a:schemeClr val="bg1"/>
                </a:solidFill>
                <a:latin typeface="微軟正黑體" pitchFamily="34" charset="-120"/>
                <a:ea typeface="微軟正黑體" pitchFamily="34" charset="-120"/>
              </a:defRPr>
            </a:lvl1pPr>
          </a:lstStyle>
          <a:p>
            <a:r>
              <a:rPr lang="zh-TW" altLang="en-US" dirty="0"/>
              <a:t>計算機簡介</a:t>
            </a:r>
          </a:p>
        </p:txBody>
      </p:sp>
      <p:sp>
        <p:nvSpPr>
          <p:cNvPr id="3" name="副標題 2"/>
          <p:cNvSpPr>
            <a:spLocks noGrp="1"/>
          </p:cNvSpPr>
          <p:nvPr>
            <p:ph type="subTitle" idx="1"/>
          </p:nvPr>
        </p:nvSpPr>
        <p:spPr>
          <a:xfrm>
            <a:off x="4622800" y="1795463"/>
            <a:ext cx="4194429" cy="2801541"/>
          </a:xfrm>
        </p:spPr>
        <p:txBody>
          <a:bodyPr/>
          <a:lstStyle>
            <a:lvl1pPr marL="0" indent="0" algn="l">
              <a:buNone/>
              <a:defRPr b="0">
                <a:solidFill>
                  <a:schemeClr val="tx1"/>
                </a:solidFill>
                <a:latin typeface="微軟正黑體" pitchFamily="34" charset="-120"/>
                <a:ea typeface="微軟正黑體" pitchFamily="34" charset="-12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dirty="0"/>
              <a:t>按一下以編輯母片副標題樣式</a:t>
            </a:r>
          </a:p>
        </p:txBody>
      </p:sp>
      <p:sp>
        <p:nvSpPr>
          <p:cNvPr id="29" name="矩形 28"/>
          <p:cNvSpPr/>
          <p:nvPr userDrawn="1"/>
        </p:nvSpPr>
        <p:spPr>
          <a:xfrm>
            <a:off x="11650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p:cNvSpPr/>
          <p:nvPr userDrawn="1"/>
        </p:nvSpPr>
        <p:spPr>
          <a:xfrm>
            <a:off x="3896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p:cNvSpPr/>
          <p:nvPr userDrawn="1"/>
        </p:nvSpPr>
        <p:spPr>
          <a:xfrm>
            <a:off x="258071"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p:cNvSpPr/>
          <p:nvPr userDrawn="1"/>
        </p:nvSpPr>
        <p:spPr>
          <a:xfrm>
            <a:off x="5420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p:cNvSpPr/>
          <p:nvPr userDrawn="1"/>
        </p:nvSpPr>
        <p:spPr>
          <a:xfrm>
            <a:off x="6944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矩形 52"/>
          <p:cNvSpPr/>
          <p:nvPr userDrawn="1"/>
        </p:nvSpPr>
        <p:spPr>
          <a:xfrm>
            <a:off x="89969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p:cNvSpPr/>
          <p:nvPr userDrawn="1"/>
        </p:nvSpPr>
        <p:spPr>
          <a:xfrm>
            <a:off x="11728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矩形 54"/>
          <p:cNvSpPr/>
          <p:nvPr userDrawn="1"/>
        </p:nvSpPr>
        <p:spPr>
          <a:xfrm>
            <a:off x="1041262"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p:cNvSpPr/>
          <p:nvPr userDrawn="1"/>
        </p:nvSpPr>
        <p:spPr>
          <a:xfrm>
            <a:off x="13252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矩形 56"/>
          <p:cNvSpPr/>
          <p:nvPr userDrawn="1"/>
        </p:nvSpPr>
        <p:spPr>
          <a:xfrm>
            <a:off x="14776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8" name="矩形 57"/>
          <p:cNvSpPr/>
          <p:nvPr userDrawn="1"/>
        </p:nvSpPr>
        <p:spPr>
          <a:xfrm>
            <a:off x="169875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9" name="矩形 58"/>
          <p:cNvSpPr/>
          <p:nvPr userDrawn="1"/>
        </p:nvSpPr>
        <p:spPr>
          <a:xfrm>
            <a:off x="19719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0" name="矩形 59"/>
          <p:cNvSpPr/>
          <p:nvPr userDrawn="1"/>
        </p:nvSpPr>
        <p:spPr>
          <a:xfrm>
            <a:off x="18403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1" name="矩形 60"/>
          <p:cNvSpPr/>
          <p:nvPr userDrawn="1"/>
        </p:nvSpPr>
        <p:spPr>
          <a:xfrm>
            <a:off x="21243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p:cNvSpPr/>
          <p:nvPr userDrawn="1"/>
        </p:nvSpPr>
        <p:spPr>
          <a:xfrm>
            <a:off x="22767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3" name="矩形 62"/>
          <p:cNvSpPr/>
          <p:nvPr userDrawn="1"/>
        </p:nvSpPr>
        <p:spPr>
          <a:xfrm>
            <a:off x="2512459"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p:cNvSpPr/>
          <p:nvPr userDrawn="1"/>
        </p:nvSpPr>
        <p:spPr>
          <a:xfrm>
            <a:off x="27856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矩形 64"/>
          <p:cNvSpPr/>
          <p:nvPr userDrawn="1"/>
        </p:nvSpPr>
        <p:spPr>
          <a:xfrm>
            <a:off x="2654024"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矩形 65"/>
          <p:cNvSpPr/>
          <p:nvPr userDrawn="1"/>
        </p:nvSpPr>
        <p:spPr>
          <a:xfrm>
            <a:off x="29380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矩形 66"/>
          <p:cNvSpPr/>
          <p:nvPr userDrawn="1"/>
        </p:nvSpPr>
        <p:spPr>
          <a:xfrm>
            <a:off x="30904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8" name="矩形 67"/>
          <p:cNvSpPr/>
          <p:nvPr userDrawn="1"/>
        </p:nvSpPr>
        <p:spPr>
          <a:xfrm>
            <a:off x="3318938"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9" name="矩形 68"/>
          <p:cNvSpPr/>
          <p:nvPr userDrawn="1"/>
        </p:nvSpPr>
        <p:spPr>
          <a:xfrm>
            <a:off x="35921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p:cNvSpPr/>
          <p:nvPr userDrawn="1"/>
        </p:nvSpPr>
        <p:spPr>
          <a:xfrm>
            <a:off x="346050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矩形 70"/>
          <p:cNvSpPr/>
          <p:nvPr userDrawn="1"/>
        </p:nvSpPr>
        <p:spPr>
          <a:xfrm>
            <a:off x="37445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矩形 71"/>
          <p:cNvSpPr/>
          <p:nvPr userDrawn="1"/>
        </p:nvSpPr>
        <p:spPr>
          <a:xfrm>
            <a:off x="38969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p:cNvSpPr/>
          <p:nvPr userDrawn="1"/>
        </p:nvSpPr>
        <p:spPr>
          <a:xfrm>
            <a:off x="4129028"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4" name="矩形 73"/>
          <p:cNvSpPr/>
          <p:nvPr userDrawn="1"/>
        </p:nvSpPr>
        <p:spPr>
          <a:xfrm>
            <a:off x="44022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矩形 74"/>
          <p:cNvSpPr/>
          <p:nvPr userDrawn="1"/>
        </p:nvSpPr>
        <p:spPr>
          <a:xfrm>
            <a:off x="427059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6" name="矩形 75"/>
          <p:cNvSpPr/>
          <p:nvPr userDrawn="1"/>
        </p:nvSpPr>
        <p:spPr>
          <a:xfrm>
            <a:off x="45546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7" name="矩形 76"/>
          <p:cNvSpPr/>
          <p:nvPr userDrawn="1"/>
        </p:nvSpPr>
        <p:spPr>
          <a:xfrm>
            <a:off x="47070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8" name="矩形 77"/>
          <p:cNvSpPr/>
          <p:nvPr userDrawn="1"/>
        </p:nvSpPr>
        <p:spPr>
          <a:xfrm>
            <a:off x="493911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p:cNvSpPr/>
          <p:nvPr userDrawn="1"/>
        </p:nvSpPr>
        <p:spPr>
          <a:xfrm>
            <a:off x="521230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0" name="矩形 79"/>
          <p:cNvSpPr/>
          <p:nvPr userDrawn="1"/>
        </p:nvSpPr>
        <p:spPr>
          <a:xfrm>
            <a:off x="508068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矩形 80"/>
          <p:cNvSpPr/>
          <p:nvPr userDrawn="1"/>
        </p:nvSpPr>
        <p:spPr>
          <a:xfrm>
            <a:off x="536470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2" name="矩形 81"/>
          <p:cNvSpPr/>
          <p:nvPr userDrawn="1"/>
        </p:nvSpPr>
        <p:spPr>
          <a:xfrm>
            <a:off x="551710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3" name="矩形 82"/>
          <p:cNvSpPr/>
          <p:nvPr userDrawn="1"/>
        </p:nvSpPr>
        <p:spPr>
          <a:xfrm>
            <a:off x="5749208"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4" name="矩形 83"/>
          <p:cNvSpPr/>
          <p:nvPr userDrawn="1"/>
        </p:nvSpPr>
        <p:spPr>
          <a:xfrm>
            <a:off x="60223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5" name="矩形 84"/>
          <p:cNvSpPr/>
          <p:nvPr userDrawn="1"/>
        </p:nvSpPr>
        <p:spPr>
          <a:xfrm>
            <a:off x="5890773"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6" name="矩形 85"/>
          <p:cNvSpPr/>
          <p:nvPr userDrawn="1"/>
        </p:nvSpPr>
        <p:spPr>
          <a:xfrm>
            <a:off x="61747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7" name="矩形 86"/>
          <p:cNvSpPr/>
          <p:nvPr userDrawn="1"/>
        </p:nvSpPr>
        <p:spPr>
          <a:xfrm>
            <a:off x="63271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8" name="矩形 87"/>
          <p:cNvSpPr/>
          <p:nvPr userDrawn="1"/>
        </p:nvSpPr>
        <p:spPr>
          <a:xfrm>
            <a:off x="6563897"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矩形 88"/>
          <p:cNvSpPr/>
          <p:nvPr userDrawn="1"/>
        </p:nvSpPr>
        <p:spPr>
          <a:xfrm>
            <a:off x="68370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矩形 89"/>
          <p:cNvSpPr/>
          <p:nvPr userDrawn="1"/>
        </p:nvSpPr>
        <p:spPr>
          <a:xfrm>
            <a:off x="6705462"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1" name="矩形 90"/>
          <p:cNvSpPr/>
          <p:nvPr userDrawn="1"/>
        </p:nvSpPr>
        <p:spPr>
          <a:xfrm>
            <a:off x="69894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2" name="矩形 91"/>
          <p:cNvSpPr/>
          <p:nvPr userDrawn="1"/>
        </p:nvSpPr>
        <p:spPr>
          <a:xfrm>
            <a:off x="71418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3" name="矩形 92"/>
          <p:cNvSpPr/>
          <p:nvPr userDrawn="1"/>
        </p:nvSpPr>
        <p:spPr>
          <a:xfrm>
            <a:off x="7369388"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矩形 93"/>
          <p:cNvSpPr/>
          <p:nvPr userDrawn="1"/>
        </p:nvSpPr>
        <p:spPr>
          <a:xfrm>
            <a:off x="76425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94"/>
          <p:cNvSpPr/>
          <p:nvPr userDrawn="1"/>
        </p:nvSpPr>
        <p:spPr>
          <a:xfrm>
            <a:off x="7510952"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6" name="矩形 95"/>
          <p:cNvSpPr/>
          <p:nvPr userDrawn="1"/>
        </p:nvSpPr>
        <p:spPr>
          <a:xfrm>
            <a:off x="77949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7" name="矩形 96"/>
          <p:cNvSpPr/>
          <p:nvPr userDrawn="1"/>
        </p:nvSpPr>
        <p:spPr>
          <a:xfrm>
            <a:off x="79473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8" name="矩形 97"/>
          <p:cNvSpPr/>
          <p:nvPr userDrawn="1"/>
        </p:nvSpPr>
        <p:spPr>
          <a:xfrm>
            <a:off x="817173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9" name="矩形 98"/>
          <p:cNvSpPr/>
          <p:nvPr userDrawn="1"/>
        </p:nvSpPr>
        <p:spPr>
          <a:xfrm>
            <a:off x="84449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0" name="矩形 99"/>
          <p:cNvSpPr/>
          <p:nvPr userDrawn="1"/>
        </p:nvSpPr>
        <p:spPr>
          <a:xfrm>
            <a:off x="8313300"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1" name="矩形 100"/>
          <p:cNvSpPr/>
          <p:nvPr userDrawn="1"/>
        </p:nvSpPr>
        <p:spPr>
          <a:xfrm>
            <a:off x="85973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2" name="矩形 101"/>
          <p:cNvSpPr/>
          <p:nvPr userDrawn="1"/>
        </p:nvSpPr>
        <p:spPr>
          <a:xfrm>
            <a:off x="87497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矩形 102"/>
          <p:cNvSpPr/>
          <p:nvPr userDrawn="1"/>
        </p:nvSpPr>
        <p:spPr>
          <a:xfrm>
            <a:off x="8969630"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5" name="圖片版面配置區 274"/>
          <p:cNvSpPr>
            <a:spLocks noGrp="1"/>
          </p:cNvSpPr>
          <p:nvPr>
            <p:ph type="pic" sz="quarter" idx="13"/>
          </p:nvPr>
        </p:nvSpPr>
        <p:spPr>
          <a:xfrm>
            <a:off x="0" y="1795463"/>
            <a:ext cx="4622800" cy="2801541"/>
          </a:xfrm>
        </p:spPr>
        <p:txBody>
          <a:bodyPr/>
          <a:lstStyle/>
          <a:p>
            <a:endParaRPr lang="zh-TW" altLang="en-US" dirty="0"/>
          </a:p>
        </p:txBody>
      </p:sp>
      <p:sp>
        <p:nvSpPr>
          <p:cNvPr id="276" name="文字方塊 275"/>
          <p:cNvSpPr txBox="1"/>
          <p:nvPr userDrawn="1"/>
        </p:nvSpPr>
        <p:spPr>
          <a:xfrm>
            <a:off x="264913" y="613305"/>
            <a:ext cx="2768260" cy="923330"/>
          </a:xfrm>
          <a:prstGeom prst="rect">
            <a:avLst/>
          </a:prstGeom>
          <a:noFill/>
        </p:spPr>
        <p:txBody>
          <a:bodyPr wrap="square" rtlCol="0">
            <a:spAutoFit/>
          </a:bodyPr>
          <a:lstStyle/>
          <a:p>
            <a:r>
              <a:rPr lang="en-US" altLang="zh-TW" sz="3600" b="1" dirty="0">
                <a:solidFill>
                  <a:schemeClr val="bg1"/>
                </a:solidFill>
              </a:rPr>
              <a:t>CHAPTER</a:t>
            </a:r>
            <a:r>
              <a:rPr lang="zh-TW" altLang="en-US" sz="3600" b="1" dirty="0">
                <a:solidFill>
                  <a:schemeClr val="bg1"/>
                </a:solidFill>
              </a:rPr>
              <a:t> </a:t>
            </a:r>
            <a:r>
              <a:rPr lang="en-US" altLang="zh-TW" sz="5400" b="1" dirty="0">
                <a:solidFill>
                  <a:schemeClr val="accent5">
                    <a:lumMod val="50000"/>
                  </a:schemeClr>
                </a:solidFill>
              </a:rPr>
              <a:t>04</a:t>
            </a:r>
            <a:endParaRPr lang="zh-TW" altLang="en-US" sz="5400" b="1" dirty="0">
              <a:solidFill>
                <a:schemeClr val="accent5">
                  <a:lumMod val="50000"/>
                </a:schemeClr>
              </a:solidFill>
            </a:endParaRPr>
          </a:p>
        </p:txBody>
      </p:sp>
    </p:spTree>
    <p:extLst>
      <p:ext uri="{BB962C8B-B14F-4D97-AF65-F5344CB8AC3E}">
        <p14:creationId xmlns:p14="http://schemas.microsoft.com/office/powerpoint/2010/main" val="15088197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634604"/>
            <a:ext cx="8229600" cy="857250"/>
          </a:xfrm>
        </p:spPr>
        <p:txBody>
          <a:bodyPr>
            <a:normAutofit/>
          </a:bodyPr>
          <a:lstStyle>
            <a:lvl1pPr>
              <a:defRPr sz="3200">
                <a:solidFill>
                  <a:srgbClr val="C00000"/>
                </a:solidFill>
                <a:latin typeface="微軟正黑體" pitchFamily="34" charset="-120"/>
                <a:ea typeface="微軟正黑體" pitchFamily="34" charset="-120"/>
              </a:defRPr>
            </a:lvl1pPr>
          </a:lstStyle>
          <a:p>
            <a:r>
              <a:rPr lang="zh-TW" altLang="en-US" dirty="0"/>
              <a:t>按一下以編輯母片標題樣式</a:t>
            </a:r>
          </a:p>
        </p:txBody>
      </p:sp>
      <p:sp>
        <p:nvSpPr>
          <p:cNvPr id="3" name="內容版面配置區 2"/>
          <p:cNvSpPr>
            <a:spLocks noGrp="1"/>
          </p:cNvSpPr>
          <p:nvPr>
            <p:ph idx="1"/>
          </p:nvPr>
        </p:nvSpPr>
        <p:spPr>
          <a:xfrm>
            <a:off x="457200" y="1660399"/>
            <a:ext cx="8229600" cy="2934224"/>
          </a:xfrm>
        </p:spPr>
        <p:txBody>
          <a:bodyPr/>
          <a:lstStyle>
            <a:lvl1pPr marL="457200" indent="-457200">
              <a:lnSpc>
                <a:spcPct val="120000"/>
              </a:lnSpc>
              <a:spcBef>
                <a:spcPts val="800"/>
              </a:spcBef>
              <a:buFontTx/>
              <a:buBlip>
                <a:blip r:embed="rId2"/>
              </a:buBlip>
              <a:defRPr sz="2800" b="1">
                <a:latin typeface="微軟正黑體" pitchFamily="34" charset="-120"/>
                <a:ea typeface="微軟正黑體" pitchFamily="34" charset="-120"/>
              </a:defRPr>
            </a:lvl1pPr>
            <a:lvl2pPr marL="914400" indent="-457200">
              <a:lnSpc>
                <a:spcPct val="120000"/>
              </a:lnSpc>
              <a:spcBef>
                <a:spcPts val="800"/>
              </a:spcBef>
              <a:buClr>
                <a:schemeClr val="tx2"/>
              </a:buClr>
              <a:buFont typeface="Wingdings 3" panose="05040102010807070707" pitchFamily="18" charset="2"/>
              <a:buChar char=""/>
              <a:defRPr sz="2600" b="1">
                <a:latin typeface="微軟正黑體" pitchFamily="34" charset="-120"/>
                <a:ea typeface="微軟正黑體" pitchFamily="34" charset="-120"/>
              </a:defRPr>
            </a:lvl2pPr>
            <a:lvl3pPr marL="1257300" indent="-342900">
              <a:lnSpc>
                <a:spcPct val="120000"/>
              </a:lnSpc>
              <a:spcBef>
                <a:spcPts val="800"/>
              </a:spcBef>
              <a:buClr>
                <a:schemeClr val="accent1"/>
              </a:buClr>
              <a:buFont typeface="微軟正黑體" panose="020B0604030504040204" pitchFamily="34" charset="-120"/>
              <a:buChar char="■"/>
              <a:defRPr b="1">
                <a:latin typeface="微軟正黑體" pitchFamily="34" charset="-120"/>
                <a:ea typeface="微軟正黑體" pitchFamily="34" charset="-120"/>
              </a:defRPr>
            </a:lvl3pPr>
            <a:lvl4pPr marL="1371600" indent="0">
              <a:lnSpc>
                <a:spcPct val="120000"/>
              </a:lnSpc>
              <a:spcBef>
                <a:spcPts val="800"/>
              </a:spcBef>
              <a:buNone/>
              <a:defRPr b="1">
                <a:latin typeface="微軟正黑體" pitchFamily="34" charset="-120"/>
                <a:ea typeface="微軟正黑體" pitchFamily="34" charset="-120"/>
              </a:defRPr>
            </a:lvl4pPr>
            <a:lvl5pPr marL="1828800" indent="0">
              <a:lnSpc>
                <a:spcPct val="120000"/>
              </a:lnSpc>
              <a:spcBef>
                <a:spcPts val="800"/>
              </a:spcBef>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6" name="群組 5"/>
          <p:cNvGrpSpPr/>
          <p:nvPr userDrawn="1"/>
        </p:nvGrpSpPr>
        <p:grpSpPr>
          <a:xfrm>
            <a:off x="0" y="0"/>
            <a:ext cx="9198259" cy="622018"/>
            <a:chOff x="0" y="0"/>
            <a:chExt cx="9198259" cy="622018"/>
          </a:xfrm>
        </p:grpSpPr>
        <p:grpSp>
          <p:nvGrpSpPr>
            <p:cNvPr id="5" name="群組 4"/>
            <p:cNvGrpSpPr/>
            <p:nvPr userDrawn="1"/>
          </p:nvGrpSpPr>
          <p:grpSpPr>
            <a:xfrm>
              <a:off x="0" y="0"/>
              <a:ext cx="9144001" cy="546525"/>
              <a:chOff x="0" y="0"/>
              <a:chExt cx="9144001" cy="546525"/>
            </a:xfrm>
          </p:grpSpPr>
          <p:sp>
            <p:nvSpPr>
              <p:cNvPr id="7" name="矩形 6"/>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0" name="矩形 9"/>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 name="矩形 3"/>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pic>
            <p:nvPicPr>
              <p:cNvPr id="16"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8" name="文字方塊 17"/>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200" dirty="0">
                  <a:solidFill>
                    <a:schemeClr val="accent5">
                      <a:lumMod val="20000"/>
                      <a:lumOff val="80000"/>
                    </a:schemeClr>
                  </a:solidFill>
                </a:rPr>
                <a:t>04</a:t>
              </a:r>
              <a:endParaRPr lang="zh-TW" altLang="en-US" sz="2200" dirty="0">
                <a:solidFill>
                  <a:schemeClr val="accent5">
                    <a:lumMod val="20000"/>
                    <a:lumOff val="80000"/>
                  </a:schemeClr>
                </a:solidFill>
              </a:endParaRPr>
            </a:p>
          </p:txBody>
        </p:sp>
      </p:grpSp>
    </p:spTree>
    <p:extLst>
      <p:ext uri="{BB962C8B-B14F-4D97-AF65-F5344CB8AC3E}">
        <p14:creationId xmlns:p14="http://schemas.microsoft.com/office/powerpoint/2010/main" val="16913057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a:xfrm>
            <a:off x="457200" y="884063"/>
            <a:ext cx="8229600" cy="3710560"/>
          </a:xfrm>
        </p:spPr>
        <p:txBody>
          <a:bodyPr/>
          <a:lstStyle>
            <a:lvl1pPr marL="0" indent="0">
              <a:buNone/>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3" name="群組 12"/>
          <p:cNvGrpSpPr/>
          <p:nvPr userDrawn="1"/>
        </p:nvGrpSpPr>
        <p:grpSpPr>
          <a:xfrm>
            <a:off x="0" y="0"/>
            <a:ext cx="9198259" cy="622018"/>
            <a:chOff x="0" y="0"/>
            <a:chExt cx="9198259" cy="622018"/>
          </a:xfrm>
        </p:grpSpPr>
        <p:grpSp>
          <p:nvGrpSpPr>
            <p:cNvPr id="14" name="群組 13"/>
            <p:cNvGrpSpPr/>
            <p:nvPr userDrawn="1"/>
          </p:nvGrpSpPr>
          <p:grpSpPr>
            <a:xfrm>
              <a:off x="0" y="0"/>
              <a:ext cx="9144001" cy="546525"/>
              <a:chOff x="0" y="0"/>
              <a:chExt cx="9144001" cy="546525"/>
            </a:xfrm>
          </p:grpSpPr>
          <p:sp>
            <p:nvSpPr>
              <p:cNvPr id="16" name="矩形 15"/>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sp>
            <p:nvSpPr>
              <p:cNvPr id="17" name="矩形 16"/>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8" name="矩形 17"/>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pic>
            <p:nvPicPr>
              <p:cNvPr id="21"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5" name="文字方塊 14"/>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200" dirty="0">
                  <a:solidFill>
                    <a:schemeClr val="accent5">
                      <a:lumMod val="20000"/>
                      <a:lumOff val="80000"/>
                    </a:schemeClr>
                  </a:solidFill>
                </a:rPr>
                <a:t>04</a:t>
              </a:r>
              <a:endParaRPr lang="zh-TW" altLang="en-US" sz="2200" dirty="0">
                <a:solidFill>
                  <a:schemeClr val="accent5">
                    <a:lumMod val="20000"/>
                    <a:lumOff val="80000"/>
                  </a:schemeClr>
                </a:solidFill>
              </a:endParaRPr>
            </a:p>
          </p:txBody>
        </p:sp>
      </p:grpSp>
    </p:spTree>
    <p:extLst>
      <p:ext uri="{BB962C8B-B14F-4D97-AF65-F5344CB8AC3E}">
        <p14:creationId xmlns:p14="http://schemas.microsoft.com/office/powerpoint/2010/main" val="141575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標題及物件">
    <p:spTree>
      <p:nvGrpSpPr>
        <p:cNvPr id="1" name=""/>
        <p:cNvGrpSpPr/>
        <p:nvPr/>
      </p:nvGrpSpPr>
      <p:grpSpPr>
        <a:xfrm>
          <a:off x="0" y="0"/>
          <a:ext cx="0" cy="0"/>
          <a:chOff x="0" y="0"/>
          <a:chExt cx="0" cy="0"/>
        </a:xfrm>
      </p:grpSpPr>
      <p:sp>
        <p:nvSpPr>
          <p:cNvPr id="13" name="內容版面配置區 2"/>
          <p:cNvSpPr>
            <a:spLocks noGrp="1"/>
          </p:cNvSpPr>
          <p:nvPr>
            <p:ph idx="1"/>
          </p:nvPr>
        </p:nvSpPr>
        <p:spPr>
          <a:xfrm>
            <a:off x="457200" y="850309"/>
            <a:ext cx="8229600" cy="3744314"/>
          </a:xfrm>
        </p:spPr>
        <p:txBody>
          <a:bodyPr/>
          <a:lstStyle>
            <a:lvl1pPr marL="457200" indent="-457200">
              <a:buFontTx/>
              <a:buBlip>
                <a:blip r:embed="rId2"/>
              </a:buBlip>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4" name="群組 13"/>
          <p:cNvGrpSpPr/>
          <p:nvPr userDrawn="1"/>
        </p:nvGrpSpPr>
        <p:grpSpPr>
          <a:xfrm>
            <a:off x="0" y="0"/>
            <a:ext cx="9198259" cy="622018"/>
            <a:chOff x="0" y="0"/>
            <a:chExt cx="9198259" cy="622018"/>
          </a:xfrm>
        </p:grpSpPr>
        <p:grpSp>
          <p:nvGrpSpPr>
            <p:cNvPr id="15" name="群組 14"/>
            <p:cNvGrpSpPr/>
            <p:nvPr userDrawn="1"/>
          </p:nvGrpSpPr>
          <p:grpSpPr>
            <a:xfrm>
              <a:off x="0" y="0"/>
              <a:ext cx="9144001" cy="546525"/>
              <a:chOff x="0" y="0"/>
              <a:chExt cx="9144001" cy="546525"/>
            </a:xfrm>
          </p:grpSpPr>
          <p:sp>
            <p:nvSpPr>
              <p:cNvPr id="17" name="矩形 16"/>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sp>
            <p:nvSpPr>
              <p:cNvPr id="18" name="矩形 1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9" name="矩形 18"/>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pic>
            <p:nvPicPr>
              <p:cNvPr id="22"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6" name="文字方塊 15"/>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200" dirty="0">
                  <a:solidFill>
                    <a:schemeClr val="accent5">
                      <a:lumMod val="20000"/>
                      <a:lumOff val="80000"/>
                    </a:schemeClr>
                  </a:solidFill>
                </a:rPr>
                <a:t>04</a:t>
              </a:r>
              <a:endParaRPr lang="zh-TW" altLang="en-US" sz="2200" dirty="0">
                <a:solidFill>
                  <a:schemeClr val="accent5">
                    <a:lumMod val="20000"/>
                    <a:lumOff val="80000"/>
                  </a:schemeClr>
                </a:solidFill>
              </a:endParaRPr>
            </a:p>
          </p:txBody>
        </p:sp>
      </p:grpSp>
    </p:spTree>
    <p:extLst>
      <p:ext uri="{BB962C8B-B14F-4D97-AF65-F5344CB8AC3E}">
        <p14:creationId xmlns:p14="http://schemas.microsoft.com/office/powerpoint/2010/main" val="2257201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Picture 15"/>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3343616" y="722472"/>
            <a:ext cx="2456765" cy="6341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 name="Picture 13"/>
          <p:cNvPicPr>
            <a:picLocks noChangeAspect="1" noChangeArrowheads="1"/>
          </p:cNvPicPr>
          <p:nvPr userDrawn="1"/>
        </p:nvPicPr>
        <p:blipFill>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rot="487232">
            <a:off x="7757944" y="802232"/>
            <a:ext cx="1038226" cy="8001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userDrawn="1"/>
        </p:nvGrpSpPr>
        <p:grpSpPr>
          <a:xfrm>
            <a:off x="683018" y="771550"/>
            <a:ext cx="1781968" cy="414607"/>
            <a:chOff x="683018" y="1178750"/>
            <a:chExt cx="1781968" cy="414607"/>
          </a:xfrm>
        </p:grpSpPr>
        <p:sp>
          <p:nvSpPr>
            <p:cNvPr id="24" name="橢圓 23"/>
            <p:cNvSpPr/>
            <p:nvPr userDrawn="1"/>
          </p:nvSpPr>
          <p:spPr>
            <a:xfrm>
              <a:off x="683018"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橢圓 24"/>
            <p:cNvSpPr/>
            <p:nvPr userDrawn="1"/>
          </p:nvSpPr>
          <p:spPr>
            <a:xfrm>
              <a:off x="115162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橢圓 25"/>
            <p:cNvSpPr/>
            <p:nvPr userDrawn="1"/>
          </p:nvSpPr>
          <p:spPr>
            <a:xfrm>
              <a:off x="160167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橢圓 26"/>
            <p:cNvSpPr/>
            <p:nvPr userDrawn="1"/>
          </p:nvSpPr>
          <p:spPr>
            <a:xfrm>
              <a:off x="2051720" y="1180091"/>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3" name="文字方塊 22"/>
          <p:cNvSpPr txBox="1"/>
          <p:nvPr userDrawn="1"/>
        </p:nvSpPr>
        <p:spPr>
          <a:xfrm>
            <a:off x="701570" y="789784"/>
            <a:ext cx="2221692" cy="369332"/>
          </a:xfrm>
          <a:prstGeom prst="rect">
            <a:avLst/>
          </a:prstGeom>
          <a:noFill/>
        </p:spPr>
        <p:txBody>
          <a:bodyPr wrap="square" rtlCol="0">
            <a:spAutoFit/>
          </a:bodyPr>
          <a:lstStyle/>
          <a:p>
            <a:r>
              <a:rPr lang="en-US" altLang="zh-TW" b="1" dirty="0">
                <a:solidFill>
                  <a:srgbClr val="C00000"/>
                </a:solidFill>
                <a:latin typeface="微軟正黑體" pitchFamily="34" charset="-120"/>
                <a:ea typeface="微軟正黑體" pitchFamily="34" charset="-120"/>
              </a:rPr>
              <a:t>IT</a:t>
            </a:r>
            <a:r>
              <a:rPr lang="zh-TW" altLang="en-US" b="1" dirty="0">
                <a:solidFill>
                  <a:srgbClr val="C00000"/>
                </a:solidFill>
                <a:latin typeface="微軟正黑體" pitchFamily="34" charset="-120"/>
                <a:ea typeface="微軟正黑體" pitchFamily="34" charset="-120"/>
              </a:rPr>
              <a:t>　專    家    </a:t>
            </a:r>
            <a:endParaRPr lang="en-US" altLang="zh-TW" b="1" dirty="0">
              <a:solidFill>
                <a:srgbClr val="C00000"/>
              </a:solidFill>
              <a:latin typeface="微軟正黑體" pitchFamily="34" charset="-120"/>
              <a:ea typeface="微軟正黑體" pitchFamily="34" charset="-120"/>
            </a:endParaRPr>
          </a:p>
        </p:txBody>
      </p:sp>
      <p:grpSp>
        <p:nvGrpSpPr>
          <p:cNvPr id="46" name="群組 45"/>
          <p:cNvGrpSpPr/>
          <p:nvPr userDrawn="1"/>
        </p:nvGrpSpPr>
        <p:grpSpPr>
          <a:xfrm>
            <a:off x="0" y="0"/>
            <a:ext cx="9198259" cy="591240"/>
            <a:chOff x="0" y="0"/>
            <a:chExt cx="9198259" cy="787347"/>
          </a:xfrm>
        </p:grpSpPr>
        <p:grpSp>
          <p:nvGrpSpPr>
            <p:cNvPr id="47" name="群組 46"/>
            <p:cNvGrpSpPr/>
            <p:nvPr userDrawn="1"/>
          </p:nvGrpSpPr>
          <p:grpSpPr>
            <a:xfrm>
              <a:off x="0" y="0"/>
              <a:ext cx="9144000" cy="728700"/>
              <a:chOff x="0" y="0"/>
              <a:chExt cx="9144000" cy="728700"/>
            </a:xfrm>
          </p:grpSpPr>
          <p:sp>
            <p:nvSpPr>
              <p:cNvPr id="49" name="矩形 48"/>
              <p:cNvSpPr/>
              <p:nvPr userDrawn="1"/>
            </p:nvSpPr>
            <p:spPr>
              <a:xfrm>
                <a:off x="0" y="0"/>
                <a:ext cx="9144000" cy="728700"/>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dirty="0"/>
              </a:p>
            </p:txBody>
          </p:sp>
          <p:pic>
            <p:nvPicPr>
              <p:cNvPr id="50"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96475"/>
                <a:ext cx="323700" cy="42120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矩形 50"/>
              <p:cNvSpPr/>
              <p:nvPr userDrawn="1"/>
            </p:nvSpPr>
            <p:spPr>
              <a:xfrm>
                <a:off x="906573" y="179684"/>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52" name="矩形 51"/>
              <p:cNvSpPr/>
              <p:nvPr userDrawn="1"/>
            </p:nvSpPr>
            <p:spPr>
              <a:xfrm>
                <a:off x="8127395" y="0"/>
                <a:ext cx="1016605" cy="72870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矩形 52"/>
              <p:cNvSpPr/>
              <p:nvPr userDrawn="1"/>
            </p:nvSpPr>
            <p:spPr>
              <a:xfrm>
                <a:off x="7767355" y="388736"/>
                <a:ext cx="1008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p:cNvSpPr/>
              <p:nvPr userDrawn="1"/>
            </p:nvSpPr>
            <p:spPr>
              <a:xfrm>
                <a:off x="7677345" y="517980"/>
                <a:ext cx="1044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8" name="文字方塊 47"/>
            <p:cNvSpPr txBox="1"/>
            <p:nvPr userDrawn="1"/>
          </p:nvSpPr>
          <p:spPr>
            <a:xfrm>
              <a:off x="8073134" y="8609"/>
              <a:ext cx="1125125" cy="778738"/>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000" dirty="0">
                  <a:solidFill>
                    <a:schemeClr val="accent5">
                      <a:lumMod val="20000"/>
                      <a:lumOff val="80000"/>
                    </a:schemeClr>
                  </a:solidFill>
                </a:rPr>
                <a:t>04</a:t>
              </a:r>
              <a:endParaRPr lang="zh-TW" altLang="en-US" sz="2000" dirty="0">
                <a:solidFill>
                  <a:schemeClr val="accent5">
                    <a:lumMod val="20000"/>
                    <a:lumOff val="80000"/>
                  </a:schemeClr>
                </a:solidFill>
              </a:endParaRPr>
            </a:p>
          </p:txBody>
        </p:sp>
      </p:grpSp>
    </p:spTree>
    <p:extLst>
      <p:ext uri="{BB962C8B-B14F-4D97-AF65-F5344CB8AC3E}">
        <p14:creationId xmlns:p14="http://schemas.microsoft.com/office/powerpoint/2010/main" val="3010137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內容版面配置區 2"/>
          <p:cNvSpPr>
            <a:spLocks noGrp="1"/>
          </p:cNvSpPr>
          <p:nvPr>
            <p:ph idx="1"/>
          </p:nvPr>
        </p:nvSpPr>
        <p:spPr>
          <a:xfrm>
            <a:off x="406096" y="1692374"/>
            <a:ext cx="8229600" cy="2668325"/>
          </a:xfrm>
        </p:spPr>
        <p:txBody>
          <a:bodyPr/>
          <a:lstStyle>
            <a:lvl1pPr marL="0" indent="0">
              <a:lnSpc>
                <a:spcPct val="120000"/>
              </a:lnSpc>
              <a:spcBef>
                <a:spcPts val="800"/>
              </a:spcBef>
              <a:buNone/>
              <a:defRPr sz="2400">
                <a:latin typeface="微軟正黑體" pitchFamily="34" charset="-120"/>
                <a:ea typeface="微軟正黑體" pitchFamily="34" charset="-120"/>
              </a:defRPr>
            </a:lvl1pPr>
            <a:lvl2pPr marL="457200" indent="0">
              <a:lnSpc>
                <a:spcPct val="120000"/>
              </a:lnSpc>
              <a:spcBef>
                <a:spcPts val="800"/>
              </a:spcBef>
              <a:buNone/>
              <a:defRPr sz="2400">
                <a:latin typeface="微軟正黑體" pitchFamily="34" charset="-120"/>
                <a:ea typeface="微軟正黑體" pitchFamily="34" charset="-120"/>
              </a:defRPr>
            </a:lvl2pPr>
            <a:lvl3pPr marL="914400" indent="0">
              <a:lnSpc>
                <a:spcPct val="120000"/>
              </a:lnSpc>
              <a:spcBef>
                <a:spcPts val="800"/>
              </a:spcBef>
              <a:buNone/>
              <a:defRPr>
                <a:latin typeface="微軟正黑體" pitchFamily="34" charset="-120"/>
                <a:ea typeface="微軟正黑體" pitchFamily="34" charset="-120"/>
              </a:defRPr>
            </a:lvl3pPr>
            <a:lvl4pPr marL="1371600" indent="0">
              <a:lnSpc>
                <a:spcPct val="120000"/>
              </a:lnSpc>
              <a:spcBef>
                <a:spcPts val="800"/>
              </a:spcBef>
              <a:buNone/>
              <a:defRPr>
                <a:latin typeface="微軟正黑體" pitchFamily="34" charset="-120"/>
                <a:ea typeface="微軟正黑體" pitchFamily="34" charset="-120"/>
              </a:defRPr>
            </a:lvl4pPr>
            <a:lvl5pPr marL="1828800" indent="0">
              <a:lnSpc>
                <a:spcPct val="120000"/>
              </a:lnSpc>
              <a:spcBef>
                <a:spcPts val="800"/>
              </a:spcBef>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7" name="群組 16"/>
          <p:cNvGrpSpPr/>
          <p:nvPr userDrawn="1"/>
        </p:nvGrpSpPr>
        <p:grpSpPr>
          <a:xfrm>
            <a:off x="0" y="0"/>
            <a:ext cx="9144001" cy="546525"/>
            <a:chOff x="0" y="0"/>
            <a:chExt cx="9144001" cy="546525"/>
          </a:xfrm>
        </p:grpSpPr>
        <p:sp>
          <p:nvSpPr>
            <p:cNvPr id="20" name="矩形 19"/>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sp>
          <p:nvSpPr>
            <p:cNvPr id="21" name="矩形 20"/>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22" name="矩形 21"/>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矩形 23"/>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pic>
          <p:nvPicPr>
            <p:cNvPr id="25"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grpSp>
        <p:nvGrpSpPr>
          <p:cNvPr id="26" name="群組 25"/>
          <p:cNvGrpSpPr/>
          <p:nvPr userDrawn="1"/>
        </p:nvGrpSpPr>
        <p:grpSpPr>
          <a:xfrm>
            <a:off x="364973" y="636535"/>
            <a:ext cx="8347487" cy="1080120"/>
            <a:chOff x="364973" y="636535"/>
            <a:chExt cx="8347487" cy="1080120"/>
          </a:xfrm>
        </p:grpSpPr>
        <p:pic>
          <p:nvPicPr>
            <p:cNvPr id="27" name="Picture 14"/>
            <p:cNvPicPr>
              <a:picLocks noChangeAspect="1" noChangeArrowheads="1"/>
            </p:cNvPicPr>
            <p:nvPr userDrawn="1"/>
          </p:nvPicPr>
          <p:blipFill>
            <a:blip r:embed="rId4"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8096036" y="851302"/>
              <a:ext cx="616424" cy="765559"/>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8" name="Picture 3" descr="D:\製作中\02再版書\0558909\資訊小耳朵 圖.png"/>
            <p:cNvPicPr>
              <a:picLocks noChangeAspect="1" noChangeArrowheads="1"/>
            </p:cNvPicPr>
            <p:nvPr userDrawn="1"/>
          </p:nvPicPr>
          <p:blipFill>
            <a:blip r:embed="rId5" cstate="screen">
              <a:extLst>
                <a:ext uri="{28A0092B-C50C-407E-A947-70E740481C1C}">
                  <a14:useLocalDpi xmlns:a14="http://schemas.microsoft.com/office/drawing/2010/main"/>
                </a:ext>
              </a:extLst>
            </a:blip>
            <a:srcRect/>
            <a:stretch>
              <a:fillRect/>
            </a:stretch>
          </p:blipFill>
          <p:spPr bwMode="auto">
            <a:xfrm>
              <a:off x="364973" y="636535"/>
              <a:ext cx="3836948" cy="1080120"/>
            </a:xfrm>
            <a:prstGeom prst="rect">
              <a:avLst/>
            </a:prstGeom>
            <a:noFill/>
            <a:extLst>
              <a:ext uri="{909E8E84-426E-40DD-AFC4-6F175D3DCCD1}">
                <a14:hiddenFill xmlns:a14="http://schemas.microsoft.com/office/drawing/2010/main">
                  <a:solidFill>
                    <a:srgbClr val="FFFFFF"/>
                  </a:solidFill>
                </a14:hiddenFill>
              </a:ext>
            </a:extLst>
          </p:spPr>
        </p:pic>
        <p:sp>
          <p:nvSpPr>
            <p:cNvPr id="29" name="文字方塊 28"/>
            <p:cNvSpPr txBox="1"/>
            <p:nvPr userDrawn="1"/>
          </p:nvSpPr>
          <p:spPr>
            <a:xfrm>
              <a:off x="607663" y="1254990"/>
              <a:ext cx="2794207" cy="461665"/>
            </a:xfrm>
            <a:prstGeom prst="rect">
              <a:avLst/>
            </a:prstGeom>
            <a:noFill/>
          </p:spPr>
          <p:txBody>
            <a:bodyPr wrap="square" rtlCol="0">
              <a:spAutoFit/>
            </a:bodyPr>
            <a:lstStyle/>
            <a:p>
              <a:r>
                <a:rPr lang="zh-TW" altLang="en-US" sz="2400" b="1" dirty="0">
                  <a:solidFill>
                    <a:srgbClr val="C00000"/>
                  </a:solidFill>
                  <a:latin typeface="微軟正黑體" pitchFamily="34" charset="-120"/>
                  <a:ea typeface="微軟正黑體" pitchFamily="34" charset="-120"/>
                </a:rPr>
                <a:t>資    訊    專    欄</a:t>
              </a:r>
              <a:endParaRPr lang="en-US" altLang="zh-TW" sz="2400" b="1" dirty="0">
                <a:solidFill>
                  <a:srgbClr val="C00000"/>
                </a:solidFill>
                <a:latin typeface="微軟正黑體" pitchFamily="34" charset="-120"/>
                <a:ea typeface="微軟正黑體" pitchFamily="34" charset="-120"/>
              </a:endParaRPr>
            </a:p>
          </p:txBody>
        </p:sp>
      </p:grpSp>
      <p:sp>
        <p:nvSpPr>
          <p:cNvPr id="30" name="文字方塊 29"/>
          <p:cNvSpPr txBox="1"/>
          <p:nvPr userDrawn="1"/>
        </p:nvSpPr>
        <p:spPr>
          <a:xfrm>
            <a:off x="8073134" y="6465"/>
            <a:ext cx="1125125" cy="584775"/>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000" dirty="0">
                <a:solidFill>
                  <a:schemeClr val="accent5">
                    <a:lumMod val="20000"/>
                    <a:lumOff val="80000"/>
                  </a:schemeClr>
                </a:solidFill>
              </a:rPr>
              <a:t>04</a:t>
            </a:r>
            <a:endParaRPr lang="zh-TW" altLang="en-US" sz="2000" dirty="0">
              <a:solidFill>
                <a:schemeClr val="accent5">
                  <a:lumMod val="20000"/>
                  <a:lumOff val="80000"/>
                </a:schemeClr>
              </a:solidFill>
            </a:endParaRPr>
          </a:p>
        </p:txBody>
      </p:sp>
    </p:spTree>
    <p:extLst>
      <p:ext uri="{BB962C8B-B14F-4D97-AF65-F5344CB8AC3E}">
        <p14:creationId xmlns:p14="http://schemas.microsoft.com/office/powerpoint/2010/main" val="1541923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6"/>
            <a:ext cx="7772400" cy="1021556"/>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Tree>
    <p:extLst>
      <p:ext uri="{BB962C8B-B14F-4D97-AF65-F5344CB8AC3E}">
        <p14:creationId xmlns:p14="http://schemas.microsoft.com/office/powerpoint/2010/main" val="27187506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144324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27905871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extLst>
      <p:ext uri="{BB962C8B-B14F-4D97-AF65-F5344CB8AC3E}">
        <p14:creationId xmlns:p14="http://schemas.microsoft.com/office/powerpoint/2010/main" val="12524244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91000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1" y="204787"/>
            <a:ext cx="3008313" cy="871538"/>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32489997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12122089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5" name="頁尾版面配置區 4"/>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6" name="投影片編號版面配置區 5"/>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14663518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05979"/>
            <a:ext cx="2057400" cy="4388644"/>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05979"/>
            <a:ext cx="6019800" cy="4388644"/>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75288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TW" altLang="en-US" dirty="0"/>
              <a:t>按一下以編輯母片標題樣式</a:t>
            </a:r>
          </a:p>
        </p:txBody>
      </p:sp>
      <p:sp>
        <p:nvSpPr>
          <p:cNvPr id="3" name="文字版面配置區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1" name="群組 10"/>
          <p:cNvGrpSpPr/>
          <p:nvPr userDrawn="1"/>
        </p:nvGrpSpPr>
        <p:grpSpPr>
          <a:xfrm>
            <a:off x="161510" y="4641980"/>
            <a:ext cx="8691420" cy="450050"/>
            <a:chOff x="161510" y="4616387"/>
            <a:chExt cx="8691420" cy="450050"/>
          </a:xfrm>
        </p:grpSpPr>
        <p:sp>
          <p:nvSpPr>
            <p:cNvPr id="12" name="橢圓 11"/>
            <p:cNvSpPr/>
            <p:nvPr userDrawn="1"/>
          </p:nvSpPr>
          <p:spPr>
            <a:xfrm>
              <a:off x="161510" y="4616387"/>
              <a:ext cx="450050" cy="45005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userDrawn="1"/>
          </p:nvSpPr>
          <p:spPr>
            <a:xfrm>
              <a:off x="296525" y="4616387"/>
              <a:ext cx="450050" cy="450050"/>
            </a:xfrm>
            <a:prstGeom prst="ellipse">
              <a:avLst/>
            </a:prstGeom>
            <a:solidFill>
              <a:schemeClr val="accent5">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4" name="Picture 2" descr="D:\桌面\logo.png"/>
            <p:cNvPicPr>
              <a:picLocks noChangeAspect="1" noChangeArrowheads="1"/>
            </p:cNvPicPr>
            <p:nvPr userDrawn="1"/>
          </p:nvPicPr>
          <p:blipFill>
            <a:blip r:embed="rId17" cstate="screen">
              <a:extLst>
                <a:ext uri="{28A0092B-C50C-407E-A947-70E740481C1C}">
                  <a14:useLocalDpi xmlns:a14="http://schemas.microsoft.com/office/drawing/2010/main"/>
                </a:ext>
              </a:extLst>
            </a:blip>
            <a:srcRect/>
            <a:stretch>
              <a:fillRect/>
            </a:stretch>
          </p:blipFill>
          <p:spPr bwMode="auto">
            <a:xfrm>
              <a:off x="926595" y="4777015"/>
              <a:ext cx="610257" cy="180000"/>
            </a:xfrm>
            <a:prstGeom prst="rect">
              <a:avLst/>
            </a:prstGeom>
            <a:noFill/>
            <a:extLst>
              <a:ext uri="{909E8E84-426E-40DD-AFC4-6F175D3DCCD1}">
                <a14:hiddenFill xmlns:a14="http://schemas.microsoft.com/office/drawing/2010/main">
                  <a:solidFill>
                    <a:srgbClr val="FFFFFF"/>
                  </a:solidFill>
                </a14:hiddenFill>
              </a:ext>
            </a:extLst>
          </p:spPr>
        </p:pic>
        <p:sp>
          <p:nvSpPr>
            <p:cNvPr id="15" name="動作按鈕: 上一項 14">
              <a:hlinkClick r:id="" action="ppaction://hlinkshowjump?jump=previousslide" highlightClick="1"/>
            </p:cNvPr>
            <p:cNvSpPr/>
            <p:nvPr userDrawn="1"/>
          </p:nvSpPr>
          <p:spPr>
            <a:xfrm>
              <a:off x="7452320" y="4642869"/>
              <a:ext cx="360000" cy="360000"/>
            </a:xfrm>
            <a:prstGeom prst="actionButtonBackPrevious">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動作按鈕: 首頁 15">
              <a:hlinkClick r:id="" action="ppaction://hlinkshowjump?jump=firstslide" highlightClick="1"/>
            </p:cNvPr>
            <p:cNvSpPr/>
            <p:nvPr userDrawn="1"/>
          </p:nvSpPr>
          <p:spPr>
            <a:xfrm>
              <a:off x="7992380" y="4642869"/>
              <a:ext cx="360000" cy="360000"/>
            </a:xfrm>
            <a:prstGeom prst="actionButtonHome">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動作按鈕: 下一項 16">
              <a:hlinkClick r:id="" action="ppaction://hlinkshowjump?jump=nextslide" highlightClick="1"/>
            </p:cNvPr>
            <p:cNvSpPr/>
            <p:nvPr userDrawn="1"/>
          </p:nvSpPr>
          <p:spPr>
            <a:xfrm>
              <a:off x="8492930" y="4641980"/>
              <a:ext cx="360000" cy="360000"/>
            </a:xfrm>
            <a:prstGeom prst="actionButtonForwardNext">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8" name="文字方塊 17"/>
          <p:cNvSpPr txBox="1"/>
          <p:nvPr userDrawn="1"/>
        </p:nvSpPr>
        <p:spPr>
          <a:xfrm>
            <a:off x="251521" y="4694752"/>
            <a:ext cx="585065" cy="369332"/>
          </a:xfrm>
          <a:prstGeom prst="rect">
            <a:avLst/>
          </a:prstGeom>
          <a:noFill/>
        </p:spPr>
        <p:txBody>
          <a:bodyPr wrap="square" rtlCol="0">
            <a:spAutoFit/>
          </a:bodyPr>
          <a:lstStyle/>
          <a:p>
            <a:fld id="{8B089E88-AE65-4CA2-BA11-4B6DC14C3389}" type="slidenum">
              <a:rPr lang="zh-TW" altLang="en-US" smtClean="0">
                <a:solidFill>
                  <a:schemeClr val="bg1"/>
                </a:solidFill>
              </a:rPr>
              <a:t>‹#›</a:t>
            </a:fld>
            <a:endParaRPr lang="zh-TW" altLang="en-US" dirty="0">
              <a:solidFill>
                <a:schemeClr val="bg1"/>
              </a:solidFill>
            </a:endParaRPr>
          </a:p>
        </p:txBody>
      </p:sp>
    </p:spTree>
    <p:extLst>
      <p:ext uri="{BB962C8B-B14F-4D97-AF65-F5344CB8AC3E}">
        <p14:creationId xmlns:p14="http://schemas.microsoft.com/office/powerpoint/2010/main" val="1289035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63" r:id="rId4"/>
    <p:sldLayoutId id="2147483664" r:id="rId5"/>
    <p:sldLayoutId id="2147483662"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p:hf hdr="0" ftr="0" dt="0"/>
  <p:txStyles>
    <p:titleStyle>
      <a:lvl1pPr algn="ctr" defTabSz="914400" rtl="0" eaLnBrk="1" latinLnBrk="0" hangingPunct="1">
        <a:spcBef>
          <a:spcPct val="0"/>
        </a:spcBef>
        <a:buNone/>
        <a:defRPr sz="4400" b="1" kern="1200">
          <a:solidFill>
            <a:schemeClr val="tx1"/>
          </a:solidFill>
          <a:latin typeface="微軟正黑體" pitchFamily="34" charset="-120"/>
          <a:ea typeface="微軟正黑體" pitchFamily="34" charset="-120"/>
          <a:cs typeface="+mj-cs"/>
        </a:defRPr>
      </a:lvl1pPr>
    </p:titleStyle>
    <p:bodyStyle>
      <a:lvl1pPr marL="342900" indent="-342900" algn="l" defTabSz="914400" rtl="0" eaLnBrk="1" latinLnBrk="0" hangingPunct="1">
        <a:spcBef>
          <a:spcPct val="20000"/>
        </a:spcBef>
        <a:buFont typeface="Arial" pitchFamily="34" charset="0"/>
        <a:buChar char="•"/>
        <a:defRPr sz="2800" b="1" kern="1200">
          <a:solidFill>
            <a:schemeClr val="tx1"/>
          </a:solidFill>
          <a:latin typeface="微軟正黑體" pitchFamily="34" charset="-120"/>
          <a:ea typeface="微軟正黑體" pitchFamily="34" charset="-120"/>
          <a:cs typeface="+mn-cs"/>
        </a:defRPr>
      </a:lvl1pPr>
      <a:lvl2pPr marL="742950" indent="-285750" algn="l" defTabSz="914400" rtl="0" eaLnBrk="1" latinLnBrk="0" hangingPunct="1">
        <a:spcBef>
          <a:spcPct val="20000"/>
        </a:spcBef>
        <a:buFont typeface="Arial" pitchFamily="34" charset="0"/>
        <a:buChar char="–"/>
        <a:defRPr sz="2600" b="1" kern="1200">
          <a:solidFill>
            <a:schemeClr val="tx1"/>
          </a:solidFill>
          <a:latin typeface="微軟正黑體" pitchFamily="34" charset="-120"/>
          <a:ea typeface="微軟正黑體" pitchFamily="34" charset="-120"/>
          <a:cs typeface="+mn-cs"/>
        </a:defRPr>
      </a:lvl2pPr>
      <a:lvl3pPr marL="1143000" indent="-228600" algn="l" defTabSz="914400" rtl="0" eaLnBrk="1" latinLnBrk="0" hangingPunct="1">
        <a:spcBef>
          <a:spcPct val="20000"/>
        </a:spcBef>
        <a:buFont typeface="Arial" pitchFamily="34" charset="0"/>
        <a:buChar char="•"/>
        <a:defRPr sz="2400" b="1" kern="1200">
          <a:solidFill>
            <a:schemeClr val="tx1"/>
          </a:solidFill>
          <a:latin typeface="微軟正黑體" pitchFamily="34" charset="-120"/>
          <a:ea typeface="微軟正黑體" pitchFamily="34" charset="-120"/>
          <a:cs typeface="+mn-cs"/>
        </a:defRPr>
      </a:lvl3pPr>
      <a:lvl4pPr marL="1600200" indent="-228600" algn="l" defTabSz="914400" rtl="0" eaLnBrk="1" latinLnBrk="0" hangingPunct="1">
        <a:spcBef>
          <a:spcPct val="20000"/>
        </a:spcBef>
        <a:buFont typeface="Arial" pitchFamily="34" charset="0"/>
        <a:buChar char="–"/>
        <a:defRPr sz="2000" b="1" kern="1200">
          <a:solidFill>
            <a:schemeClr val="tx1"/>
          </a:solidFill>
          <a:latin typeface="微軟正黑體" pitchFamily="34" charset="-120"/>
          <a:ea typeface="微軟正黑體" pitchFamily="34" charset="-120"/>
          <a:cs typeface="+mn-cs"/>
        </a:defRPr>
      </a:lvl4pPr>
      <a:lvl5pPr marL="2057400" indent="-228600" algn="l" defTabSz="914400" rtl="0" eaLnBrk="1" latinLnBrk="0" hangingPunct="1">
        <a:spcBef>
          <a:spcPct val="20000"/>
        </a:spcBef>
        <a:buFont typeface="Arial" pitchFamily="34" charset="0"/>
        <a:buChar char="»"/>
        <a:defRPr sz="1800" b="1" kern="1200">
          <a:solidFill>
            <a:schemeClr val="tx1"/>
          </a:solidFill>
          <a:latin typeface="微軟正黑體" pitchFamily="34" charset="-120"/>
          <a:ea typeface="微軟正黑體" pitchFamily="34" charset="-120"/>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40.xml"/><Relationship Id="rId3" Type="http://schemas.openxmlformats.org/officeDocument/2006/relationships/slide" Target="slide2.xml"/><Relationship Id="rId7" Type="http://schemas.openxmlformats.org/officeDocument/2006/relationships/slide" Target="slide126.xml"/><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slide" Target="slide105.xml"/><Relationship Id="rId11" Type="http://schemas.openxmlformats.org/officeDocument/2006/relationships/image" Target="../media/image10.jpeg"/><Relationship Id="rId5" Type="http://schemas.openxmlformats.org/officeDocument/2006/relationships/slide" Target="slide63.xml"/><Relationship Id="rId10" Type="http://schemas.openxmlformats.org/officeDocument/2006/relationships/image" Target="../media/image9.jpeg"/><Relationship Id="rId4" Type="http://schemas.openxmlformats.org/officeDocument/2006/relationships/slide" Target="slide21.xml"/><Relationship Id="rId9" Type="http://schemas.openxmlformats.org/officeDocument/2006/relationships/slide" Target="slide1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slide" Target="slide21.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3.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 Target="slide22.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slide" Target="slide22.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4.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slide" Target="slide21.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slide" Target="slide21.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slide" Target="slide21.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slide" Target="slide2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slide" Target="slide21.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71.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slide" Target="slide70.xm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slide" Target="slide70.xm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slide" Target="slide70.xml"/><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9.xml"/><Relationship Id="rId7" Type="http://schemas.openxmlformats.org/officeDocument/2006/relationships/slide" Target="slide70.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86.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slide" Target="slide70.xml"/><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slide" Target="slide70.xml"/><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slide" Target="slide7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slide" Target="slide140.xml"/><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147.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slide" Target="slide140.xml"/><Relationship Id="rId2" Type="http://schemas.openxmlformats.org/officeDocument/2006/relationships/image" Target="../media/image58.emf"/><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slide" Target="slide140.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65.tif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9" name="直線接點 28"/>
          <p:cNvCxnSpPr/>
          <p:nvPr/>
        </p:nvCxnSpPr>
        <p:spPr>
          <a:xfrm>
            <a:off x="3157953" y="1507862"/>
            <a:ext cx="5779532" cy="0"/>
          </a:xfrm>
          <a:prstGeom prst="line">
            <a:avLst/>
          </a:prstGeom>
          <a:ln w="76200">
            <a:solidFill>
              <a:schemeClr val="bg2">
                <a:lumMod val="25000"/>
              </a:schemeClr>
            </a:solidFill>
            <a:prstDash val="solid"/>
            <a:headEnd type="oval" w="med" len="med"/>
            <a:tailEnd type="oval" w="med" len="med"/>
          </a:ln>
        </p:spPr>
        <p:style>
          <a:lnRef idx="1">
            <a:schemeClr val="accent1"/>
          </a:lnRef>
          <a:fillRef idx="0">
            <a:schemeClr val="accent1"/>
          </a:fillRef>
          <a:effectRef idx="0">
            <a:schemeClr val="accent1"/>
          </a:effectRef>
          <a:fontRef idx="minor">
            <a:schemeClr val="tx1"/>
          </a:fontRef>
        </p:style>
      </p:cxnSp>
      <p:pic>
        <p:nvPicPr>
          <p:cNvPr id="2050" name="Picture 2" descr="D:\製作中\02再版書\0558909\章首頁\note.pn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5093204" y="1487350"/>
            <a:ext cx="3790950" cy="3334940"/>
          </a:xfrm>
          <a:prstGeom prst="rect">
            <a:avLst/>
          </a:prstGeom>
          <a:noFill/>
          <a:extLst>
            <a:ext uri="{909E8E84-426E-40DD-AFC4-6F175D3DCCD1}">
              <a14:hiddenFill xmlns:a14="http://schemas.microsoft.com/office/drawing/2010/main">
                <a:solidFill>
                  <a:srgbClr val="FFFFFF"/>
                </a:solidFill>
              </a14:hiddenFill>
            </a:ext>
          </a:extLst>
        </p:spPr>
      </p:pic>
      <p:sp>
        <p:nvSpPr>
          <p:cNvPr id="7" name="標題 6"/>
          <p:cNvSpPr>
            <a:spLocks noGrp="1"/>
          </p:cNvSpPr>
          <p:nvPr>
            <p:ph type="ctrTitle"/>
          </p:nvPr>
        </p:nvSpPr>
        <p:spPr>
          <a:xfrm>
            <a:off x="3157954" y="782801"/>
            <a:ext cx="5476465" cy="704549"/>
          </a:xfrm>
        </p:spPr>
        <p:txBody>
          <a:bodyPr/>
          <a:lstStyle/>
          <a:p>
            <a:r>
              <a:rPr lang="zh-TW" altLang="en-US" dirty="0"/>
              <a:t>作業系統</a:t>
            </a:r>
          </a:p>
        </p:txBody>
      </p:sp>
      <p:sp>
        <p:nvSpPr>
          <p:cNvPr id="3" name="矩形 2"/>
          <p:cNvSpPr/>
          <p:nvPr/>
        </p:nvSpPr>
        <p:spPr>
          <a:xfrm>
            <a:off x="5374295" y="1792831"/>
            <a:ext cx="2465740" cy="2949910"/>
          </a:xfrm>
          <a:prstGeom prst="rect">
            <a:avLst/>
          </a:prstGeom>
        </p:spPr>
        <p:txBody>
          <a:bodyPr wrap="none">
            <a:spAutoFit/>
          </a:bodyPr>
          <a:lstStyle/>
          <a:p>
            <a:pPr>
              <a:lnSpc>
                <a:spcPct val="150000"/>
              </a:lnSpc>
            </a:pPr>
            <a:r>
              <a:rPr lang="en-US" altLang="zh-TW" b="1" dirty="0">
                <a:solidFill>
                  <a:schemeClr val="tx1">
                    <a:lumMod val="75000"/>
                    <a:lumOff val="25000"/>
                  </a:schemeClr>
                </a:solidFill>
                <a:latin typeface="微軟正黑體" pitchFamily="34" charset="-120"/>
                <a:ea typeface="微軟正黑體" pitchFamily="34" charset="-120"/>
                <a:hlinkClick r:id="rId3" action="ppaction://hlinksldjump"/>
              </a:rPr>
              <a:t>4-1 </a:t>
            </a:r>
            <a:r>
              <a:rPr lang="zh-TW" altLang="en-US" b="1" dirty="0">
                <a:solidFill>
                  <a:schemeClr val="tx1">
                    <a:lumMod val="75000"/>
                    <a:lumOff val="25000"/>
                  </a:schemeClr>
                </a:solidFill>
                <a:latin typeface="微軟正黑體" pitchFamily="34" charset="-120"/>
                <a:ea typeface="微軟正黑體" pitchFamily="34" charset="-120"/>
                <a:hlinkClick r:id="rId3" action="ppaction://hlinksldjump"/>
              </a:rPr>
              <a:t>作業系統簡介</a:t>
            </a:r>
            <a:endParaRPr lang="en-US" altLang="zh-TW"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b="1" dirty="0">
                <a:solidFill>
                  <a:schemeClr val="tx1">
                    <a:lumMod val="75000"/>
                    <a:lumOff val="25000"/>
                  </a:schemeClr>
                </a:solidFill>
                <a:latin typeface="微軟正黑體" pitchFamily="34" charset="-120"/>
                <a:ea typeface="微軟正黑體" pitchFamily="34" charset="-120"/>
                <a:hlinkClick r:id="rId4" action="ppaction://hlinksldjump"/>
              </a:rPr>
              <a:t>4-2 </a:t>
            </a:r>
            <a:r>
              <a:rPr lang="zh-TW" altLang="en-US" b="1" dirty="0">
                <a:solidFill>
                  <a:schemeClr val="tx1">
                    <a:lumMod val="75000"/>
                    <a:lumOff val="25000"/>
                  </a:schemeClr>
                </a:solidFill>
                <a:latin typeface="微軟正黑體" pitchFamily="34" charset="-120"/>
                <a:ea typeface="微軟正黑體" pitchFamily="34" charset="-120"/>
                <a:hlinkClick r:id="rId4" action="ppaction://hlinksldjump"/>
              </a:rPr>
              <a:t>各類作業系統</a:t>
            </a:r>
            <a:endParaRPr lang="en-US" altLang="zh-TW"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b="1" dirty="0">
                <a:solidFill>
                  <a:schemeClr val="tx1">
                    <a:lumMod val="75000"/>
                    <a:lumOff val="25000"/>
                  </a:schemeClr>
                </a:solidFill>
                <a:latin typeface="微軟正黑體" pitchFamily="34" charset="-120"/>
                <a:ea typeface="微軟正黑體" pitchFamily="34" charset="-120"/>
                <a:hlinkClick r:id="rId5" action="ppaction://hlinksldjump"/>
              </a:rPr>
              <a:t>4-3 CPU</a:t>
            </a:r>
            <a:r>
              <a:rPr lang="zh-TW" altLang="en-US" b="1" dirty="0">
                <a:solidFill>
                  <a:schemeClr val="tx1">
                    <a:lumMod val="75000"/>
                    <a:lumOff val="25000"/>
                  </a:schemeClr>
                </a:solidFill>
                <a:latin typeface="微軟正黑體" pitchFamily="34" charset="-120"/>
                <a:ea typeface="微軟正黑體" pitchFamily="34" charset="-120"/>
                <a:hlinkClick r:id="rId5" action="ppaction://hlinksldjump"/>
              </a:rPr>
              <a:t>排班</a:t>
            </a:r>
            <a:endParaRPr lang="en-US" altLang="zh-TW"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b="1" dirty="0">
                <a:solidFill>
                  <a:schemeClr val="tx1">
                    <a:lumMod val="75000"/>
                    <a:lumOff val="25000"/>
                  </a:schemeClr>
                </a:solidFill>
                <a:latin typeface="微軟正黑體" pitchFamily="34" charset="-120"/>
                <a:ea typeface="微軟正黑體" pitchFamily="34" charset="-120"/>
                <a:hlinkClick r:id="rId6" action="ppaction://hlinksldjump"/>
              </a:rPr>
              <a:t>4-4 </a:t>
            </a:r>
            <a:r>
              <a:rPr lang="zh-TW" altLang="en-US" b="1" dirty="0">
                <a:solidFill>
                  <a:schemeClr val="tx1">
                    <a:lumMod val="75000"/>
                    <a:lumOff val="25000"/>
                  </a:schemeClr>
                </a:solidFill>
                <a:latin typeface="微軟正黑體" pitchFamily="34" charset="-120"/>
                <a:ea typeface="微軟正黑體" pitchFamily="34" charset="-120"/>
                <a:hlinkClick r:id="rId6" action="ppaction://hlinksldjump"/>
              </a:rPr>
              <a:t>記憶體管理</a:t>
            </a:r>
            <a:endParaRPr lang="en-US" altLang="zh-TW"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b="1" dirty="0">
                <a:solidFill>
                  <a:schemeClr val="tx1">
                    <a:lumMod val="75000"/>
                    <a:lumOff val="25000"/>
                  </a:schemeClr>
                </a:solidFill>
                <a:latin typeface="微軟正黑體" pitchFamily="34" charset="-120"/>
                <a:ea typeface="微軟正黑體" pitchFamily="34" charset="-120"/>
                <a:hlinkClick r:id="rId7" action="ppaction://hlinksldjump"/>
              </a:rPr>
              <a:t>4-5 </a:t>
            </a:r>
            <a:r>
              <a:rPr lang="zh-TW" altLang="en-US" b="1" dirty="0">
                <a:solidFill>
                  <a:schemeClr val="tx1">
                    <a:lumMod val="75000"/>
                    <a:lumOff val="25000"/>
                  </a:schemeClr>
                </a:solidFill>
                <a:latin typeface="微軟正黑體" pitchFamily="34" charset="-120"/>
                <a:ea typeface="微軟正黑體" pitchFamily="34" charset="-120"/>
                <a:hlinkClick r:id="rId7" action="ppaction://hlinksldjump"/>
              </a:rPr>
              <a:t>檔案系統</a:t>
            </a:r>
            <a:endParaRPr lang="en-US" altLang="zh-TW"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b="1" dirty="0">
                <a:solidFill>
                  <a:schemeClr val="tx1">
                    <a:lumMod val="75000"/>
                    <a:lumOff val="25000"/>
                  </a:schemeClr>
                </a:solidFill>
                <a:latin typeface="微軟正黑體" pitchFamily="34" charset="-120"/>
                <a:ea typeface="微軟正黑體" pitchFamily="34" charset="-120"/>
                <a:hlinkClick r:id="rId8" action="ppaction://hlinksldjump"/>
              </a:rPr>
              <a:t>4-6 </a:t>
            </a:r>
            <a:r>
              <a:rPr lang="zh-TW" altLang="en-US" b="1" dirty="0">
                <a:solidFill>
                  <a:schemeClr val="tx1">
                    <a:lumMod val="75000"/>
                    <a:lumOff val="25000"/>
                  </a:schemeClr>
                </a:solidFill>
                <a:latin typeface="微軟正黑體" pitchFamily="34" charset="-120"/>
                <a:ea typeface="微軟正黑體" pitchFamily="34" charset="-120"/>
                <a:hlinkClick r:id="rId8" action="ppaction://hlinksldjump"/>
              </a:rPr>
              <a:t>熱門作業系統介紹</a:t>
            </a:r>
            <a:endParaRPr lang="en-US" altLang="zh-TW"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b="1" dirty="0">
                <a:solidFill>
                  <a:schemeClr val="tx1">
                    <a:lumMod val="75000"/>
                    <a:lumOff val="25000"/>
                  </a:schemeClr>
                </a:solidFill>
                <a:latin typeface="微軟正黑體" pitchFamily="34" charset="-120"/>
                <a:ea typeface="微軟正黑體" pitchFamily="34" charset="-120"/>
                <a:hlinkClick r:id="rId9" action="ppaction://hlinksldjump"/>
              </a:rPr>
              <a:t>4-7 </a:t>
            </a:r>
            <a:r>
              <a:rPr lang="zh-TW" altLang="en-US" b="1" dirty="0">
                <a:solidFill>
                  <a:schemeClr val="tx1">
                    <a:lumMod val="75000"/>
                    <a:lumOff val="25000"/>
                  </a:schemeClr>
                </a:solidFill>
                <a:latin typeface="微軟正黑體" pitchFamily="34" charset="-120"/>
                <a:ea typeface="微軟正黑體" pitchFamily="34" charset="-120"/>
                <a:hlinkClick r:id="rId9" action="ppaction://hlinksldjump"/>
              </a:rPr>
              <a:t>行動裝置作業系統</a:t>
            </a:r>
            <a:endParaRPr lang="en-US" altLang="zh-TW" b="1" dirty="0">
              <a:solidFill>
                <a:schemeClr val="tx1">
                  <a:lumMod val="75000"/>
                  <a:lumOff val="25000"/>
                </a:schemeClr>
              </a:solidFill>
              <a:latin typeface="微軟正黑體" pitchFamily="34" charset="-120"/>
              <a:ea typeface="微軟正黑體" pitchFamily="34" charset="-120"/>
            </a:endParaRPr>
          </a:p>
        </p:txBody>
      </p:sp>
      <p:pic>
        <p:nvPicPr>
          <p:cNvPr id="10" name="Picture 4"/>
          <p:cNvPicPr>
            <a:picLocks noChangeAspect="1" noChangeArrowheads="1"/>
          </p:cNvPicPr>
          <p:nvPr/>
        </p:nvPicPr>
        <p:blipFill>
          <a:blip r:embed="rId10" cstate="screen">
            <a:extLst>
              <a:ext uri="{28A0092B-C50C-407E-A947-70E740481C1C}">
                <a14:useLocalDpi xmlns:a14="http://schemas.microsoft.com/office/drawing/2010/main"/>
              </a:ext>
            </a:extLst>
          </a:blip>
          <a:stretch>
            <a:fillRect/>
          </a:stretch>
        </p:blipFill>
        <p:spPr bwMode="auto">
          <a:xfrm>
            <a:off x="871637" y="2006228"/>
            <a:ext cx="3192509" cy="2217697"/>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2" name="Picture 4"/>
          <p:cNvPicPr>
            <a:picLocks noChangeAspect="1" noChangeArrowheads="1"/>
          </p:cNvPicPr>
          <p:nvPr/>
        </p:nvPicPr>
        <p:blipFill>
          <a:blip r:embed="rId10" cstate="screen">
            <a:extLst>
              <a:ext uri="{28A0092B-C50C-407E-A947-70E740481C1C}">
                <a14:useLocalDpi xmlns:a14="http://schemas.microsoft.com/office/drawing/2010/main"/>
              </a:ext>
            </a:extLst>
          </a:blip>
          <a:stretch>
            <a:fillRect/>
          </a:stretch>
        </p:blipFill>
        <p:spPr bwMode="auto">
          <a:xfrm rot="21401888">
            <a:off x="883524" y="2212756"/>
            <a:ext cx="3192509" cy="2217697"/>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3" name="Picture 4"/>
          <p:cNvPicPr>
            <a:picLocks noChangeAspect="1" noChangeArrowheads="1"/>
          </p:cNvPicPr>
          <p:nvPr/>
        </p:nvPicPr>
        <p:blipFill>
          <a:blip r:embed="rId11" cstate="screen">
            <a:extLst>
              <a:ext uri="{28A0092B-C50C-407E-A947-70E740481C1C}">
                <a14:useLocalDpi xmlns:a14="http://schemas.microsoft.com/office/drawing/2010/main"/>
              </a:ext>
            </a:extLst>
          </a:blip>
          <a:stretch>
            <a:fillRect/>
          </a:stretch>
        </p:blipFill>
        <p:spPr bwMode="auto">
          <a:xfrm rot="21077218">
            <a:off x="1666839" y="2449415"/>
            <a:ext cx="2217697" cy="2217697"/>
          </a:xfrm>
          <a:prstGeom prst="rect">
            <a:avLst/>
          </a:prstGeom>
          <a:noFill/>
          <a:ln w="57150">
            <a:solidFill>
              <a:schemeClr val="bg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643748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4-1 </a:t>
            </a:r>
            <a:r>
              <a:rPr lang="zh-TW" altLang="en-US" dirty="0"/>
              <a:t>作業系統簡介</a:t>
            </a:r>
          </a:p>
        </p:txBody>
      </p:sp>
      <p:sp>
        <p:nvSpPr>
          <p:cNvPr id="5" name="內容版面配置區 4"/>
          <p:cNvSpPr>
            <a:spLocks noGrp="1"/>
          </p:cNvSpPr>
          <p:nvPr>
            <p:ph idx="1"/>
          </p:nvPr>
        </p:nvSpPr>
        <p:spPr/>
        <p:txBody>
          <a:bodyPr>
            <a:normAutofit/>
          </a:bodyPr>
          <a:lstStyle/>
          <a:p>
            <a:r>
              <a:rPr lang="zh-TW" altLang="en-US" dirty="0"/>
              <a:t>作業系統是一個程式，負責管理電腦裡的硬體及周邊設備，扮演介於使用者與電腦硬體的中間人。</a:t>
            </a:r>
            <a:endParaRPr lang="en-US" altLang="zh-TW" dirty="0"/>
          </a:p>
          <a:p>
            <a:r>
              <a:rPr lang="zh-TW" altLang="en-US" dirty="0"/>
              <a:t>提供使用者一個方便又有效率的環境，使其能夠執行程式。</a:t>
            </a:r>
            <a:endParaRPr lang="en-US" altLang="zh-TW" dirty="0"/>
          </a:p>
          <a:p>
            <a:endParaRPr lang="zh-TW" altLang="en-US" dirty="0"/>
          </a:p>
        </p:txBody>
      </p:sp>
    </p:spTree>
    <p:extLst>
      <p:ext uri="{BB962C8B-B14F-4D97-AF65-F5344CB8AC3E}">
        <p14:creationId xmlns:p14="http://schemas.microsoft.com/office/powerpoint/2010/main" val="10686022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4-1 </a:t>
            </a:r>
            <a:r>
              <a:rPr lang="zh-TW" altLang="en-US"/>
              <a:t>作業系統簡介</a:t>
            </a:r>
            <a:endParaRPr lang="zh-TW" altLang="en-US" dirty="0"/>
          </a:p>
        </p:txBody>
      </p:sp>
      <p:sp>
        <p:nvSpPr>
          <p:cNvPr id="3" name="內容版面配置區 2"/>
          <p:cNvSpPr>
            <a:spLocks noGrp="1"/>
          </p:cNvSpPr>
          <p:nvPr>
            <p:ph idx="1"/>
          </p:nvPr>
        </p:nvSpPr>
        <p:spPr/>
        <p:txBody>
          <a:bodyPr/>
          <a:lstStyle/>
          <a:p>
            <a:r>
              <a:rPr lang="zh-TW" altLang="en-US"/>
              <a:t>電腦系統大致可分為：</a:t>
            </a:r>
            <a:endParaRPr lang="en-US" altLang="zh-TW"/>
          </a:p>
          <a:p>
            <a:pPr lvl="1"/>
            <a:r>
              <a:rPr lang="zh-TW" altLang="en-US"/>
              <a:t>硬體</a:t>
            </a:r>
            <a:r>
              <a:rPr lang="en-US" altLang="zh-TW"/>
              <a:t>(</a:t>
            </a:r>
            <a:r>
              <a:rPr lang="zh-TW" altLang="en-US"/>
              <a:t>微處理器、記憶體及輸出入設備</a:t>
            </a:r>
            <a:r>
              <a:rPr lang="en-US" altLang="zh-TW"/>
              <a:t>)</a:t>
            </a:r>
          </a:p>
          <a:p>
            <a:pPr lvl="1"/>
            <a:r>
              <a:rPr lang="zh-TW" altLang="en-US"/>
              <a:t>作業系統</a:t>
            </a:r>
            <a:endParaRPr lang="en-US" altLang="zh-TW"/>
          </a:p>
          <a:p>
            <a:pPr lvl="1"/>
            <a:r>
              <a:rPr lang="zh-TW" altLang="en-US"/>
              <a:t>應用軟體</a:t>
            </a:r>
            <a:r>
              <a:rPr lang="en-US" altLang="zh-TW"/>
              <a:t>(</a:t>
            </a:r>
            <a:r>
              <a:rPr lang="zh-TW" altLang="en-US"/>
              <a:t>常用文書處理軟體、電玩、系統程式等</a:t>
            </a:r>
            <a:r>
              <a:rPr lang="en-US" altLang="zh-TW"/>
              <a:t>)</a:t>
            </a:r>
          </a:p>
          <a:p>
            <a:pPr lvl="1"/>
            <a:r>
              <a:rPr lang="zh-TW" altLang="en-US"/>
              <a:t>使用者</a:t>
            </a:r>
            <a:r>
              <a:rPr lang="en-US" altLang="zh-TW"/>
              <a:t>(</a:t>
            </a:r>
            <a:r>
              <a:rPr lang="zh-TW" altLang="en-US"/>
              <a:t>人或其他電腦</a:t>
            </a:r>
            <a:r>
              <a:rPr lang="en-US" altLang="zh-TW"/>
              <a:t>)</a:t>
            </a:r>
          </a:p>
          <a:p>
            <a:endParaRPr lang="zh-TW" altLang="en-US" dirty="0"/>
          </a:p>
        </p:txBody>
      </p:sp>
    </p:spTree>
    <p:extLst>
      <p:ext uri="{BB962C8B-B14F-4D97-AF65-F5344CB8AC3E}">
        <p14:creationId xmlns:p14="http://schemas.microsoft.com/office/powerpoint/2010/main" val="354165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716906" y="4471047"/>
            <a:ext cx="1800493" cy="369332"/>
          </a:xfrm>
          <a:prstGeom prst="rect">
            <a:avLst/>
          </a:prstGeom>
          <a:solidFill>
            <a:srgbClr val="002060"/>
          </a:solidFill>
        </p:spPr>
        <p:txBody>
          <a:bodyPr wrap="none">
            <a:spAutoFit/>
          </a:bodyPr>
          <a:lstStyle/>
          <a:p>
            <a:r>
              <a:rPr lang="zh-TW" altLang="en-US" b="1" dirty="0">
                <a:solidFill>
                  <a:schemeClr val="bg1"/>
                </a:solidFill>
                <a:latin typeface="微軟正黑體" pitchFamily="34" charset="-120"/>
                <a:ea typeface="微軟正黑體" pitchFamily="34" charset="-120"/>
              </a:rPr>
              <a:t>電腦系統的架構</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1660" y="566752"/>
            <a:ext cx="6435715" cy="376019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33224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a:t>4-1 </a:t>
            </a:r>
            <a:r>
              <a:rPr lang="zh-TW" altLang="en-US"/>
              <a:t>作業系統簡介</a:t>
            </a:r>
            <a:endParaRPr lang="zh-TW" altLang="en-US" dirty="0"/>
          </a:p>
        </p:txBody>
      </p:sp>
      <p:sp>
        <p:nvSpPr>
          <p:cNvPr id="4" name="內容版面配置區 3"/>
          <p:cNvSpPr>
            <a:spLocks noGrp="1"/>
          </p:cNvSpPr>
          <p:nvPr>
            <p:ph idx="1"/>
          </p:nvPr>
        </p:nvSpPr>
        <p:spPr/>
        <p:txBody>
          <a:bodyPr>
            <a:normAutofit fontScale="85000" lnSpcReduction="10000"/>
          </a:bodyPr>
          <a:lstStyle/>
          <a:p>
            <a:r>
              <a:rPr lang="zh-TW" altLang="en-US" dirty="0"/>
              <a:t>對</a:t>
            </a:r>
            <a:r>
              <a:rPr lang="zh-TW" altLang="en-US" dirty="0">
                <a:solidFill>
                  <a:srgbClr val="C00000"/>
                </a:solidFill>
              </a:rPr>
              <a:t>大型系統</a:t>
            </a:r>
            <a:r>
              <a:rPr lang="zh-TW" altLang="en-US" dirty="0"/>
              <a:t>而言：為了提供諸多使用者同時使用，作業系統必須著眼於效能方面的考量，分配好使用資源。</a:t>
            </a:r>
            <a:endParaRPr lang="en-US" altLang="zh-TW" dirty="0"/>
          </a:p>
          <a:p>
            <a:r>
              <a:rPr lang="zh-TW" altLang="en-US" dirty="0"/>
              <a:t>對</a:t>
            </a:r>
            <a:r>
              <a:rPr lang="zh-TW" altLang="en-US" dirty="0">
                <a:solidFill>
                  <a:srgbClr val="C00000"/>
                </a:solidFill>
              </a:rPr>
              <a:t>個人電腦</a:t>
            </a:r>
            <a:r>
              <a:rPr lang="zh-TW" altLang="en-US" dirty="0"/>
              <a:t>而言：由於大部分的情況</a:t>
            </a:r>
            <a:br>
              <a:rPr lang="en-US" altLang="zh-TW" dirty="0"/>
            </a:br>
            <a:r>
              <a:rPr lang="zh-TW" altLang="en-US" dirty="0"/>
              <a:t>都是電腦由單一使用者掌控，因此，</a:t>
            </a:r>
            <a:br>
              <a:rPr lang="en-US" altLang="zh-TW" dirty="0"/>
            </a:br>
            <a:r>
              <a:rPr lang="zh-TW" altLang="en-US" dirty="0"/>
              <a:t>除了必須考量效能之外，資源分配就</a:t>
            </a:r>
            <a:br>
              <a:rPr lang="en-US" altLang="zh-TW" dirty="0"/>
            </a:br>
            <a:r>
              <a:rPr lang="zh-TW" altLang="en-US" dirty="0"/>
              <a:t>顯得比較不重要。</a:t>
            </a:r>
          </a:p>
        </p:txBody>
      </p:sp>
      <p:pic>
        <p:nvPicPr>
          <p:cNvPr id="5" name="圖片 4"/>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6970183" y="2642709"/>
            <a:ext cx="1805417" cy="1805417"/>
          </a:xfrm>
          <a:prstGeom prst="rect">
            <a:avLst/>
          </a:prstGeom>
        </p:spPr>
      </p:pic>
    </p:spTree>
    <p:extLst>
      <p:ext uri="{BB962C8B-B14F-4D97-AF65-F5344CB8AC3E}">
        <p14:creationId xmlns:p14="http://schemas.microsoft.com/office/powerpoint/2010/main" val="23407590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4-1 </a:t>
            </a:r>
            <a:r>
              <a:rPr lang="zh-TW" altLang="en-US" dirty="0"/>
              <a:t>作業系統簡介</a:t>
            </a:r>
          </a:p>
        </p:txBody>
      </p:sp>
      <p:sp>
        <p:nvSpPr>
          <p:cNvPr id="4" name="內容版面配置區 3"/>
          <p:cNvSpPr>
            <a:spLocks noGrp="1"/>
          </p:cNvSpPr>
          <p:nvPr>
            <p:ph idx="1"/>
          </p:nvPr>
        </p:nvSpPr>
        <p:spPr/>
        <p:txBody>
          <a:bodyPr>
            <a:normAutofit/>
          </a:bodyPr>
          <a:lstStyle/>
          <a:p>
            <a:r>
              <a:rPr lang="zh-TW" altLang="en-US" dirty="0">
                <a:solidFill>
                  <a:srgbClr val="C00000"/>
                </a:solidFill>
              </a:rPr>
              <a:t>容易使用</a:t>
            </a:r>
            <a:r>
              <a:rPr lang="en-US" altLang="zh-TW" dirty="0"/>
              <a:t>(user friendly)</a:t>
            </a:r>
            <a:r>
              <a:rPr lang="zh-TW" altLang="en-US" dirty="0"/>
              <a:t>，讓使用者很快上手。</a:t>
            </a:r>
            <a:endParaRPr lang="en-US" altLang="zh-TW" dirty="0"/>
          </a:p>
          <a:p>
            <a:r>
              <a:rPr lang="zh-TW" altLang="en-US" dirty="0"/>
              <a:t>為了提供使用者親切的</a:t>
            </a:r>
            <a:br>
              <a:rPr lang="en-US" altLang="zh-TW" dirty="0"/>
            </a:br>
            <a:r>
              <a:rPr lang="zh-TW" altLang="en-US" dirty="0"/>
              <a:t>介面，只好犧牲一點效</a:t>
            </a:r>
            <a:br>
              <a:rPr lang="en-US" altLang="zh-TW" dirty="0"/>
            </a:br>
            <a:r>
              <a:rPr lang="zh-TW" altLang="en-US" dirty="0"/>
              <a:t>能來供應</a:t>
            </a:r>
            <a:r>
              <a:rPr lang="zh-TW" altLang="en-US" dirty="0">
                <a:solidFill>
                  <a:srgbClr val="C00000"/>
                </a:solidFill>
              </a:rPr>
              <a:t>圖形化介面</a:t>
            </a:r>
            <a:br>
              <a:rPr lang="en-US" altLang="zh-TW" dirty="0">
                <a:solidFill>
                  <a:srgbClr val="C00000"/>
                </a:solidFill>
              </a:rPr>
            </a:br>
            <a:r>
              <a:rPr lang="en-US" altLang="zh-TW" dirty="0"/>
              <a:t>(GUI)</a:t>
            </a:r>
            <a:r>
              <a:rPr lang="zh-TW" altLang="en-US" dirty="0"/>
              <a:t>。</a:t>
            </a:r>
          </a:p>
        </p:txBody>
      </p:sp>
      <p:pic>
        <p:nvPicPr>
          <p:cNvPr id="5" name="Picture 2" descr="http://static4.ithome.com.tw/sites/default/files/styles/picture_size_large/public/field/image/windows10_3.jpg?itok=rnSifSbA"/>
          <p:cNvPicPr>
            <a:picLocks noChangeAspect="1" noChangeArrowheads="1"/>
          </p:cNvPicPr>
          <p:nvPr/>
        </p:nvPicPr>
        <p:blipFill rotWithShape="1">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5022050" y="2301720"/>
            <a:ext cx="3346508" cy="2157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7325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4-1 </a:t>
            </a:r>
            <a:r>
              <a:rPr lang="zh-TW" altLang="en-US" dirty="0"/>
              <a:t>作業系統簡介</a:t>
            </a:r>
          </a:p>
        </p:txBody>
      </p:sp>
      <p:sp>
        <p:nvSpPr>
          <p:cNvPr id="4" name="內容版面配置區 3"/>
          <p:cNvSpPr>
            <a:spLocks noGrp="1"/>
          </p:cNvSpPr>
          <p:nvPr>
            <p:ph idx="1"/>
          </p:nvPr>
        </p:nvSpPr>
        <p:spPr/>
        <p:txBody>
          <a:bodyPr>
            <a:normAutofit/>
          </a:bodyPr>
          <a:lstStyle/>
          <a:p>
            <a:r>
              <a:rPr lang="zh-TW" altLang="en-US" dirty="0"/>
              <a:t>對硬體而言，作業系統是直接接觸的程式，須負責</a:t>
            </a:r>
            <a:r>
              <a:rPr lang="zh-TW" altLang="en-US" u="sng" dirty="0"/>
              <a:t>分配資源</a:t>
            </a:r>
            <a:r>
              <a:rPr lang="zh-TW" altLang="en-US" dirty="0"/>
              <a:t>給有需要的應用程式及使用者。</a:t>
            </a:r>
            <a:endParaRPr lang="en-US" altLang="zh-TW" dirty="0"/>
          </a:p>
          <a:p>
            <a:r>
              <a:rPr lang="zh-TW" altLang="en-US" dirty="0"/>
              <a:t>作業程式應防止因使用者執行程式而導致的錯誤或不正確操作的發生。</a:t>
            </a:r>
            <a:endParaRPr lang="en-US" altLang="zh-TW" dirty="0"/>
          </a:p>
          <a:p>
            <a:endParaRPr lang="en-US" altLang="zh-TW" dirty="0"/>
          </a:p>
        </p:txBody>
      </p:sp>
    </p:spTree>
    <p:extLst>
      <p:ext uri="{BB962C8B-B14F-4D97-AF65-F5344CB8AC3E}">
        <p14:creationId xmlns:p14="http://schemas.microsoft.com/office/powerpoint/2010/main" val="18034878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4-1 </a:t>
            </a:r>
            <a:r>
              <a:rPr lang="zh-TW" altLang="en-US"/>
              <a:t>作業系統簡介</a:t>
            </a:r>
            <a:endParaRPr lang="zh-TW" altLang="en-US" dirty="0"/>
          </a:p>
        </p:txBody>
      </p:sp>
      <p:sp>
        <p:nvSpPr>
          <p:cNvPr id="3" name="內容版面配置區 2"/>
          <p:cNvSpPr>
            <a:spLocks noGrp="1"/>
          </p:cNvSpPr>
          <p:nvPr>
            <p:ph idx="1"/>
          </p:nvPr>
        </p:nvSpPr>
        <p:spPr/>
        <p:txBody>
          <a:bodyPr/>
          <a:lstStyle/>
          <a:p>
            <a:r>
              <a:rPr lang="zh-TW" altLang="en-US" dirty="0"/>
              <a:t>不同程式使用到的資源及控制若有交集的部分，應由作業系統來負責。</a:t>
            </a:r>
            <a:endParaRPr lang="en-US" altLang="zh-TW" dirty="0"/>
          </a:p>
          <a:p>
            <a:r>
              <a:rPr lang="zh-TW" altLang="en-US" dirty="0">
                <a:solidFill>
                  <a:srgbClr val="C00000"/>
                </a:solidFill>
              </a:rPr>
              <a:t>作業系統</a:t>
            </a:r>
            <a:r>
              <a:rPr lang="zh-TW" altLang="en-US" dirty="0"/>
              <a:t>是一個在電腦內部隨時都在執行的</a:t>
            </a:r>
            <a:r>
              <a:rPr lang="zh-TW" altLang="en-US" dirty="0">
                <a:solidFill>
                  <a:srgbClr val="C00000"/>
                </a:solidFill>
              </a:rPr>
              <a:t>核心程式</a:t>
            </a:r>
            <a:r>
              <a:rPr lang="en-US" altLang="zh-TW" dirty="0"/>
              <a:t>(kernel)</a:t>
            </a:r>
            <a:r>
              <a:rPr lang="zh-TW" altLang="en-US" dirty="0"/>
              <a:t>，其他則歸類為</a:t>
            </a:r>
            <a:r>
              <a:rPr lang="zh-TW" altLang="en-US" dirty="0">
                <a:solidFill>
                  <a:srgbClr val="C00000"/>
                </a:solidFill>
              </a:rPr>
              <a:t>應用程式</a:t>
            </a:r>
            <a:r>
              <a:rPr lang="zh-TW" altLang="en-US" dirty="0"/>
              <a:t>。</a:t>
            </a:r>
          </a:p>
          <a:p>
            <a:endParaRPr lang="zh-TW" altLang="en-US" dirty="0"/>
          </a:p>
        </p:txBody>
      </p:sp>
    </p:spTree>
    <p:extLst>
      <p:ext uri="{BB962C8B-B14F-4D97-AF65-F5344CB8AC3E}">
        <p14:creationId xmlns:p14="http://schemas.microsoft.com/office/powerpoint/2010/main" val="27660879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4-1 </a:t>
            </a:r>
            <a:r>
              <a:rPr lang="zh-TW" altLang="en-US" dirty="0"/>
              <a:t>作業系統簡介</a:t>
            </a:r>
          </a:p>
        </p:txBody>
      </p:sp>
      <p:sp>
        <p:nvSpPr>
          <p:cNvPr id="4" name="內容版面配置區 3"/>
          <p:cNvSpPr>
            <a:spLocks noGrp="1"/>
          </p:cNvSpPr>
          <p:nvPr>
            <p:ph idx="1"/>
          </p:nvPr>
        </p:nvSpPr>
        <p:spPr/>
        <p:txBody>
          <a:bodyPr>
            <a:normAutofit fontScale="92500" lnSpcReduction="10000"/>
          </a:bodyPr>
          <a:lstStyle/>
          <a:p>
            <a:r>
              <a:rPr lang="zh-TW" altLang="en-US" dirty="0"/>
              <a:t>整個作業系統是一群程式的集合，其中最重要的部分，就是常駐在記憶體的核心程式。</a:t>
            </a:r>
            <a:endParaRPr lang="en-US" altLang="zh-TW" dirty="0"/>
          </a:p>
          <a:p>
            <a:r>
              <a:rPr lang="zh-TW" altLang="en-US" dirty="0"/>
              <a:t>核心程式負責把其他部分的作業系統</a:t>
            </a:r>
            <a:r>
              <a:rPr lang="en-US" altLang="zh-TW" dirty="0"/>
              <a:t>(</a:t>
            </a:r>
            <a:r>
              <a:rPr lang="zh-TW" altLang="en-US" dirty="0"/>
              <a:t>非常駐程式</a:t>
            </a:r>
            <a:r>
              <a:rPr lang="en-US" altLang="zh-TW" dirty="0"/>
              <a:t>)</a:t>
            </a:r>
            <a:r>
              <a:rPr lang="zh-TW" altLang="en-US" dirty="0"/>
              <a:t>，在必要時從磁碟中載入至記憶體中。</a:t>
            </a:r>
            <a:endParaRPr lang="en-US" altLang="zh-TW" dirty="0"/>
          </a:p>
          <a:p>
            <a:r>
              <a:rPr lang="zh-TW" altLang="en-US" dirty="0"/>
              <a:t>當按下電腦電源時，核心程式就負責把其他作業</a:t>
            </a:r>
            <a:br>
              <a:rPr lang="en-US" altLang="zh-TW" dirty="0"/>
            </a:br>
            <a:r>
              <a:rPr lang="zh-TW" altLang="en-US" dirty="0"/>
              <a:t>系統載入到記憶體中，此過程稱為</a:t>
            </a:r>
            <a:r>
              <a:rPr lang="zh-TW" altLang="en-US" dirty="0">
                <a:solidFill>
                  <a:srgbClr val="C00000"/>
                </a:solidFill>
              </a:rPr>
              <a:t>開機</a:t>
            </a:r>
            <a:r>
              <a:rPr lang="en-US" altLang="zh-TW" dirty="0"/>
              <a:t>(boot)</a:t>
            </a:r>
            <a:r>
              <a:rPr lang="zh-TW" altLang="en-US" dirty="0"/>
              <a:t>。</a:t>
            </a:r>
          </a:p>
        </p:txBody>
      </p:sp>
    </p:spTree>
    <p:extLst>
      <p:ext uri="{BB962C8B-B14F-4D97-AF65-F5344CB8AC3E}">
        <p14:creationId xmlns:p14="http://schemas.microsoft.com/office/powerpoint/2010/main" val="19490595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836586" y="3659684"/>
            <a:ext cx="7610475" cy="461665"/>
          </a:xfrm>
          <a:prstGeom prst="rect">
            <a:avLst/>
          </a:prstGeom>
          <a:solidFill>
            <a:srgbClr val="002060"/>
          </a:solidFill>
        </p:spPr>
        <p:txBody>
          <a:bodyPr wrap="square">
            <a:spAutoFit/>
          </a:bodyPr>
          <a:lstStyle/>
          <a:p>
            <a:pPr algn="ctr"/>
            <a:r>
              <a:rPr lang="zh-TW" altLang="en-US" sz="2400" b="1" dirty="0">
                <a:solidFill>
                  <a:schemeClr val="bg1"/>
                </a:solidFill>
                <a:latin typeface="微軟正黑體" pitchFamily="34" charset="-120"/>
                <a:ea typeface="微軟正黑體" pitchFamily="34" charset="-120"/>
              </a:rPr>
              <a:t>核心程式從磁碟中將非常駐的作業系統載入到記憶體</a:t>
            </a:r>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05916" y="861560"/>
            <a:ext cx="5072794" cy="2612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16562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dirty="0"/>
              <a:t>作業系統負責的工作</a:t>
            </a:r>
          </a:p>
        </p:txBody>
      </p:sp>
      <p:grpSp>
        <p:nvGrpSpPr>
          <p:cNvPr id="19" name="组合 11"/>
          <p:cNvGrpSpPr>
            <a:grpSpLocks/>
          </p:cNvGrpSpPr>
          <p:nvPr/>
        </p:nvGrpSpPr>
        <p:grpSpPr bwMode="auto">
          <a:xfrm>
            <a:off x="2401601" y="1577333"/>
            <a:ext cx="4409653" cy="3227539"/>
            <a:chOff x="5697232" y="1567389"/>
            <a:chExt cx="4720835" cy="4597915"/>
          </a:xfrm>
        </p:grpSpPr>
        <p:grpSp>
          <p:nvGrpSpPr>
            <p:cNvPr id="20" name="组合 12"/>
            <p:cNvGrpSpPr>
              <a:grpSpLocks/>
            </p:cNvGrpSpPr>
            <p:nvPr/>
          </p:nvGrpSpPr>
          <p:grpSpPr bwMode="auto">
            <a:xfrm>
              <a:off x="5740822" y="1567389"/>
              <a:ext cx="4677245" cy="4597915"/>
              <a:chOff x="513871" y="2189173"/>
              <a:chExt cx="4677245" cy="4597915"/>
            </a:xfrm>
          </p:grpSpPr>
          <p:sp>
            <p:nvSpPr>
              <p:cNvPr id="26" name="Ellipse 11"/>
              <p:cNvSpPr/>
              <p:nvPr/>
            </p:nvSpPr>
            <p:spPr>
              <a:xfrm>
                <a:off x="1829068" y="3601719"/>
                <a:ext cx="2015959" cy="2015655"/>
              </a:xfrm>
              <a:prstGeom prst="ellipse">
                <a:avLst/>
              </a:prstGeom>
              <a:gradFill flip="none" rotWithShape="1">
                <a:gsLst>
                  <a:gs pos="0">
                    <a:schemeClr val="accent1">
                      <a:lumMod val="60000"/>
                      <a:lumOff val="40000"/>
                      <a:shade val="30000"/>
                      <a:satMod val="115000"/>
                    </a:schemeClr>
                  </a:gs>
                  <a:gs pos="50000">
                    <a:schemeClr val="accent1">
                      <a:lumMod val="60000"/>
                      <a:lumOff val="40000"/>
                      <a:shade val="67500"/>
                      <a:satMod val="115000"/>
                    </a:schemeClr>
                  </a:gs>
                  <a:gs pos="100000">
                    <a:schemeClr val="accent1">
                      <a:lumMod val="60000"/>
                      <a:lumOff val="40000"/>
                      <a:shade val="100000"/>
                      <a:satMod val="115000"/>
                    </a:schemeClr>
                  </a:gs>
                </a:gsLst>
                <a:lin ang="16200000" scaled="1"/>
                <a:tileRect/>
              </a:gradFill>
              <a:ln w="317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anchor="ctr"/>
              <a:lstStyle/>
              <a:p>
                <a:pPr algn="ctr" fontAlgn="auto">
                  <a:spcBef>
                    <a:spcPts val="0"/>
                  </a:spcBef>
                  <a:spcAft>
                    <a:spcPts val="0"/>
                  </a:spcAft>
                  <a:defRPr/>
                </a:pPr>
                <a:r>
                  <a:rPr lang="zh-TW" altLang="en-US" sz="2000" b="1" dirty="0">
                    <a:latin typeface="微軟正黑體" pitchFamily="34" charset="-120"/>
                    <a:ea typeface="微軟正黑體" pitchFamily="34" charset="-120"/>
                  </a:rPr>
                  <a:t>作業系統</a:t>
                </a:r>
                <a:endParaRPr lang="zh-CN" altLang="en-US" sz="2000" b="1" dirty="0">
                  <a:solidFill>
                    <a:schemeClr val="bg1"/>
                  </a:solidFill>
                  <a:latin typeface="微軟正黑體" pitchFamily="34" charset="-120"/>
                  <a:ea typeface="微軟正黑體" pitchFamily="34" charset="-120"/>
                </a:endParaRPr>
              </a:p>
            </p:txBody>
          </p:sp>
          <p:grpSp>
            <p:nvGrpSpPr>
              <p:cNvPr id="27" name="Groupe 6"/>
              <p:cNvGrpSpPr>
                <a:grpSpLocks/>
              </p:cNvGrpSpPr>
              <p:nvPr/>
            </p:nvGrpSpPr>
            <p:grpSpPr bwMode="auto">
              <a:xfrm>
                <a:off x="513871" y="2189173"/>
                <a:ext cx="4677245" cy="4597915"/>
                <a:chOff x="1891684" y="1021838"/>
                <a:chExt cx="5346684" cy="5256000"/>
              </a:xfrm>
            </p:grpSpPr>
            <p:sp>
              <p:nvSpPr>
                <p:cNvPr id="28" name="Ellipse 1"/>
                <p:cNvSpPr>
                  <a:spLocks/>
                </p:cNvSpPr>
                <p:nvPr/>
              </p:nvSpPr>
              <p:spPr bwMode="auto">
                <a:xfrm>
                  <a:off x="3449603" y="1021838"/>
                  <a:ext cx="2203944" cy="1810269"/>
                </a:xfrm>
                <a:custGeom>
                  <a:avLst/>
                  <a:gdLst/>
                  <a:ahLst/>
                  <a:cxnLst>
                    <a:cxn ang="0">
                      <a:pos x="1354519" y="0"/>
                    </a:cxn>
                    <a:cxn ang="0">
                      <a:pos x="2709038" y="1354519"/>
                    </a:cxn>
                    <a:cxn ang="0">
                      <a:pos x="2391532" y="2225141"/>
                    </a:cxn>
                    <a:cxn ang="0">
                      <a:pos x="1370947" y="1844825"/>
                    </a:cxn>
                    <a:cxn ang="0">
                      <a:pos x="576781" y="2063055"/>
                    </a:cxn>
                    <a:cxn ang="0">
                      <a:pos x="16605" y="1555988"/>
                    </a:cxn>
                    <a:cxn ang="0">
                      <a:pos x="0" y="1354519"/>
                    </a:cxn>
                    <a:cxn ang="0">
                      <a:pos x="1354519" y="0"/>
                    </a:cxn>
                  </a:cxnLst>
                  <a:rect l="0" t="0" r="r" b="b"/>
                  <a:pathLst>
                    <a:path w="2709038" h="2225141">
                      <a:moveTo>
                        <a:pt x="1354519" y="0"/>
                      </a:moveTo>
                      <a:cubicBezTo>
                        <a:pt x="2102599" y="0"/>
                        <a:pt x="2709038" y="606439"/>
                        <a:pt x="2709038" y="1354519"/>
                      </a:cubicBezTo>
                      <a:cubicBezTo>
                        <a:pt x="2709038" y="1686182"/>
                        <a:pt x="2589836" y="1990004"/>
                        <a:pt x="2391532" y="2225141"/>
                      </a:cubicBezTo>
                      <a:cubicBezTo>
                        <a:pt x="2118271" y="1987777"/>
                        <a:pt x="1761303" y="1844825"/>
                        <a:pt x="1370947" y="1844825"/>
                      </a:cubicBezTo>
                      <a:cubicBezTo>
                        <a:pt x="1080693" y="1844825"/>
                        <a:pt x="808899" y="1923861"/>
                        <a:pt x="576781" y="2063055"/>
                      </a:cubicBezTo>
                      <a:cubicBezTo>
                        <a:pt x="446805" y="1848102"/>
                        <a:pt x="254756" y="1670088"/>
                        <a:pt x="16605" y="1555988"/>
                      </a:cubicBezTo>
                      <a:cubicBezTo>
                        <a:pt x="5092" y="1490427"/>
                        <a:pt x="0" y="1423068"/>
                        <a:pt x="0" y="1354519"/>
                      </a:cubicBezTo>
                      <a:cubicBezTo>
                        <a:pt x="0" y="606439"/>
                        <a:pt x="606439" y="0"/>
                        <a:pt x="1354519" y="0"/>
                      </a:cubicBezTo>
                      <a:close/>
                    </a:path>
                  </a:pathLst>
                </a:custGeom>
                <a:gradFill rotWithShape="1">
                  <a:gsLst>
                    <a:gs pos="0">
                      <a:srgbClr val="537712"/>
                    </a:gs>
                    <a:gs pos="50000">
                      <a:srgbClr val="7AAD1F"/>
                    </a:gs>
                    <a:gs pos="100000">
                      <a:srgbClr val="92CE27"/>
                    </a:gs>
                  </a:gsLst>
                  <a:lin ang="16200000" scaled="1"/>
                </a:gradFill>
                <a:ln w="38100" cap="flat" cmpd="sng" algn="ctr">
                  <a:solidFill>
                    <a:schemeClr val="bg1"/>
                  </a:solidFill>
                  <a:prstDash val="solid"/>
                  <a:round/>
                  <a:headEnd type="none" w="med" len="med"/>
                  <a:tailEnd type="none" w="med" len="med"/>
                </a:ln>
              </p:spPr>
              <p:txBody>
                <a:bodyPr/>
                <a:lstStyle/>
                <a:p>
                  <a:endParaRPr lang="zh-CN" altLang="en-US">
                    <a:latin typeface="微軟正黑體" pitchFamily="34" charset="-120"/>
                    <a:ea typeface="微軟正黑體" pitchFamily="34" charset="-120"/>
                  </a:endParaRPr>
                </a:p>
              </p:txBody>
            </p:sp>
            <p:sp>
              <p:nvSpPr>
                <p:cNvPr id="29" name="Ellipse 2"/>
                <p:cNvSpPr>
                  <a:spLocks/>
                </p:cNvSpPr>
                <p:nvPr/>
              </p:nvSpPr>
              <p:spPr bwMode="auto">
                <a:xfrm rot="1602816">
                  <a:off x="5245384" y="2203403"/>
                  <a:ext cx="1992984" cy="2198981"/>
                </a:xfrm>
                <a:custGeom>
                  <a:avLst/>
                  <a:gdLst/>
                  <a:ahLst/>
                  <a:cxnLst>
                    <a:cxn ang="0">
                      <a:pos x="449568" y="163483"/>
                    </a:cxn>
                    <a:cxn ang="0">
                      <a:pos x="1095212" y="0"/>
                    </a:cxn>
                    <a:cxn ang="0">
                      <a:pos x="2449731" y="1354519"/>
                    </a:cxn>
                    <a:cxn ang="0">
                      <a:pos x="1216034" y="2702937"/>
                    </a:cxn>
                    <a:cxn ang="0">
                      <a:pos x="1053489" y="2115701"/>
                    </a:cxn>
                    <a:cxn ang="0">
                      <a:pos x="33278" y="1301846"/>
                    </a:cxn>
                    <a:cxn ang="0">
                      <a:pos x="0" y="559782"/>
                    </a:cxn>
                    <a:cxn ang="0">
                      <a:pos x="449568" y="163483"/>
                    </a:cxn>
                  </a:cxnLst>
                  <a:rect l="0" t="0" r="r" b="b"/>
                  <a:pathLst>
                    <a:path w="2449731" h="2702937">
                      <a:moveTo>
                        <a:pt x="449568" y="163483"/>
                      </a:moveTo>
                      <a:cubicBezTo>
                        <a:pt x="641494" y="59222"/>
                        <a:pt x="861437" y="0"/>
                        <a:pt x="1095212" y="0"/>
                      </a:cubicBezTo>
                      <a:cubicBezTo>
                        <a:pt x="1843292" y="0"/>
                        <a:pt x="2449731" y="606439"/>
                        <a:pt x="2449731" y="1354519"/>
                      </a:cubicBezTo>
                      <a:cubicBezTo>
                        <a:pt x="2449731" y="2061857"/>
                        <a:pt x="1907549" y="2642562"/>
                        <a:pt x="1216034" y="2702937"/>
                      </a:cubicBezTo>
                      <a:cubicBezTo>
                        <a:pt x="1201866" y="2504104"/>
                        <a:pt x="1148670" y="2304837"/>
                        <a:pt x="1053489" y="2115701"/>
                      </a:cubicBezTo>
                      <a:cubicBezTo>
                        <a:pt x="840207" y="1691888"/>
                        <a:pt x="460456" y="1407066"/>
                        <a:pt x="33278" y="1301846"/>
                      </a:cubicBezTo>
                      <a:cubicBezTo>
                        <a:pt x="92387" y="1061969"/>
                        <a:pt x="83747" y="804960"/>
                        <a:pt x="0" y="559782"/>
                      </a:cubicBezTo>
                      <a:cubicBezTo>
                        <a:pt x="117373" y="395872"/>
                        <a:pt x="271398" y="260271"/>
                        <a:pt x="449568" y="163483"/>
                      </a:cubicBezTo>
                      <a:close/>
                    </a:path>
                  </a:pathLst>
                </a:custGeom>
                <a:gradFill rotWithShape="1">
                  <a:gsLst>
                    <a:gs pos="0">
                      <a:srgbClr val="9B8700"/>
                    </a:gs>
                    <a:gs pos="50000">
                      <a:srgbClr val="E0C300"/>
                    </a:gs>
                    <a:gs pos="100000">
                      <a:srgbClr val="FFE800"/>
                    </a:gs>
                  </a:gsLst>
                  <a:lin ang="18900000" scaled="1"/>
                </a:gradFill>
                <a:ln w="38100" cap="flat" cmpd="sng" algn="ctr">
                  <a:solidFill>
                    <a:schemeClr val="bg1"/>
                  </a:solidFill>
                  <a:prstDash val="solid"/>
                  <a:round/>
                  <a:headEnd type="none" w="med" len="med"/>
                  <a:tailEnd type="none" w="med" len="med"/>
                </a:ln>
              </p:spPr>
              <p:txBody>
                <a:bodyPr/>
                <a:lstStyle/>
                <a:p>
                  <a:endParaRPr lang="zh-CN" altLang="en-US">
                    <a:latin typeface="微軟正黑體" pitchFamily="34" charset="-120"/>
                    <a:ea typeface="微軟正黑體" pitchFamily="34" charset="-120"/>
                  </a:endParaRPr>
                </a:p>
              </p:txBody>
            </p:sp>
            <p:sp>
              <p:nvSpPr>
                <p:cNvPr id="30" name="Ellipse 4"/>
                <p:cNvSpPr>
                  <a:spLocks/>
                </p:cNvSpPr>
                <p:nvPr/>
              </p:nvSpPr>
              <p:spPr bwMode="auto">
                <a:xfrm rot="558114">
                  <a:off x="4468344" y="4240599"/>
                  <a:ext cx="2200599" cy="2037239"/>
                </a:xfrm>
                <a:custGeom>
                  <a:avLst/>
                  <a:gdLst/>
                  <a:ahLst/>
                  <a:cxnLst>
                    <a:cxn ang="0">
                      <a:pos x="1367525" y="32468"/>
                    </a:cxn>
                    <a:cxn ang="0">
                      <a:pos x="2064244" y="0"/>
                    </a:cxn>
                    <a:cxn ang="0">
                      <a:pos x="2704926" y="1149607"/>
                    </a:cxn>
                    <a:cxn ang="0">
                      <a:pos x="1350407" y="2504127"/>
                    </a:cxn>
                    <a:cxn ang="0">
                      <a:pos x="0" y="1231039"/>
                    </a:cxn>
                    <a:cxn ang="0">
                      <a:pos x="97064" y="1220133"/>
                    </a:cxn>
                    <a:cxn ang="0">
                      <a:pos x="1367525" y="32468"/>
                    </a:cxn>
                  </a:cxnLst>
                  <a:rect l="0" t="0" r="r" b="b"/>
                  <a:pathLst>
                    <a:path w="2704926" h="2504127">
                      <a:moveTo>
                        <a:pt x="1367525" y="32468"/>
                      </a:moveTo>
                      <a:cubicBezTo>
                        <a:pt x="1605267" y="85012"/>
                        <a:pt x="1844683" y="70520"/>
                        <a:pt x="2064244" y="0"/>
                      </a:cubicBezTo>
                      <a:cubicBezTo>
                        <a:pt x="2449205" y="237779"/>
                        <a:pt x="2704927" y="663830"/>
                        <a:pt x="2704926" y="1149607"/>
                      </a:cubicBezTo>
                      <a:cubicBezTo>
                        <a:pt x="2704926" y="1897687"/>
                        <a:pt x="2098487" y="2504128"/>
                        <a:pt x="1350407" y="2504127"/>
                      </a:cubicBezTo>
                      <a:cubicBezTo>
                        <a:pt x="629702" y="2504126"/>
                        <a:pt x="40461" y="1941260"/>
                        <a:pt x="0" y="1231039"/>
                      </a:cubicBezTo>
                      <a:lnTo>
                        <a:pt x="97064" y="1220133"/>
                      </a:lnTo>
                      <a:cubicBezTo>
                        <a:pt x="740755" y="1114702"/>
                        <a:pt x="1227934" y="630455"/>
                        <a:pt x="1367525" y="32468"/>
                      </a:cubicBezTo>
                      <a:close/>
                    </a:path>
                  </a:pathLst>
                </a:custGeom>
                <a:gradFill rotWithShape="1">
                  <a:gsLst>
                    <a:gs pos="0">
                      <a:srgbClr val="954B00"/>
                    </a:gs>
                    <a:gs pos="50000">
                      <a:srgbClr val="D67000"/>
                    </a:gs>
                    <a:gs pos="100000">
                      <a:srgbClr val="FF8600"/>
                    </a:gs>
                  </a:gsLst>
                  <a:lin ang="18900000" scaled="1"/>
                </a:gradFill>
                <a:ln w="38100" cap="flat" cmpd="sng" algn="ctr">
                  <a:solidFill>
                    <a:schemeClr val="bg1"/>
                  </a:solidFill>
                  <a:prstDash val="solid"/>
                  <a:round/>
                  <a:headEnd type="none" w="med" len="med"/>
                  <a:tailEnd type="none" w="med" len="med"/>
                </a:ln>
              </p:spPr>
              <p:txBody>
                <a:bodyPr/>
                <a:lstStyle/>
                <a:p>
                  <a:endParaRPr lang="zh-CN" altLang="en-US">
                    <a:latin typeface="微軟正黑體" pitchFamily="34" charset="-120"/>
                    <a:ea typeface="微軟正黑體" pitchFamily="34" charset="-120"/>
                  </a:endParaRPr>
                </a:p>
              </p:txBody>
            </p:sp>
            <p:sp>
              <p:nvSpPr>
                <p:cNvPr id="31" name="Ellipse 3"/>
                <p:cNvSpPr>
                  <a:spLocks/>
                </p:cNvSpPr>
                <p:nvPr/>
              </p:nvSpPr>
              <p:spPr bwMode="auto">
                <a:xfrm rot="2184403">
                  <a:off x="2349043" y="4411197"/>
                  <a:ext cx="2203944" cy="1831079"/>
                </a:xfrm>
                <a:custGeom>
                  <a:avLst/>
                  <a:gdLst/>
                  <a:ahLst/>
                  <a:cxnLst>
                    <a:cxn ang="0">
                      <a:pos x="340166" y="0"/>
                    </a:cxn>
                    <a:cxn ang="0">
                      <a:pos x="2185723" y="111806"/>
                    </a:cxn>
                    <a:cxn ang="0">
                      <a:pos x="2674383" y="595470"/>
                    </a:cxn>
                    <a:cxn ang="0">
                      <a:pos x="2709038" y="896202"/>
                    </a:cxn>
                    <a:cxn ang="0">
                      <a:pos x="1354519" y="2250721"/>
                    </a:cxn>
                    <a:cxn ang="0">
                      <a:pos x="0" y="896202"/>
                    </a:cxn>
                    <a:cxn ang="0">
                      <a:pos x="340166" y="0"/>
                    </a:cxn>
                  </a:cxnLst>
                  <a:rect l="0" t="0" r="r" b="b"/>
                  <a:pathLst>
                    <a:path w="2709038" h="2250721">
                      <a:moveTo>
                        <a:pt x="340166" y="0"/>
                      </a:moveTo>
                      <a:cubicBezTo>
                        <a:pt x="855174" y="431249"/>
                        <a:pt x="1605143" y="488839"/>
                        <a:pt x="2185723" y="111806"/>
                      </a:cubicBezTo>
                      <a:cubicBezTo>
                        <a:pt x="2307324" y="319312"/>
                        <a:pt x="2477458" y="482976"/>
                        <a:pt x="2674383" y="595470"/>
                      </a:cubicBezTo>
                      <a:cubicBezTo>
                        <a:pt x="2697442" y="692020"/>
                        <a:pt x="2709038" y="792757"/>
                        <a:pt x="2709038" y="896202"/>
                      </a:cubicBezTo>
                      <a:cubicBezTo>
                        <a:pt x="2709038" y="1644282"/>
                        <a:pt x="2102599" y="2250721"/>
                        <a:pt x="1354519" y="2250721"/>
                      </a:cubicBezTo>
                      <a:cubicBezTo>
                        <a:pt x="606439" y="2250721"/>
                        <a:pt x="0" y="1644282"/>
                        <a:pt x="0" y="896202"/>
                      </a:cubicBezTo>
                      <a:cubicBezTo>
                        <a:pt x="0" y="552248"/>
                        <a:pt x="128201" y="238237"/>
                        <a:pt x="340166" y="0"/>
                      </a:cubicBezTo>
                      <a:close/>
                    </a:path>
                  </a:pathLst>
                </a:custGeom>
                <a:gradFill rotWithShape="1">
                  <a:gsLst>
                    <a:gs pos="0">
                      <a:srgbClr val="880011"/>
                    </a:gs>
                    <a:gs pos="50000">
                      <a:srgbClr val="C4001E"/>
                    </a:gs>
                    <a:gs pos="100000">
                      <a:srgbClr val="EA0026"/>
                    </a:gs>
                  </a:gsLst>
                  <a:lin ang="0" scaled="1"/>
                </a:gradFill>
                <a:ln w="38100" cap="flat" cmpd="sng" algn="ctr">
                  <a:solidFill>
                    <a:schemeClr val="bg1"/>
                  </a:solidFill>
                  <a:prstDash val="solid"/>
                  <a:round/>
                  <a:headEnd type="none" w="med" len="med"/>
                  <a:tailEnd type="none" w="med" len="med"/>
                </a:ln>
              </p:spPr>
              <p:txBody>
                <a:bodyPr/>
                <a:lstStyle/>
                <a:p>
                  <a:endParaRPr lang="zh-CN" altLang="en-US">
                    <a:latin typeface="微軟正黑體" pitchFamily="34" charset="-120"/>
                    <a:ea typeface="微軟正黑體" pitchFamily="34" charset="-120"/>
                  </a:endParaRPr>
                </a:p>
              </p:txBody>
            </p:sp>
            <p:sp>
              <p:nvSpPr>
                <p:cNvPr id="32" name="Ellipse 5"/>
                <p:cNvSpPr>
                  <a:spLocks/>
                </p:cNvSpPr>
                <p:nvPr/>
              </p:nvSpPr>
              <p:spPr bwMode="auto">
                <a:xfrm rot="1112104">
                  <a:off x="1891684" y="2113562"/>
                  <a:ext cx="1806260" cy="2203944"/>
                </a:xfrm>
                <a:custGeom>
                  <a:avLst/>
                  <a:gdLst/>
                  <a:ahLst/>
                  <a:cxnLst>
                    <a:cxn ang="0">
                      <a:pos x="951727" y="60896"/>
                    </a:cxn>
                    <a:cxn ang="0">
                      <a:pos x="1354519" y="0"/>
                    </a:cxn>
                    <a:cxn ang="0">
                      <a:pos x="2220214" y="313028"/>
                    </a:cxn>
                    <a:cxn ang="0">
                      <a:pos x="1916237" y="1836252"/>
                    </a:cxn>
                    <a:cxn ang="0">
                      <a:pos x="2080225" y="2176965"/>
                    </a:cxn>
                    <a:cxn ang="0">
                      <a:pos x="1583502" y="2688234"/>
                    </a:cxn>
                    <a:cxn ang="0">
                      <a:pos x="1354519" y="2709038"/>
                    </a:cxn>
                    <a:cxn ang="0">
                      <a:pos x="0" y="1354519"/>
                    </a:cxn>
                    <a:cxn ang="0">
                      <a:pos x="951727" y="60896"/>
                    </a:cxn>
                  </a:cxnLst>
                  <a:rect l="0" t="0" r="r" b="b"/>
                  <a:pathLst>
                    <a:path w="2220214" h="2709038">
                      <a:moveTo>
                        <a:pt x="951727" y="60896"/>
                      </a:moveTo>
                      <a:cubicBezTo>
                        <a:pt x="1078969" y="21320"/>
                        <a:pt x="1214254" y="0"/>
                        <a:pt x="1354519" y="0"/>
                      </a:cubicBezTo>
                      <a:cubicBezTo>
                        <a:pt x="1683791" y="0"/>
                        <a:pt x="1985621" y="117490"/>
                        <a:pt x="2220214" y="313028"/>
                      </a:cubicBezTo>
                      <a:cubicBezTo>
                        <a:pt x="1867634" y="716622"/>
                        <a:pt x="1733553" y="1291377"/>
                        <a:pt x="1916237" y="1836252"/>
                      </a:cubicBezTo>
                      <a:cubicBezTo>
                        <a:pt x="1957396" y="1959016"/>
                        <a:pt x="2012300" y="2073297"/>
                        <a:pt x="2080225" y="2176965"/>
                      </a:cubicBezTo>
                      <a:cubicBezTo>
                        <a:pt x="1875040" y="2296436"/>
                        <a:pt x="1701884" y="2471390"/>
                        <a:pt x="1583502" y="2688234"/>
                      </a:cubicBezTo>
                      <a:cubicBezTo>
                        <a:pt x="1509242" y="2702423"/>
                        <a:pt x="1432653" y="2709038"/>
                        <a:pt x="1354519" y="2709038"/>
                      </a:cubicBezTo>
                      <a:cubicBezTo>
                        <a:pt x="606439" y="2709038"/>
                        <a:pt x="0" y="2102599"/>
                        <a:pt x="0" y="1354519"/>
                      </a:cubicBezTo>
                      <a:cubicBezTo>
                        <a:pt x="0" y="746704"/>
                        <a:pt x="400344" y="232394"/>
                        <a:pt x="951727" y="60896"/>
                      </a:cubicBezTo>
                      <a:close/>
                    </a:path>
                  </a:pathLst>
                </a:custGeom>
                <a:gradFill rotWithShape="1">
                  <a:gsLst>
                    <a:gs pos="0">
                      <a:srgbClr val="005A82"/>
                    </a:gs>
                    <a:gs pos="50000">
                      <a:srgbClr val="0085BC"/>
                    </a:gs>
                    <a:gs pos="100000">
                      <a:srgbClr val="009FE1"/>
                    </a:gs>
                  </a:gsLst>
                  <a:lin ang="10800000" scaled="1"/>
                </a:gradFill>
                <a:ln w="38100" cap="flat" cmpd="sng" algn="ctr">
                  <a:solidFill>
                    <a:schemeClr val="bg1"/>
                  </a:solidFill>
                  <a:prstDash val="solid"/>
                  <a:round/>
                  <a:headEnd type="none" w="med" len="med"/>
                  <a:tailEnd type="none" w="med" len="med"/>
                </a:ln>
              </p:spPr>
              <p:txBody>
                <a:bodyPr/>
                <a:lstStyle/>
                <a:p>
                  <a:endParaRPr lang="zh-CN" altLang="en-US">
                    <a:latin typeface="微軟正黑體" pitchFamily="34" charset="-120"/>
                    <a:ea typeface="微軟正黑體" pitchFamily="34" charset="-120"/>
                  </a:endParaRPr>
                </a:p>
              </p:txBody>
            </p:sp>
          </p:grpSp>
        </p:grpSp>
        <p:sp>
          <p:nvSpPr>
            <p:cNvPr id="21" name="Rectangle 8"/>
            <p:cNvSpPr/>
            <p:nvPr/>
          </p:nvSpPr>
          <p:spPr>
            <a:xfrm>
              <a:off x="7419527" y="1687439"/>
              <a:ext cx="1230211" cy="1172448"/>
            </a:xfrm>
            <a:prstGeom prst="rect">
              <a:avLst/>
            </a:prstGeom>
          </p:spPr>
          <p:txBody>
            <a:bodyPr anchor="ctr">
              <a:spAutoFit/>
            </a:bodyPr>
            <a:lstStyle/>
            <a:p>
              <a:pPr algn="ctr"/>
              <a:r>
                <a:rPr lang="zh-TW" altLang="en-US" sz="2000" b="1" dirty="0">
                  <a:latin typeface="微軟正黑體" pitchFamily="34" charset="-120"/>
                  <a:ea typeface="微軟正黑體" pitchFamily="34" charset="-120"/>
                </a:rPr>
                <a:t>中央</a:t>
              </a:r>
              <a:endParaRPr lang="en-US" altLang="zh-TW" sz="2000" b="1" dirty="0">
                <a:latin typeface="微軟正黑體" pitchFamily="34" charset="-120"/>
                <a:ea typeface="微軟正黑體" pitchFamily="34" charset="-120"/>
              </a:endParaRPr>
            </a:p>
            <a:p>
              <a:pPr algn="ctr"/>
              <a:r>
                <a:rPr lang="zh-TW" altLang="en-US" sz="2000" b="1" dirty="0">
                  <a:latin typeface="微軟正黑體" pitchFamily="34" charset="-120"/>
                  <a:ea typeface="微軟正黑體" pitchFamily="34" charset="-120"/>
                </a:rPr>
                <a:t>處理器管理</a:t>
              </a:r>
              <a:endParaRPr lang="en-US" altLang="zh-TW" sz="2000" b="1" dirty="0">
                <a:latin typeface="微軟正黑體" pitchFamily="34" charset="-120"/>
                <a:ea typeface="微軟正黑體" pitchFamily="34" charset="-120"/>
              </a:endParaRPr>
            </a:p>
          </p:txBody>
        </p:sp>
        <p:sp>
          <p:nvSpPr>
            <p:cNvPr id="22" name="Rectangle 9"/>
            <p:cNvSpPr/>
            <p:nvPr/>
          </p:nvSpPr>
          <p:spPr>
            <a:xfrm>
              <a:off x="9108487" y="3016545"/>
              <a:ext cx="1230211" cy="817160"/>
            </a:xfrm>
            <a:prstGeom prst="rect">
              <a:avLst/>
            </a:prstGeom>
          </p:spPr>
          <p:txBody>
            <a:bodyPr anchor="ctr">
              <a:spAutoFit/>
            </a:bodyPr>
            <a:lstStyle/>
            <a:p>
              <a:pPr algn="ctr"/>
              <a:r>
                <a:rPr lang="zh-TW" altLang="en-US" sz="2000" b="1" dirty="0">
                  <a:latin typeface="微軟正黑體" pitchFamily="34" charset="-120"/>
                  <a:ea typeface="微軟正黑體" pitchFamily="34" charset="-120"/>
                </a:rPr>
                <a:t>檔案</a:t>
              </a:r>
              <a:endParaRPr lang="en-US" altLang="zh-TW" sz="2000" b="1" dirty="0">
                <a:latin typeface="微軟正黑體" pitchFamily="34" charset="-120"/>
                <a:ea typeface="微軟正黑體" pitchFamily="34" charset="-120"/>
              </a:endParaRPr>
            </a:p>
            <a:p>
              <a:pPr algn="ctr"/>
              <a:r>
                <a:rPr lang="zh-TW" altLang="en-US" sz="2000" b="1" dirty="0">
                  <a:latin typeface="微軟正黑體" pitchFamily="34" charset="-120"/>
                  <a:ea typeface="微軟正黑體" pitchFamily="34" charset="-120"/>
                </a:rPr>
                <a:t>管理</a:t>
              </a:r>
              <a:endParaRPr lang="en-US" altLang="zh-TW" sz="2000" b="1" dirty="0">
                <a:latin typeface="微軟正黑體" pitchFamily="34" charset="-120"/>
                <a:ea typeface="微軟正黑體" pitchFamily="34" charset="-120"/>
              </a:endParaRPr>
            </a:p>
          </p:txBody>
        </p:sp>
        <p:sp>
          <p:nvSpPr>
            <p:cNvPr id="23" name="Rectangle 13"/>
            <p:cNvSpPr/>
            <p:nvPr/>
          </p:nvSpPr>
          <p:spPr>
            <a:xfrm>
              <a:off x="5697232" y="3016545"/>
              <a:ext cx="1501651" cy="817160"/>
            </a:xfrm>
            <a:prstGeom prst="rect">
              <a:avLst/>
            </a:prstGeom>
          </p:spPr>
          <p:txBody>
            <a:bodyPr anchor="ctr">
              <a:spAutoFit/>
            </a:bodyPr>
            <a:lstStyle/>
            <a:p>
              <a:pPr algn="ctr"/>
              <a:r>
                <a:rPr lang="zh-TW" altLang="en-US" sz="2000" b="1" dirty="0">
                  <a:latin typeface="微軟正黑體" pitchFamily="34" charset="-120"/>
                  <a:ea typeface="微軟正黑體" pitchFamily="34" charset="-120"/>
                </a:rPr>
                <a:t>記憶體</a:t>
              </a:r>
              <a:endParaRPr lang="en-US" altLang="zh-TW" sz="2000" b="1" dirty="0">
                <a:latin typeface="微軟正黑體" pitchFamily="34" charset="-120"/>
                <a:ea typeface="微軟正黑體" pitchFamily="34" charset="-120"/>
              </a:endParaRPr>
            </a:p>
            <a:p>
              <a:pPr algn="ctr"/>
              <a:r>
                <a:rPr lang="zh-TW" altLang="en-US" sz="2000" b="1" dirty="0">
                  <a:latin typeface="微軟正黑體" pitchFamily="34" charset="-120"/>
                  <a:ea typeface="微軟正黑體" pitchFamily="34" charset="-120"/>
                </a:rPr>
                <a:t>管理</a:t>
              </a:r>
              <a:endParaRPr lang="en-US" altLang="zh-TW" sz="2000" b="1" dirty="0">
                <a:latin typeface="微軟正黑體" pitchFamily="34" charset="-120"/>
                <a:ea typeface="微軟正黑體" pitchFamily="34" charset="-120"/>
              </a:endParaRPr>
            </a:p>
          </p:txBody>
        </p:sp>
        <p:sp>
          <p:nvSpPr>
            <p:cNvPr id="24" name="Rectangle 14"/>
            <p:cNvSpPr/>
            <p:nvPr/>
          </p:nvSpPr>
          <p:spPr>
            <a:xfrm>
              <a:off x="6487742" y="4936180"/>
              <a:ext cx="1379051" cy="817160"/>
            </a:xfrm>
            <a:prstGeom prst="rect">
              <a:avLst/>
            </a:prstGeom>
          </p:spPr>
          <p:txBody>
            <a:bodyPr wrap="square" anchor="ctr">
              <a:spAutoFit/>
            </a:bodyPr>
            <a:lstStyle/>
            <a:p>
              <a:pPr algn="ctr"/>
              <a:r>
                <a:rPr lang="zh-TW" altLang="en-US" sz="2000" b="1" dirty="0">
                  <a:latin typeface="微軟正黑體" pitchFamily="34" charset="-120"/>
                  <a:ea typeface="微軟正黑體" pitchFamily="34" charset="-120"/>
                </a:rPr>
                <a:t>周邊</a:t>
              </a:r>
              <a:endParaRPr lang="en-US" altLang="zh-TW" sz="2000" b="1" dirty="0">
                <a:latin typeface="微軟正黑體" pitchFamily="34" charset="-120"/>
                <a:ea typeface="微軟正黑體" pitchFamily="34" charset="-120"/>
              </a:endParaRPr>
            </a:p>
            <a:p>
              <a:pPr algn="ctr"/>
              <a:r>
                <a:rPr lang="zh-TW" altLang="en-US" sz="2000" b="1" dirty="0">
                  <a:latin typeface="微軟正黑體" pitchFamily="34" charset="-120"/>
                  <a:ea typeface="微軟正黑體" pitchFamily="34" charset="-120"/>
                </a:rPr>
                <a:t>設備管理</a:t>
              </a:r>
              <a:endParaRPr lang="en-US" altLang="zh-TW" sz="2000" b="1" dirty="0">
                <a:latin typeface="微軟正黑體" pitchFamily="34" charset="-120"/>
                <a:ea typeface="微軟正黑體" pitchFamily="34" charset="-120"/>
              </a:endParaRPr>
            </a:p>
          </p:txBody>
        </p:sp>
        <p:sp>
          <p:nvSpPr>
            <p:cNvPr id="25" name="Rectangle 15"/>
            <p:cNvSpPr/>
            <p:nvPr/>
          </p:nvSpPr>
          <p:spPr>
            <a:xfrm>
              <a:off x="8721153" y="4861582"/>
              <a:ext cx="1009581" cy="817160"/>
            </a:xfrm>
            <a:prstGeom prst="rect">
              <a:avLst/>
            </a:prstGeom>
          </p:spPr>
          <p:txBody>
            <a:bodyPr wrap="square" anchor="ctr">
              <a:spAutoFit/>
            </a:bodyPr>
            <a:lstStyle/>
            <a:p>
              <a:r>
                <a:rPr lang="zh-TW" altLang="en-US" sz="2000" b="1" dirty="0">
                  <a:latin typeface="微軟正黑體" pitchFamily="34" charset="-120"/>
                  <a:ea typeface="微軟正黑體" pitchFamily="34" charset="-120"/>
                </a:rPr>
                <a:t>程序</a:t>
              </a:r>
              <a:endParaRPr lang="en-US" altLang="zh-TW" sz="2000" b="1" dirty="0">
                <a:latin typeface="微軟正黑體" pitchFamily="34" charset="-120"/>
                <a:ea typeface="微軟正黑體" pitchFamily="34" charset="-120"/>
              </a:endParaRPr>
            </a:p>
            <a:p>
              <a:r>
                <a:rPr lang="zh-TW" altLang="en-US" sz="2000" b="1" dirty="0">
                  <a:latin typeface="微軟正黑體" pitchFamily="34" charset="-120"/>
                  <a:ea typeface="微軟正黑體" pitchFamily="34" charset="-120"/>
                </a:rPr>
                <a:t>管理</a:t>
              </a:r>
              <a:endParaRPr lang="zh-TW" altLang="en-US" sz="2000" dirty="0">
                <a:latin typeface="微軟正黑體" pitchFamily="34" charset="-120"/>
                <a:ea typeface="微軟正黑體" pitchFamily="34" charset="-120"/>
              </a:endParaRPr>
            </a:p>
          </p:txBody>
        </p:sp>
      </p:grpSp>
    </p:spTree>
    <p:extLst>
      <p:ext uri="{BB962C8B-B14F-4D97-AF65-F5344CB8AC3E}">
        <p14:creationId xmlns:p14="http://schemas.microsoft.com/office/powerpoint/2010/main" val="40686466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中央處理器管理</a:t>
            </a:r>
          </a:p>
        </p:txBody>
      </p:sp>
      <p:sp>
        <p:nvSpPr>
          <p:cNvPr id="5" name="內容版面配置區 4"/>
          <p:cNvSpPr>
            <a:spLocks noGrp="1"/>
          </p:cNvSpPr>
          <p:nvPr>
            <p:ph idx="1"/>
          </p:nvPr>
        </p:nvSpPr>
        <p:spPr/>
        <p:txBody>
          <a:bodyPr>
            <a:normAutofit/>
          </a:bodyPr>
          <a:lstStyle/>
          <a:p>
            <a:r>
              <a:rPr lang="zh-TW" altLang="en-US" dirty="0"/>
              <a:t>中央處理器（</a:t>
            </a:r>
            <a:r>
              <a:rPr lang="en-US" altLang="zh-TW" dirty="0"/>
              <a:t>CPU</a:t>
            </a:r>
            <a:r>
              <a:rPr lang="zh-TW" altLang="en-US" dirty="0"/>
              <a:t>）是整個計算機的核心，所有的程式都會需要處理器做運算，當多個程式同時必須使用處理器時，作業系統要負責讓</a:t>
            </a:r>
            <a:r>
              <a:rPr lang="en-US" altLang="zh-TW" dirty="0"/>
              <a:t>CPU</a:t>
            </a:r>
            <a:r>
              <a:rPr lang="zh-TW" altLang="en-US" dirty="0"/>
              <a:t>充分發揮其功能，提高使用效率。</a:t>
            </a:r>
            <a:endParaRPr lang="en-US" altLang="zh-TW" dirty="0"/>
          </a:p>
        </p:txBody>
      </p:sp>
    </p:spTree>
    <p:extLst>
      <p:ext uri="{BB962C8B-B14F-4D97-AF65-F5344CB8AC3E}">
        <p14:creationId xmlns:p14="http://schemas.microsoft.com/office/powerpoint/2010/main" val="12521352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中央處理器管理</a:t>
            </a:r>
          </a:p>
        </p:txBody>
      </p:sp>
      <p:sp>
        <p:nvSpPr>
          <p:cNvPr id="3" name="內容版面配置區 2"/>
          <p:cNvSpPr>
            <a:spLocks noGrp="1"/>
          </p:cNvSpPr>
          <p:nvPr>
            <p:ph idx="1"/>
          </p:nvPr>
        </p:nvSpPr>
        <p:spPr/>
        <p:txBody>
          <a:bodyPr/>
          <a:lstStyle/>
          <a:p>
            <a:r>
              <a:rPr lang="zh-TW" altLang="en-US" dirty="0"/>
              <a:t>在系統中被執行的程式為</a:t>
            </a:r>
            <a:r>
              <a:rPr lang="zh-TW" altLang="en-US" dirty="0">
                <a:solidFill>
                  <a:srgbClr val="C00000"/>
                </a:solidFill>
              </a:rPr>
              <a:t>程序</a:t>
            </a:r>
            <a:r>
              <a:rPr lang="zh-TW" altLang="en-US" dirty="0"/>
              <a:t>（</a:t>
            </a:r>
            <a:r>
              <a:rPr lang="en-US" altLang="zh-TW" dirty="0"/>
              <a:t>process</a:t>
            </a:r>
            <a:r>
              <a:rPr lang="zh-TW" altLang="en-US" dirty="0"/>
              <a:t>），當有一程序處於等待的狀況時（譬如說是等待使用者輸入），作業系統就得讓</a:t>
            </a:r>
            <a:r>
              <a:rPr lang="en-US" altLang="zh-TW" dirty="0"/>
              <a:t>CPU</a:t>
            </a:r>
            <a:r>
              <a:rPr lang="zh-TW" altLang="en-US" dirty="0"/>
              <a:t>去做別的程序運算，而不能讓</a:t>
            </a:r>
            <a:r>
              <a:rPr lang="en-US" altLang="zh-TW" dirty="0"/>
              <a:t>CPU</a:t>
            </a:r>
            <a:r>
              <a:rPr lang="zh-TW" altLang="en-US" dirty="0"/>
              <a:t>也跟著等下去。</a:t>
            </a:r>
            <a:endParaRPr lang="en-US" altLang="zh-TW" dirty="0"/>
          </a:p>
          <a:p>
            <a:endParaRPr lang="zh-TW" altLang="en-US" dirty="0"/>
          </a:p>
        </p:txBody>
      </p:sp>
    </p:spTree>
    <p:extLst>
      <p:ext uri="{BB962C8B-B14F-4D97-AF65-F5344CB8AC3E}">
        <p14:creationId xmlns:p14="http://schemas.microsoft.com/office/powerpoint/2010/main" val="26657696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中央處理器管理</a:t>
            </a:r>
          </a:p>
        </p:txBody>
      </p:sp>
      <p:sp>
        <p:nvSpPr>
          <p:cNvPr id="3" name="內容版面配置區 2"/>
          <p:cNvSpPr>
            <a:spLocks noGrp="1"/>
          </p:cNvSpPr>
          <p:nvPr>
            <p:ph idx="1"/>
          </p:nvPr>
        </p:nvSpPr>
        <p:spPr/>
        <p:txBody>
          <a:bodyPr/>
          <a:lstStyle/>
          <a:p>
            <a:r>
              <a:rPr lang="zh-TW" altLang="en-US" dirty="0"/>
              <a:t>此外，假設突然有一程序，其優先順序較目前</a:t>
            </a:r>
            <a:r>
              <a:rPr lang="en-US" altLang="zh-TW" dirty="0"/>
              <a:t>CPU </a:t>
            </a:r>
            <a:r>
              <a:rPr lang="zh-TW" altLang="en-US" dirty="0"/>
              <a:t>在運算的程序高時，作業系統得負責把</a:t>
            </a:r>
            <a:r>
              <a:rPr lang="en-US" altLang="zh-TW" dirty="0"/>
              <a:t>CPU</a:t>
            </a:r>
            <a:r>
              <a:rPr lang="zh-TW" altLang="en-US" dirty="0"/>
              <a:t>搶過來，給優先順序較高的程序使用。</a:t>
            </a:r>
          </a:p>
          <a:p>
            <a:endParaRPr lang="zh-TW" altLang="en-US" dirty="0"/>
          </a:p>
        </p:txBody>
      </p:sp>
    </p:spTree>
    <p:extLst>
      <p:ext uri="{BB962C8B-B14F-4D97-AF65-F5344CB8AC3E}">
        <p14:creationId xmlns:p14="http://schemas.microsoft.com/office/powerpoint/2010/main" val="29409284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記憶體管理</a:t>
            </a:r>
          </a:p>
        </p:txBody>
      </p:sp>
      <p:sp>
        <p:nvSpPr>
          <p:cNvPr id="5" name="內容版面配置區 4"/>
          <p:cNvSpPr>
            <a:spLocks noGrp="1"/>
          </p:cNvSpPr>
          <p:nvPr>
            <p:ph idx="1"/>
          </p:nvPr>
        </p:nvSpPr>
        <p:spPr/>
        <p:txBody>
          <a:bodyPr>
            <a:normAutofit fontScale="92500"/>
          </a:bodyPr>
          <a:lstStyle/>
          <a:p>
            <a:r>
              <a:rPr lang="zh-TW" altLang="en-US" dirty="0"/>
              <a:t>作業系統須將有限的記憶體資源進行合理分配，使每一個程序都能滿足，並提昇效能。</a:t>
            </a:r>
            <a:endParaRPr lang="en-US" altLang="zh-TW" dirty="0"/>
          </a:p>
          <a:p>
            <a:r>
              <a:rPr lang="zh-TW" altLang="en-US" dirty="0"/>
              <a:t>作業系統在分配記憶體時，要讓每個程序都能獨立執行，也要使每個程序共享公共的程序和資料，以避免重複的程式片段和資料佔用，節省記憶體空間。</a:t>
            </a:r>
            <a:endParaRPr lang="en-US" altLang="zh-TW" dirty="0"/>
          </a:p>
          <a:p>
            <a:endParaRPr lang="zh-TW" altLang="en-US" dirty="0"/>
          </a:p>
        </p:txBody>
      </p:sp>
    </p:spTree>
    <p:extLst>
      <p:ext uri="{BB962C8B-B14F-4D97-AF65-F5344CB8AC3E}">
        <p14:creationId xmlns:p14="http://schemas.microsoft.com/office/powerpoint/2010/main" val="19338891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記憶體管理</a:t>
            </a:r>
          </a:p>
        </p:txBody>
      </p:sp>
      <p:sp>
        <p:nvSpPr>
          <p:cNvPr id="3" name="內容版面配置區 2"/>
          <p:cNvSpPr>
            <a:spLocks noGrp="1"/>
          </p:cNvSpPr>
          <p:nvPr>
            <p:ph idx="1"/>
          </p:nvPr>
        </p:nvSpPr>
        <p:spPr/>
        <p:txBody>
          <a:bodyPr/>
          <a:lstStyle/>
          <a:p>
            <a:r>
              <a:rPr lang="zh-TW" altLang="en-US" dirty="0"/>
              <a:t>當程序執行時記憶體空間不夠，作業系統要能做出適當處理，讓目前執行的程序能夠繼續進行。</a:t>
            </a:r>
            <a:endParaRPr lang="en-US" altLang="zh-TW" dirty="0"/>
          </a:p>
          <a:p>
            <a:r>
              <a:rPr lang="zh-TW" altLang="en-US" dirty="0"/>
              <a:t>要防止使用者程序及程序執行時所需要的資料破壞作業系統本身。</a:t>
            </a:r>
          </a:p>
          <a:p>
            <a:endParaRPr lang="zh-TW" altLang="en-US" dirty="0"/>
          </a:p>
        </p:txBody>
      </p:sp>
    </p:spTree>
    <p:extLst>
      <p:ext uri="{BB962C8B-B14F-4D97-AF65-F5344CB8AC3E}">
        <p14:creationId xmlns:p14="http://schemas.microsoft.com/office/powerpoint/2010/main" val="3733739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a:t>檔案管理</a:t>
            </a:r>
            <a:endParaRPr lang="zh-TW" altLang="en-US" dirty="0"/>
          </a:p>
        </p:txBody>
      </p:sp>
      <p:sp>
        <p:nvSpPr>
          <p:cNvPr id="5" name="內容版面配置區 4"/>
          <p:cNvSpPr>
            <a:spLocks noGrp="1"/>
          </p:cNvSpPr>
          <p:nvPr>
            <p:ph idx="1"/>
          </p:nvPr>
        </p:nvSpPr>
        <p:spPr/>
        <p:txBody>
          <a:bodyPr>
            <a:normAutofit/>
          </a:bodyPr>
          <a:lstStyle/>
          <a:p>
            <a:r>
              <a:rPr lang="zh-TW" altLang="en-US" dirty="0"/>
              <a:t>由於主記憶體空間有限，大部分的程序和資料及作業系統本身，都是放在</a:t>
            </a:r>
            <a:r>
              <a:rPr lang="zh-TW" altLang="en-US" dirty="0">
                <a:solidFill>
                  <a:srgbClr val="C00000"/>
                </a:solidFill>
              </a:rPr>
              <a:t>輔助記憶體</a:t>
            </a:r>
            <a:r>
              <a:rPr lang="zh-TW" altLang="en-US" dirty="0"/>
              <a:t>。</a:t>
            </a:r>
            <a:endParaRPr lang="en-US" altLang="zh-TW" dirty="0"/>
          </a:p>
          <a:p>
            <a:r>
              <a:rPr lang="zh-TW" altLang="en-US" dirty="0"/>
              <a:t>作業系統的檔案管理工作：標示輔助記憶體的資料檔案，有條理地組織訊息，使檔案能夠合理存取與控制，使用者能夠方便而安全地使用。</a:t>
            </a:r>
          </a:p>
          <a:p>
            <a:endParaRPr lang="zh-TW" altLang="en-US" dirty="0"/>
          </a:p>
        </p:txBody>
      </p:sp>
      <p:pic>
        <p:nvPicPr>
          <p:cNvPr id="6" name="圖片 5"/>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6372200" y="141480"/>
            <a:ext cx="1620180" cy="1620180"/>
          </a:xfrm>
          <a:prstGeom prst="rect">
            <a:avLst/>
          </a:prstGeom>
        </p:spPr>
      </p:pic>
    </p:spTree>
    <p:extLst>
      <p:ext uri="{BB962C8B-B14F-4D97-AF65-F5344CB8AC3E}">
        <p14:creationId xmlns:p14="http://schemas.microsoft.com/office/powerpoint/2010/main" val="8068545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周邊設備管理</a:t>
            </a:r>
          </a:p>
        </p:txBody>
      </p:sp>
      <p:sp>
        <p:nvSpPr>
          <p:cNvPr id="5" name="內容版面配置區 4"/>
          <p:cNvSpPr>
            <a:spLocks noGrp="1"/>
          </p:cNvSpPr>
          <p:nvPr>
            <p:ph idx="1"/>
          </p:nvPr>
        </p:nvSpPr>
        <p:spPr/>
        <p:txBody>
          <a:bodyPr>
            <a:normAutofit/>
          </a:bodyPr>
          <a:lstStyle/>
          <a:p>
            <a:r>
              <a:rPr lang="zh-TW" altLang="en-US" dirty="0"/>
              <a:t>作業系統負責有效管理各種周邊設備，最好支援</a:t>
            </a:r>
            <a:r>
              <a:rPr lang="zh-TW" altLang="en-US" dirty="0">
                <a:solidFill>
                  <a:srgbClr val="C00000"/>
                </a:solidFill>
              </a:rPr>
              <a:t>隨插即用</a:t>
            </a:r>
            <a:r>
              <a:rPr lang="en-US" altLang="zh-TW" dirty="0"/>
              <a:t>(plug-and-play)</a:t>
            </a:r>
            <a:r>
              <a:rPr lang="zh-TW" altLang="en-US" dirty="0"/>
              <a:t>，並提供簡易的使用者介面程式，讓使用者即時在對設備不熟悉的情況下，也能循著導引使用設備。</a:t>
            </a:r>
          </a:p>
          <a:p>
            <a:endParaRPr lang="zh-TW" altLang="en-US" dirty="0"/>
          </a:p>
        </p:txBody>
      </p:sp>
      <p:pic>
        <p:nvPicPr>
          <p:cNvPr id="9" name="圖片 8"/>
          <p:cNvPicPr>
            <a:picLocks noChangeAspect="1"/>
          </p:cNvPicPr>
          <p:nvPr/>
        </p:nvPicPr>
        <p:blipFill>
          <a:blip r:embed="rId2">
            <a:extLst>
              <a:ext uri="{28A0092B-C50C-407E-A947-70E740481C1C}">
                <a14:useLocalDpi xmlns:a14="http://schemas.microsoft.com/office/drawing/2010/main"/>
              </a:ext>
            </a:extLst>
          </a:blip>
          <a:stretch>
            <a:fillRect/>
          </a:stretch>
        </p:blipFill>
        <p:spPr>
          <a:xfrm rot="18661614">
            <a:off x="6415752" y="3263419"/>
            <a:ext cx="1088434" cy="1088434"/>
          </a:xfrm>
          <a:prstGeom prst="rect">
            <a:avLst/>
          </a:prstGeom>
        </p:spPr>
      </p:pic>
      <p:pic>
        <p:nvPicPr>
          <p:cNvPr id="10" name="圖片 9"/>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5247075" y="3979906"/>
            <a:ext cx="1088434" cy="1088434"/>
          </a:xfrm>
          <a:prstGeom prst="rect">
            <a:avLst/>
          </a:prstGeom>
        </p:spPr>
      </p:pic>
      <p:pic>
        <p:nvPicPr>
          <p:cNvPr id="11" name="圖片 10"/>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3822884" y="3473461"/>
            <a:ext cx="1088434" cy="1088434"/>
          </a:xfrm>
          <a:prstGeom prst="rect">
            <a:avLst/>
          </a:prstGeom>
        </p:spPr>
      </p:pic>
      <p:pic>
        <p:nvPicPr>
          <p:cNvPr id="12" name="圖片 11"/>
          <p:cNvPicPr>
            <a:picLocks noChangeAspect="1"/>
          </p:cNvPicPr>
          <p:nvPr/>
        </p:nvPicPr>
        <p:blipFill>
          <a:blip r:embed="rId5">
            <a:extLst>
              <a:ext uri="{28A0092B-C50C-407E-A947-70E740481C1C}">
                <a14:useLocalDpi xmlns:a14="http://schemas.microsoft.com/office/drawing/2010/main"/>
              </a:ext>
            </a:extLst>
          </a:blip>
          <a:stretch>
            <a:fillRect/>
          </a:stretch>
        </p:blipFill>
        <p:spPr>
          <a:xfrm>
            <a:off x="2270387" y="3673013"/>
            <a:ext cx="1088434" cy="1088434"/>
          </a:xfrm>
          <a:prstGeom prst="rect">
            <a:avLst/>
          </a:prstGeom>
        </p:spPr>
      </p:pic>
    </p:spTree>
    <p:extLst>
      <p:ext uri="{BB962C8B-B14F-4D97-AF65-F5344CB8AC3E}">
        <p14:creationId xmlns:p14="http://schemas.microsoft.com/office/powerpoint/2010/main" val="12981006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457201" y="634604"/>
            <a:ext cx="5509955" cy="857250"/>
          </a:xfrm>
        </p:spPr>
        <p:txBody>
          <a:bodyPr>
            <a:normAutofit/>
          </a:bodyPr>
          <a:lstStyle/>
          <a:p>
            <a:r>
              <a:rPr lang="zh-TW" altLang="en-US" dirty="0"/>
              <a:t>程序管理</a:t>
            </a:r>
          </a:p>
        </p:txBody>
      </p:sp>
      <p:sp>
        <p:nvSpPr>
          <p:cNvPr id="5" name="內容版面配置區 4"/>
          <p:cNvSpPr>
            <a:spLocks noGrp="1"/>
          </p:cNvSpPr>
          <p:nvPr>
            <p:ph idx="1"/>
          </p:nvPr>
        </p:nvSpPr>
        <p:spPr>
          <a:xfrm>
            <a:off x="457201" y="1660399"/>
            <a:ext cx="5509955" cy="2934224"/>
          </a:xfrm>
        </p:spPr>
        <p:txBody>
          <a:bodyPr>
            <a:normAutofit/>
          </a:bodyPr>
          <a:lstStyle/>
          <a:p>
            <a:r>
              <a:rPr lang="zh-TW" altLang="en-US" dirty="0"/>
              <a:t>每一個程序在作業系統中對應著一個</a:t>
            </a:r>
            <a:r>
              <a:rPr lang="zh-TW" altLang="en-US" dirty="0">
                <a:solidFill>
                  <a:srgbClr val="C00000"/>
                </a:solidFill>
              </a:rPr>
              <a:t>程序控制表</a:t>
            </a:r>
            <a:r>
              <a:rPr lang="en-US" altLang="zh-TW" dirty="0"/>
              <a:t>(PCB)</a:t>
            </a:r>
            <a:r>
              <a:rPr lang="zh-TW" altLang="en-US" dirty="0"/>
              <a:t>，記載著該程序的相關資訊及狀態。</a:t>
            </a:r>
            <a:endParaRPr lang="en-US" altLang="zh-TW" dirty="0"/>
          </a:p>
          <a:p>
            <a:r>
              <a:rPr lang="zh-TW" altLang="en-US" dirty="0"/>
              <a:t>當程序進入系統後，會被放在</a:t>
            </a:r>
            <a:r>
              <a:rPr lang="zh-TW" altLang="en-US" dirty="0">
                <a:solidFill>
                  <a:srgbClr val="C00000"/>
                </a:solidFill>
              </a:rPr>
              <a:t>工作佇列</a:t>
            </a:r>
            <a:r>
              <a:rPr lang="en-US" altLang="zh-TW" dirty="0"/>
              <a:t>(job queue)</a:t>
            </a:r>
            <a:r>
              <a:rPr lang="zh-TW" altLang="en-US" dirty="0"/>
              <a:t>中。</a:t>
            </a:r>
            <a:endParaRPr lang="en-US" altLang="zh-TW" dirty="0"/>
          </a:p>
        </p:txBody>
      </p:sp>
      <p:sp>
        <p:nvSpPr>
          <p:cNvPr id="7" name="矩形 6"/>
          <p:cNvSpPr/>
          <p:nvPr/>
        </p:nvSpPr>
        <p:spPr>
          <a:xfrm>
            <a:off x="6282191" y="4120938"/>
            <a:ext cx="2466975"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zh-TW" altLang="en-US" b="1" dirty="0">
                <a:solidFill>
                  <a:schemeClr val="bg1"/>
                </a:solidFill>
                <a:latin typeface="微軟正黑體" pitchFamily="34" charset="-120"/>
                <a:ea typeface="微軟正黑體" pitchFamily="34" charset="-120"/>
              </a:rPr>
              <a:t>程序控制表</a:t>
            </a:r>
            <a:r>
              <a:rPr lang="en-US" altLang="zh-TW" b="1" dirty="0">
                <a:solidFill>
                  <a:schemeClr val="bg1"/>
                </a:solidFill>
                <a:latin typeface="微軟正黑體" pitchFamily="34" charset="-120"/>
                <a:ea typeface="微軟正黑體" pitchFamily="34" charset="-120"/>
              </a:rPr>
              <a:t>(PCB)</a:t>
            </a:r>
            <a:endParaRPr lang="zh-TW" altLang="en-US" b="1" dirty="0">
              <a:solidFill>
                <a:schemeClr val="bg1"/>
              </a:solidFill>
              <a:latin typeface="微軟正黑體" pitchFamily="34" charset="-120"/>
              <a:ea typeface="微軟正黑體" pitchFamily="34" charset="-120"/>
            </a:endParaRPr>
          </a:p>
        </p:txBody>
      </p:sp>
      <p:pic>
        <p:nvPicPr>
          <p:cNvPr id="205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91049" y="960808"/>
            <a:ext cx="1649257" cy="290154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771642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程序管理</a:t>
            </a:r>
          </a:p>
        </p:txBody>
      </p:sp>
      <p:sp>
        <p:nvSpPr>
          <p:cNvPr id="3" name="內容版面配置區 2"/>
          <p:cNvSpPr>
            <a:spLocks noGrp="1"/>
          </p:cNvSpPr>
          <p:nvPr>
            <p:ph idx="1"/>
          </p:nvPr>
        </p:nvSpPr>
        <p:spPr/>
        <p:txBody>
          <a:bodyPr/>
          <a:lstStyle/>
          <a:p>
            <a:r>
              <a:rPr lang="zh-TW" altLang="en-US" dirty="0"/>
              <a:t>就緒並等待執行的程序，會被存放在</a:t>
            </a:r>
            <a:r>
              <a:rPr lang="zh-TW" altLang="en-US" dirty="0">
                <a:solidFill>
                  <a:srgbClr val="C00000"/>
                </a:solidFill>
              </a:rPr>
              <a:t>就緒佇列</a:t>
            </a:r>
            <a:r>
              <a:rPr lang="en-US" altLang="zh-TW" dirty="0"/>
              <a:t>(ready queue)</a:t>
            </a:r>
            <a:r>
              <a:rPr lang="zh-TW" altLang="en-US" dirty="0"/>
              <a:t>，作業系統負責不斷將這些程序交給</a:t>
            </a:r>
            <a:r>
              <a:rPr lang="en-US" altLang="zh-TW" dirty="0"/>
              <a:t>CPU</a:t>
            </a:r>
            <a:r>
              <a:rPr lang="zh-TW" altLang="en-US" dirty="0"/>
              <a:t>進行運算。</a:t>
            </a:r>
          </a:p>
          <a:p>
            <a:endParaRPr lang="zh-TW" altLang="en-US" dirty="0"/>
          </a:p>
        </p:txBody>
      </p:sp>
    </p:spTree>
    <p:extLst>
      <p:ext uri="{BB962C8B-B14F-4D97-AF65-F5344CB8AC3E}">
        <p14:creationId xmlns:p14="http://schemas.microsoft.com/office/powerpoint/2010/main" val="13095552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4-2 </a:t>
            </a:r>
            <a:r>
              <a:rPr lang="zh-TW" altLang="en-US" dirty="0"/>
              <a:t>各類作業系統</a:t>
            </a:r>
          </a:p>
        </p:txBody>
      </p:sp>
      <p:sp>
        <p:nvSpPr>
          <p:cNvPr id="5" name="內容版面配置區 4"/>
          <p:cNvSpPr>
            <a:spLocks noGrp="1"/>
          </p:cNvSpPr>
          <p:nvPr>
            <p:ph idx="1"/>
          </p:nvPr>
        </p:nvSpPr>
        <p:spPr/>
        <p:txBody>
          <a:bodyPr>
            <a:normAutofit/>
          </a:bodyPr>
          <a:lstStyle/>
          <a:p>
            <a:r>
              <a:rPr lang="zh-TW" altLang="en-US" dirty="0"/>
              <a:t>作業系統須不斷進步，才能使軟體發展跟上硬體的進步速度，以便充分應用新硬體。</a:t>
            </a:r>
          </a:p>
        </p:txBody>
      </p:sp>
      <p:graphicFrame>
        <p:nvGraphicFramePr>
          <p:cNvPr id="6" name="資料庫圖表 5"/>
          <p:cNvGraphicFramePr/>
          <p:nvPr>
            <p:extLst>
              <p:ext uri="{D42A27DB-BD31-4B8C-83A1-F6EECF244321}">
                <p14:modId xmlns:p14="http://schemas.microsoft.com/office/powerpoint/2010/main" val="1108513269"/>
              </p:ext>
            </p:extLst>
          </p:nvPr>
        </p:nvGraphicFramePr>
        <p:xfrm>
          <a:off x="1754573" y="2841780"/>
          <a:ext cx="5627499" cy="21059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526737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主機型系統</a:t>
            </a:r>
          </a:p>
        </p:txBody>
      </p:sp>
      <p:graphicFrame>
        <p:nvGraphicFramePr>
          <p:cNvPr id="6" name="內容版面配置區 5"/>
          <p:cNvGraphicFramePr>
            <a:graphicFrameLocks noGrp="1"/>
          </p:cNvGraphicFramePr>
          <p:nvPr>
            <p:ph idx="1"/>
            <p:extLst>
              <p:ext uri="{D42A27DB-BD31-4B8C-83A1-F6EECF244321}">
                <p14:modId xmlns:p14="http://schemas.microsoft.com/office/powerpoint/2010/main" val="1553021323"/>
              </p:ext>
            </p:extLst>
          </p:nvPr>
        </p:nvGraphicFramePr>
        <p:xfrm>
          <a:off x="926596" y="1499722"/>
          <a:ext cx="7425825" cy="29342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圓角化對角線角落矩形 6">
            <a:hlinkClick r:id="rId7"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41968317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descr="http://album.udn.com/community/img/PSN_PHOTO/tchcvsdp/f_2554801_1.jpg"/>
          <p:cNvPicPr>
            <a:picLocks noChangeAspect="1" noChangeArrowheads="1"/>
          </p:cNvPicPr>
          <p:nvPr/>
        </p:nvPicPr>
        <p:blipFill rotWithShape="1">
          <a:blip r:embed="rId2" cstate="screen">
            <a:extLst>
              <a:ext uri="{28A0092B-C50C-407E-A947-70E740481C1C}">
                <a14:useLocalDpi xmlns:a14="http://schemas.microsoft.com/office/drawing/2010/main"/>
              </a:ext>
            </a:extLst>
          </a:blip>
          <a:srcRect/>
          <a:stretch/>
        </p:blipFill>
        <p:spPr bwMode="auto">
          <a:xfrm>
            <a:off x="5247075" y="2526745"/>
            <a:ext cx="2609417" cy="1946793"/>
          </a:xfrm>
          <a:prstGeom prst="rect">
            <a:avLst/>
          </a:prstGeom>
          <a:noFill/>
          <a:extLst>
            <a:ext uri="{909E8E84-426E-40DD-AFC4-6F175D3DCCD1}">
              <a14:hiddenFill xmlns:a14="http://schemas.microsoft.com/office/drawing/2010/main">
                <a:solidFill>
                  <a:srgbClr val="FFFFFF"/>
                </a:solidFill>
              </a14:hiddenFill>
            </a:ext>
          </a:extLst>
        </p:spPr>
      </p:pic>
      <p:sp>
        <p:nvSpPr>
          <p:cNvPr id="4" name="標題 3"/>
          <p:cNvSpPr>
            <a:spLocks noGrp="1"/>
          </p:cNvSpPr>
          <p:nvPr>
            <p:ph type="title"/>
          </p:nvPr>
        </p:nvSpPr>
        <p:spPr/>
        <p:txBody>
          <a:bodyPr>
            <a:normAutofit/>
          </a:bodyPr>
          <a:lstStyle/>
          <a:p>
            <a:r>
              <a:rPr lang="zh-TW" altLang="en-US" dirty="0"/>
              <a:t>手動操作階段</a:t>
            </a:r>
          </a:p>
        </p:txBody>
      </p:sp>
      <p:sp>
        <p:nvSpPr>
          <p:cNvPr id="5" name="內容版面配置區 4"/>
          <p:cNvSpPr>
            <a:spLocks noGrp="1"/>
          </p:cNvSpPr>
          <p:nvPr>
            <p:ph idx="1"/>
          </p:nvPr>
        </p:nvSpPr>
        <p:spPr/>
        <p:txBody>
          <a:bodyPr>
            <a:normAutofit fontScale="85000" lnSpcReduction="20000"/>
          </a:bodyPr>
          <a:lstStyle/>
          <a:p>
            <a:r>
              <a:rPr lang="zh-TW" altLang="en-US" dirty="0"/>
              <a:t>早期電腦體積非常龐大，且沒有軟體，也沒有系統負責控制。</a:t>
            </a:r>
            <a:endParaRPr lang="en-US" altLang="zh-TW" dirty="0"/>
          </a:p>
          <a:p>
            <a:r>
              <a:rPr lang="zh-TW" altLang="en-US" dirty="0"/>
              <a:t>輸入裝置可能是讀卡機和</a:t>
            </a:r>
            <a:br>
              <a:rPr lang="en-US" altLang="zh-TW" dirty="0"/>
            </a:br>
            <a:r>
              <a:rPr lang="zh-TW" altLang="en-US" dirty="0"/>
              <a:t>磁帶機，輸出裝置則為印</a:t>
            </a:r>
            <a:br>
              <a:rPr lang="en-US" altLang="zh-TW" dirty="0"/>
            </a:br>
            <a:r>
              <a:rPr lang="zh-TW" altLang="en-US" dirty="0"/>
              <a:t>表機、打孔機或磁帶機。</a:t>
            </a:r>
            <a:endParaRPr lang="en-US" altLang="zh-TW" dirty="0"/>
          </a:p>
          <a:p>
            <a:r>
              <a:rPr lang="zh-TW" altLang="en-US" dirty="0"/>
              <a:t>使用者獨占計算機的所有</a:t>
            </a:r>
            <a:br>
              <a:rPr lang="en-US" altLang="zh-TW" dirty="0"/>
            </a:br>
            <a:r>
              <a:rPr lang="zh-TW" altLang="en-US" dirty="0"/>
              <a:t>資源，並直接使用硬體。</a:t>
            </a:r>
            <a:endParaRPr lang="en-US" altLang="zh-TW" dirty="0"/>
          </a:p>
          <a:p>
            <a:endParaRPr lang="zh-TW" altLang="en-US" dirty="0"/>
          </a:p>
        </p:txBody>
      </p:sp>
      <p:sp>
        <p:nvSpPr>
          <p:cNvPr id="6" name="圓角化對角線角落矩形 5">
            <a:hlinkClick r:id="rId3"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
        <p:nvSpPr>
          <p:cNvPr id="9" name="矩形 8"/>
          <p:cNvSpPr/>
          <p:nvPr/>
        </p:nvSpPr>
        <p:spPr>
          <a:xfrm>
            <a:off x="5247075" y="2234213"/>
            <a:ext cx="1800493" cy="369332"/>
          </a:xfrm>
          <a:prstGeom prst="rect">
            <a:avLst/>
          </a:prstGeom>
        </p:spPr>
        <p:style>
          <a:lnRef idx="2">
            <a:schemeClr val="dk1">
              <a:shade val="50000"/>
            </a:schemeClr>
          </a:lnRef>
          <a:fillRef idx="1">
            <a:schemeClr val="dk1"/>
          </a:fillRef>
          <a:effectRef idx="0">
            <a:schemeClr val="dk1"/>
          </a:effectRef>
          <a:fontRef idx="minor">
            <a:schemeClr val="lt1"/>
          </a:fontRef>
        </p:style>
        <p:txBody>
          <a:bodyPr wrap="none">
            <a:spAutoFit/>
          </a:bodyPr>
          <a:lstStyle/>
          <a:p>
            <a:r>
              <a:rPr lang="zh-TW" altLang="en-US" b="1" dirty="0">
                <a:solidFill>
                  <a:schemeClr val="bg1"/>
                </a:solidFill>
                <a:latin typeface="微軟正黑體" pitchFamily="34" charset="-120"/>
                <a:ea typeface="微軟正黑體" pitchFamily="34" charset="-120"/>
              </a:rPr>
              <a:t>電腦資料打孔紙</a:t>
            </a:r>
          </a:p>
        </p:txBody>
      </p:sp>
    </p:spTree>
    <p:extLst>
      <p:ext uri="{BB962C8B-B14F-4D97-AF65-F5344CB8AC3E}">
        <p14:creationId xmlns:p14="http://schemas.microsoft.com/office/powerpoint/2010/main" val="42930201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手動操作階段</a:t>
            </a:r>
          </a:p>
        </p:txBody>
      </p:sp>
      <p:sp>
        <p:nvSpPr>
          <p:cNvPr id="5" name="內容版面配置區 4"/>
          <p:cNvSpPr>
            <a:spLocks noGrp="1"/>
          </p:cNvSpPr>
          <p:nvPr>
            <p:ph idx="1"/>
          </p:nvPr>
        </p:nvSpPr>
        <p:spPr/>
        <p:txBody>
          <a:bodyPr>
            <a:normAutofit fontScale="85000" lnSpcReduction="10000"/>
          </a:bodyPr>
          <a:lstStyle/>
          <a:p>
            <a:r>
              <a:rPr lang="zh-TW" altLang="en-US" dirty="0"/>
              <a:t>執行程式時，要先將計算機初始化，然後啟動控制開關。</a:t>
            </a:r>
            <a:endParaRPr lang="en-US" altLang="zh-TW" dirty="0"/>
          </a:p>
          <a:p>
            <a:pPr lvl="1"/>
            <a:r>
              <a:rPr lang="zh-TW" altLang="en-US" dirty="0">
                <a:solidFill>
                  <a:srgbClr val="0070C0"/>
                </a:solidFill>
              </a:rPr>
              <a:t>輸入</a:t>
            </a:r>
            <a:r>
              <a:rPr lang="zh-TW" altLang="en-US" dirty="0"/>
              <a:t>：將程式、資料和與工作相關的控制訊息打洞在打孔紙內，依序輸入計算機。</a:t>
            </a:r>
            <a:endParaRPr lang="en-US" altLang="zh-TW" dirty="0"/>
          </a:p>
          <a:p>
            <a:pPr lvl="1"/>
            <a:r>
              <a:rPr lang="zh-TW" altLang="en-US" dirty="0">
                <a:solidFill>
                  <a:srgbClr val="0070C0"/>
                </a:solidFill>
              </a:rPr>
              <a:t>輸出</a:t>
            </a:r>
            <a:r>
              <a:rPr lang="zh-TW" altLang="en-US" dirty="0"/>
              <a:t>：計算機接收到輸入之後，開始執行作業。一段時間之後</a:t>
            </a:r>
            <a:r>
              <a:rPr lang="en-US" altLang="zh-TW" dirty="0"/>
              <a:t>(</a:t>
            </a:r>
            <a:r>
              <a:rPr lang="zh-TW" altLang="en-US" dirty="0"/>
              <a:t>可能是數分鐘、數小時、數天</a:t>
            </a:r>
            <a:r>
              <a:rPr lang="en-US" altLang="zh-TW" dirty="0"/>
              <a:t>)</a:t>
            </a:r>
            <a:r>
              <a:rPr lang="zh-TW" altLang="en-US" dirty="0"/>
              <a:t>產生輸出。</a:t>
            </a:r>
            <a:endParaRPr lang="en-US" altLang="zh-TW" dirty="0"/>
          </a:p>
          <a:p>
            <a:pPr lvl="1"/>
            <a:r>
              <a:rPr lang="zh-TW" altLang="en-US" dirty="0">
                <a:solidFill>
                  <a:srgbClr val="0070C0"/>
                </a:solidFill>
              </a:rPr>
              <a:t>除錯</a:t>
            </a:r>
            <a:r>
              <a:rPr lang="zh-TW" altLang="en-US" dirty="0"/>
              <a:t>：若程式執行有誤，須檢測記憶體和暫存器裡的值。</a:t>
            </a:r>
          </a:p>
          <a:p>
            <a:endParaRPr lang="zh-TW" altLang="en-US" dirty="0"/>
          </a:p>
        </p:txBody>
      </p:sp>
      <p:sp>
        <p:nvSpPr>
          <p:cNvPr id="7" name="圓角化對角線角落矩形 6">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42184374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批次系統 </a:t>
            </a:r>
            <a:r>
              <a:rPr lang="en-US" altLang="zh-TW" dirty="0"/>
              <a:t>(batch system)</a:t>
            </a:r>
            <a:endParaRPr lang="zh-TW" altLang="en-US" dirty="0"/>
          </a:p>
        </p:txBody>
      </p:sp>
      <p:sp>
        <p:nvSpPr>
          <p:cNvPr id="5" name="內容版面配置區 4"/>
          <p:cNvSpPr>
            <a:spLocks noGrp="1"/>
          </p:cNvSpPr>
          <p:nvPr>
            <p:ph idx="1"/>
          </p:nvPr>
        </p:nvSpPr>
        <p:spPr>
          <a:xfrm>
            <a:off x="457200" y="1660399"/>
            <a:ext cx="5734980" cy="2934224"/>
          </a:xfrm>
        </p:spPr>
        <p:txBody>
          <a:bodyPr>
            <a:normAutofit fontScale="85000" lnSpcReduction="10000"/>
          </a:bodyPr>
          <a:lstStyle/>
          <a:p>
            <a:r>
              <a:rPr lang="zh-TW" altLang="en-US" dirty="0"/>
              <a:t>批次系統是在一個工作到下一個工作時，負責自動控制轉換。</a:t>
            </a:r>
            <a:endParaRPr lang="en-US" altLang="zh-TW" dirty="0"/>
          </a:p>
          <a:p>
            <a:r>
              <a:rPr lang="zh-TW" altLang="en-US" dirty="0"/>
              <a:t>由於有了作業之間的轉接自動化，因而縮短了作業間等待</a:t>
            </a:r>
            <a:r>
              <a:rPr lang="en-US" altLang="zh-TW" dirty="0"/>
              <a:t>CPU</a:t>
            </a:r>
            <a:r>
              <a:rPr lang="zh-TW" altLang="en-US" dirty="0"/>
              <a:t>的時間，較能發揮計算機的處理能力。</a:t>
            </a:r>
            <a:endParaRPr lang="en-US" altLang="zh-TW" dirty="0"/>
          </a:p>
          <a:p>
            <a:r>
              <a:rPr lang="zh-TW" altLang="en-US" dirty="0"/>
              <a:t>批次系統的作業系統常駐在記憶體中。</a:t>
            </a:r>
          </a:p>
        </p:txBody>
      </p:sp>
      <p:sp>
        <p:nvSpPr>
          <p:cNvPr id="8" name="矩形 7"/>
          <p:cNvSpPr/>
          <p:nvPr/>
        </p:nvSpPr>
        <p:spPr>
          <a:xfrm>
            <a:off x="6680820" y="3832205"/>
            <a:ext cx="1620180" cy="646331"/>
          </a:xfrm>
          <a:prstGeom prst="rect">
            <a:avLst/>
          </a:prstGeom>
          <a:solidFill>
            <a:schemeClr val="tx2"/>
          </a:solidFill>
        </p:spPr>
        <p:txBody>
          <a:bodyPr wrap="square">
            <a:spAutoFit/>
          </a:bodyPr>
          <a:lstStyle/>
          <a:p>
            <a:pPr algn="ctr"/>
            <a:r>
              <a:rPr lang="zh-TW" altLang="en-US" b="1" dirty="0">
                <a:solidFill>
                  <a:schemeClr val="bg1"/>
                </a:solidFill>
                <a:latin typeface="微軟正黑體" pitchFamily="34" charset="-120"/>
                <a:ea typeface="微軟正黑體" pitchFamily="34" charset="-120"/>
              </a:rPr>
              <a:t>簡單的批次系</a:t>
            </a:r>
            <a:endParaRPr lang="en-US" altLang="zh-TW" b="1" dirty="0">
              <a:solidFill>
                <a:schemeClr val="bg1"/>
              </a:solidFill>
              <a:latin typeface="微軟正黑體" pitchFamily="34" charset="-120"/>
              <a:ea typeface="微軟正黑體" pitchFamily="34" charset="-120"/>
            </a:endParaRPr>
          </a:p>
          <a:p>
            <a:pPr algn="ctr"/>
            <a:r>
              <a:rPr lang="zh-TW" altLang="en-US" b="1" dirty="0">
                <a:solidFill>
                  <a:schemeClr val="bg1"/>
                </a:solidFill>
                <a:latin typeface="微軟正黑體" pitchFamily="34" charset="-120"/>
                <a:ea typeface="微軟正黑體" pitchFamily="34" charset="-120"/>
              </a:rPr>
              <a:t>統記憶體配置</a:t>
            </a:r>
          </a:p>
        </p:txBody>
      </p:sp>
      <p:sp>
        <p:nvSpPr>
          <p:cNvPr id="9" name="圓角化對角線角落矩形 8">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pic>
        <p:nvPicPr>
          <p:cNvPr id="3074"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97225" y="1446625"/>
            <a:ext cx="1789940" cy="23004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437067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批次系統 </a:t>
            </a:r>
            <a:r>
              <a:rPr lang="en-US" altLang="zh-TW" dirty="0"/>
              <a:t>(batch system)</a:t>
            </a:r>
            <a:endParaRPr lang="zh-TW" altLang="en-US" dirty="0"/>
          </a:p>
        </p:txBody>
      </p:sp>
      <p:sp>
        <p:nvSpPr>
          <p:cNvPr id="5" name="內容版面配置區 4"/>
          <p:cNvSpPr>
            <a:spLocks noGrp="1"/>
          </p:cNvSpPr>
          <p:nvPr>
            <p:ph idx="1"/>
          </p:nvPr>
        </p:nvSpPr>
        <p:spPr/>
        <p:txBody>
          <a:bodyPr>
            <a:normAutofit/>
          </a:bodyPr>
          <a:lstStyle/>
          <a:p>
            <a:r>
              <a:rPr lang="zh-TW" altLang="en-US" dirty="0"/>
              <a:t>作業員把若干相同或類似的工作集合為一整批</a:t>
            </a:r>
            <a:r>
              <a:rPr lang="en-US" altLang="zh-TW" dirty="0"/>
              <a:t>(batched)</a:t>
            </a:r>
            <a:r>
              <a:rPr lang="zh-TW" altLang="en-US" dirty="0"/>
              <a:t>，讀入主記憶體的緩衝區，再轉到磁帶上。</a:t>
            </a:r>
            <a:endParaRPr lang="en-US" altLang="zh-TW" dirty="0"/>
          </a:p>
          <a:p>
            <a:r>
              <a:rPr lang="zh-TW" altLang="en-US" dirty="0"/>
              <a:t>由系統監控程式接手，負責將磁帶上的每個作業循序讀入主記憶體中，交給</a:t>
            </a:r>
            <a:r>
              <a:rPr lang="en-US" altLang="zh-TW" dirty="0"/>
              <a:t>CPU</a:t>
            </a:r>
            <a:r>
              <a:rPr lang="zh-TW" altLang="en-US" dirty="0"/>
              <a:t>去運算處理。</a:t>
            </a:r>
            <a:endParaRPr lang="en-US" altLang="zh-TW" dirty="0"/>
          </a:p>
        </p:txBody>
      </p:sp>
      <p:sp>
        <p:nvSpPr>
          <p:cNvPr id="7" name="圓角化對角線角落矩形 6">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25852546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批次系統 </a:t>
            </a:r>
            <a:r>
              <a:rPr lang="en-US" altLang="zh-TW" dirty="0"/>
              <a:t>(batch system)</a:t>
            </a:r>
            <a:endParaRPr lang="zh-TW" altLang="en-US" dirty="0"/>
          </a:p>
        </p:txBody>
      </p:sp>
      <p:sp>
        <p:nvSpPr>
          <p:cNvPr id="3" name="內容版面配置區 2"/>
          <p:cNvSpPr>
            <a:spLocks noGrp="1"/>
          </p:cNvSpPr>
          <p:nvPr>
            <p:ph idx="1"/>
          </p:nvPr>
        </p:nvSpPr>
        <p:spPr/>
        <p:txBody>
          <a:bodyPr/>
          <a:lstStyle/>
          <a:p>
            <a:r>
              <a:rPr lang="zh-TW" altLang="en-US" dirty="0"/>
              <a:t>一個作業接著一個作業運作，直到整批全部完成，再把下批作業讀入磁帶，以同樣的方式進行處理。</a:t>
            </a:r>
            <a:endParaRPr lang="en-US" altLang="zh-TW" dirty="0"/>
          </a:p>
          <a:p>
            <a:r>
              <a:rPr lang="zh-TW" altLang="en-US" dirty="0"/>
              <a:t>由於</a:t>
            </a:r>
            <a:r>
              <a:rPr lang="en-US" altLang="zh-TW" dirty="0"/>
              <a:t>I/O</a:t>
            </a:r>
            <a:r>
              <a:rPr lang="zh-TW" altLang="en-US" dirty="0"/>
              <a:t>緩慢的關係，</a:t>
            </a:r>
            <a:r>
              <a:rPr lang="en-US" altLang="zh-TW" dirty="0"/>
              <a:t>CPU</a:t>
            </a:r>
            <a:r>
              <a:rPr lang="zh-TW" altLang="en-US" dirty="0"/>
              <a:t>仍經常處於閒置等待的狀態。</a:t>
            </a:r>
            <a:endParaRPr lang="en-US" altLang="zh-TW" dirty="0"/>
          </a:p>
          <a:p>
            <a:endParaRPr lang="en-US" altLang="zh-TW" dirty="0"/>
          </a:p>
          <a:p>
            <a:endParaRPr lang="zh-TW" altLang="en-US" dirty="0"/>
          </a:p>
        </p:txBody>
      </p:sp>
    </p:spTree>
    <p:extLst>
      <p:ext uri="{BB962C8B-B14F-4D97-AF65-F5344CB8AC3E}">
        <p14:creationId xmlns:p14="http://schemas.microsoft.com/office/powerpoint/2010/main" val="2613985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批次系統 </a:t>
            </a:r>
            <a:r>
              <a:rPr lang="en-US" altLang="zh-TW" dirty="0"/>
              <a:t>(batch system)</a:t>
            </a:r>
            <a:endParaRPr lang="zh-TW" altLang="en-US" dirty="0"/>
          </a:p>
        </p:txBody>
      </p:sp>
      <p:sp>
        <p:nvSpPr>
          <p:cNvPr id="5" name="內容版面配置區 4"/>
          <p:cNvSpPr>
            <a:spLocks noGrp="1"/>
          </p:cNvSpPr>
          <p:nvPr>
            <p:ph idx="1"/>
          </p:nvPr>
        </p:nvSpPr>
        <p:spPr/>
        <p:txBody>
          <a:bodyPr>
            <a:normAutofit/>
          </a:bodyPr>
          <a:lstStyle/>
          <a:p>
            <a:r>
              <a:rPr lang="zh-TW" altLang="en-US" dirty="0"/>
              <a:t>批次系統已經允許把所有工作一起放在磁碟中，若能直接存取多件工作，作業系統就可以進行</a:t>
            </a:r>
            <a:r>
              <a:rPr lang="zh-TW" altLang="en-US" dirty="0">
                <a:solidFill>
                  <a:srgbClr val="C00000"/>
                </a:solidFill>
              </a:rPr>
              <a:t>工作排程</a:t>
            </a:r>
            <a:r>
              <a:rPr lang="en-US" altLang="zh-TW" dirty="0"/>
              <a:t>(job scheduling)</a:t>
            </a:r>
            <a:r>
              <a:rPr lang="zh-TW" altLang="en-US" dirty="0"/>
              <a:t>，進而增進效率。</a:t>
            </a:r>
            <a:endParaRPr lang="en-US" altLang="zh-TW" dirty="0"/>
          </a:p>
          <a:p>
            <a:r>
              <a:rPr lang="zh-TW" altLang="en-US" dirty="0"/>
              <a:t>批次系統讓使用者不必理解計算機的每個細節，就能進行處理。</a:t>
            </a:r>
          </a:p>
          <a:p>
            <a:endParaRPr lang="en-US" altLang="zh-TW" dirty="0"/>
          </a:p>
        </p:txBody>
      </p:sp>
      <p:sp>
        <p:nvSpPr>
          <p:cNvPr id="7" name="圓角化對角線角落矩形 6">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512499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多元程式規劃系統</a:t>
            </a:r>
          </a:p>
        </p:txBody>
      </p:sp>
      <p:sp>
        <p:nvSpPr>
          <p:cNvPr id="5" name="內容版面配置區 4"/>
          <p:cNvSpPr>
            <a:spLocks noGrp="1"/>
          </p:cNvSpPr>
          <p:nvPr>
            <p:ph idx="1"/>
          </p:nvPr>
        </p:nvSpPr>
        <p:spPr/>
        <p:txBody>
          <a:bodyPr>
            <a:normAutofit fontScale="92500"/>
          </a:bodyPr>
          <a:lstStyle/>
          <a:p>
            <a:r>
              <a:rPr lang="zh-TW" altLang="en-US" dirty="0"/>
              <a:t>有了工作排程之後，最重要的就是</a:t>
            </a:r>
            <a:r>
              <a:rPr lang="zh-TW" altLang="en-US" dirty="0">
                <a:solidFill>
                  <a:srgbClr val="C00000"/>
                </a:solidFill>
              </a:rPr>
              <a:t>多元程式規劃</a:t>
            </a:r>
            <a:r>
              <a:rPr lang="en-US" altLang="zh-TW" dirty="0"/>
              <a:t>(multiprogramming)</a:t>
            </a:r>
            <a:r>
              <a:rPr lang="zh-TW" altLang="en-US" dirty="0"/>
              <a:t>的能力。</a:t>
            </a:r>
            <a:endParaRPr lang="en-US" altLang="zh-TW" dirty="0"/>
          </a:p>
          <a:p>
            <a:r>
              <a:rPr lang="zh-TW" altLang="en-US" dirty="0"/>
              <a:t>多元程式規劃的目的，是要</a:t>
            </a:r>
            <a:r>
              <a:rPr lang="zh-TW" altLang="en-US" u="sng" dirty="0"/>
              <a:t>增進</a:t>
            </a:r>
            <a:r>
              <a:rPr lang="en-US" altLang="zh-TW" u="sng" dirty="0"/>
              <a:t>CPU</a:t>
            </a:r>
            <a:r>
              <a:rPr lang="zh-TW" altLang="en-US" u="sng" dirty="0"/>
              <a:t>的使用率</a:t>
            </a:r>
            <a:r>
              <a:rPr lang="zh-TW" altLang="en-US" dirty="0"/>
              <a:t>，只要還有程序需要</a:t>
            </a:r>
            <a:r>
              <a:rPr lang="en-US" altLang="zh-TW" dirty="0"/>
              <a:t>CPU</a:t>
            </a:r>
            <a:r>
              <a:rPr lang="zh-TW" altLang="en-US" dirty="0"/>
              <a:t>，</a:t>
            </a:r>
            <a:r>
              <a:rPr lang="en-US" altLang="zh-TW" dirty="0"/>
              <a:t>CPU</a:t>
            </a:r>
            <a:r>
              <a:rPr lang="zh-TW" altLang="en-US" dirty="0"/>
              <a:t>就不會閒置等待。</a:t>
            </a:r>
            <a:endParaRPr lang="en-US" altLang="zh-TW" dirty="0"/>
          </a:p>
          <a:p>
            <a:r>
              <a:rPr lang="zh-TW" altLang="en-US" dirty="0"/>
              <a:t>一個程式被載入記憶體中並執行時，稱為一個</a:t>
            </a:r>
            <a:r>
              <a:rPr lang="zh-TW" altLang="en-US" dirty="0">
                <a:solidFill>
                  <a:srgbClr val="C00000"/>
                </a:solidFill>
              </a:rPr>
              <a:t>程序</a:t>
            </a:r>
            <a:r>
              <a:rPr lang="zh-TW" altLang="en-US" dirty="0"/>
              <a:t>。</a:t>
            </a:r>
          </a:p>
        </p:txBody>
      </p:sp>
      <p:sp>
        <p:nvSpPr>
          <p:cNvPr id="7" name="圓角化對角線角落矩形 6">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3430221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程序的生命週期</a:t>
            </a:r>
          </a:p>
        </p:txBody>
      </p:sp>
      <p:sp>
        <p:nvSpPr>
          <p:cNvPr id="5" name="圓角化對角線角落矩形 4">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pic>
        <p:nvPicPr>
          <p:cNvPr id="2"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96725" y="1671650"/>
            <a:ext cx="4732466" cy="2699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0115123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程序的生命週期</a:t>
            </a:r>
            <a:endParaRPr lang="zh-TW" altLang="en-US" dirty="0"/>
          </a:p>
        </p:txBody>
      </p:sp>
      <p:sp>
        <p:nvSpPr>
          <p:cNvPr id="3" name="內容版面配置區 2"/>
          <p:cNvSpPr>
            <a:spLocks noGrp="1"/>
          </p:cNvSpPr>
          <p:nvPr>
            <p:ph idx="1"/>
          </p:nvPr>
        </p:nvSpPr>
        <p:spPr/>
        <p:txBody>
          <a:bodyPr>
            <a:normAutofit fontScale="92500" lnSpcReduction="20000"/>
          </a:bodyPr>
          <a:lstStyle/>
          <a:p>
            <a:r>
              <a:rPr lang="zh-TW" altLang="en-US" dirty="0"/>
              <a:t>新產生：程序正在產生中。</a:t>
            </a:r>
          </a:p>
          <a:p>
            <a:r>
              <a:rPr lang="zh-TW" altLang="en-US" dirty="0"/>
              <a:t>執行：程序得到資源正在執行中。</a:t>
            </a:r>
          </a:p>
          <a:p>
            <a:r>
              <a:rPr lang="zh-TW" altLang="en-US" dirty="0"/>
              <a:t>等待：程序在等待某個事件發生</a:t>
            </a:r>
            <a:r>
              <a:rPr lang="en-US" altLang="zh-TW" dirty="0"/>
              <a:t>(</a:t>
            </a:r>
            <a:r>
              <a:rPr lang="zh-TW" altLang="en-US" dirty="0"/>
              <a:t>如：等待使用者輸入</a:t>
            </a:r>
            <a:r>
              <a:rPr lang="en-US" altLang="zh-TW" dirty="0"/>
              <a:t>)</a:t>
            </a:r>
            <a:r>
              <a:rPr lang="zh-TW" altLang="en-US" dirty="0"/>
              <a:t>。</a:t>
            </a:r>
          </a:p>
          <a:p>
            <a:r>
              <a:rPr lang="zh-TW" altLang="en-US" dirty="0"/>
              <a:t>就緒：程序一切已準備就緒，在等待處理器執行。</a:t>
            </a:r>
          </a:p>
          <a:p>
            <a:r>
              <a:rPr lang="zh-TW" altLang="en-US" dirty="0"/>
              <a:t>結束：程序已完成。</a:t>
            </a:r>
          </a:p>
          <a:p>
            <a:endParaRPr lang="zh-TW" altLang="en-US" dirty="0"/>
          </a:p>
        </p:txBody>
      </p:sp>
      <p:sp>
        <p:nvSpPr>
          <p:cNvPr id="4" name="圓角化對角線角落矩形 3">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12919338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多元程式規劃系統</a:t>
            </a:r>
          </a:p>
        </p:txBody>
      </p:sp>
      <p:sp>
        <p:nvSpPr>
          <p:cNvPr id="5" name="內容版面配置區 4"/>
          <p:cNvSpPr>
            <a:spLocks noGrp="1"/>
          </p:cNvSpPr>
          <p:nvPr>
            <p:ph idx="1"/>
          </p:nvPr>
        </p:nvSpPr>
        <p:spPr>
          <a:xfrm>
            <a:off x="457200" y="1660399"/>
            <a:ext cx="5734980" cy="3172852"/>
          </a:xfrm>
        </p:spPr>
        <p:txBody>
          <a:bodyPr>
            <a:normAutofit/>
          </a:bodyPr>
          <a:lstStyle/>
          <a:p>
            <a:r>
              <a:rPr lang="zh-TW" altLang="en-US" dirty="0"/>
              <a:t>只要程序進入等待狀態，</a:t>
            </a:r>
            <a:r>
              <a:rPr lang="en-US" altLang="zh-TW" dirty="0"/>
              <a:t>CPU</a:t>
            </a:r>
            <a:r>
              <a:rPr lang="zh-TW" altLang="en-US" dirty="0"/>
              <a:t>就轉移到其他工作運作，若原本在等待的程序已經變成就緒，就有機會再重新得到</a:t>
            </a:r>
            <a:r>
              <a:rPr lang="en-US" altLang="zh-TW" dirty="0"/>
              <a:t>CPU</a:t>
            </a:r>
            <a:r>
              <a:rPr lang="zh-TW" altLang="en-US" dirty="0"/>
              <a:t>資源。</a:t>
            </a:r>
            <a:endParaRPr lang="en-US" altLang="zh-TW" dirty="0"/>
          </a:p>
          <a:p>
            <a:endParaRPr lang="zh-TW" altLang="en-US" dirty="0"/>
          </a:p>
        </p:txBody>
      </p:sp>
      <p:sp>
        <p:nvSpPr>
          <p:cNvPr id="9" name="矩形 8"/>
          <p:cNvSpPr/>
          <p:nvPr/>
        </p:nvSpPr>
        <p:spPr>
          <a:xfrm>
            <a:off x="6753922" y="1014068"/>
            <a:ext cx="2067893" cy="646331"/>
          </a:xfrm>
          <a:prstGeom prst="rect">
            <a:avLst/>
          </a:prstGeom>
          <a:solidFill>
            <a:schemeClr val="tx2"/>
          </a:solidFill>
        </p:spPr>
        <p:txBody>
          <a:bodyPr wrap="square">
            <a:spAutoFit/>
          </a:bodyPr>
          <a:lstStyle/>
          <a:p>
            <a:pPr algn="ctr"/>
            <a:r>
              <a:rPr lang="zh-TW" altLang="en-US" b="1" dirty="0">
                <a:solidFill>
                  <a:schemeClr val="bg1"/>
                </a:solidFill>
                <a:latin typeface="微軟正黑體" pitchFamily="34" charset="-120"/>
                <a:ea typeface="微軟正黑體" pitchFamily="34" charset="-120"/>
              </a:rPr>
              <a:t>多元程式規劃系統的記憶體配置</a:t>
            </a:r>
          </a:p>
        </p:txBody>
      </p:sp>
      <p:sp>
        <p:nvSpPr>
          <p:cNvPr id="8" name="圓角化對角線角落矩形 7">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pic>
        <p:nvPicPr>
          <p:cNvPr id="5123"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2210" y="1730290"/>
            <a:ext cx="2157903" cy="2787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0529963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多元程式規劃系統</a:t>
            </a:r>
          </a:p>
        </p:txBody>
      </p:sp>
      <p:sp>
        <p:nvSpPr>
          <p:cNvPr id="3" name="內容版面配置區 2"/>
          <p:cNvSpPr>
            <a:spLocks noGrp="1"/>
          </p:cNvSpPr>
          <p:nvPr>
            <p:ph idx="1"/>
          </p:nvPr>
        </p:nvSpPr>
        <p:spPr/>
        <p:txBody>
          <a:bodyPr/>
          <a:lstStyle/>
          <a:p>
            <a:r>
              <a:rPr lang="zh-TW" altLang="en-US" dirty="0"/>
              <a:t>所有工作進入系統後，都放在</a:t>
            </a:r>
            <a:r>
              <a:rPr lang="zh-TW" altLang="en-US" dirty="0">
                <a:solidFill>
                  <a:srgbClr val="C00000"/>
                </a:solidFill>
              </a:rPr>
              <a:t>工作池</a:t>
            </a:r>
            <a:r>
              <a:rPr lang="en-US" altLang="zh-TW" dirty="0"/>
              <a:t>(job pool)</a:t>
            </a:r>
            <a:r>
              <a:rPr lang="zh-TW" altLang="en-US" dirty="0"/>
              <a:t>，多元程式規劃必須為使用者決定執行優先順序，將多個程序放置在記憶體中。</a:t>
            </a:r>
            <a:endParaRPr lang="en-US" altLang="zh-TW" dirty="0"/>
          </a:p>
          <a:p>
            <a:endParaRPr lang="zh-TW" altLang="en-US" dirty="0"/>
          </a:p>
        </p:txBody>
      </p:sp>
      <p:sp>
        <p:nvSpPr>
          <p:cNvPr id="4" name="圓角化對角線角落矩形 3">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7376496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多元程式規劃的排程</a:t>
            </a:r>
          </a:p>
        </p:txBody>
      </p:sp>
      <p:sp>
        <p:nvSpPr>
          <p:cNvPr id="5" name="內容版面配置區 4"/>
          <p:cNvSpPr>
            <a:spLocks noGrp="1"/>
          </p:cNvSpPr>
          <p:nvPr>
            <p:ph idx="1"/>
          </p:nvPr>
        </p:nvSpPr>
        <p:spPr/>
        <p:txBody>
          <a:bodyPr/>
          <a:lstStyle/>
          <a:p>
            <a:r>
              <a:rPr lang="zh-TW" altLang="en-US" dirty="0"/>
              <a:t>多個程序需要執行時，先放到大型儲存裝置的工作池中，等候被執行。</a:t>
            </a:r>
            <a:endParaRPr lang="en-US" altLang="zh-TW" dirty="0"/>
          </a:p>
        </p:txBody>
      </p:sp>
      <p:sp>
        <p:nvSpPr>
          <p:cNvPr id="7" name="圓角化對角線角落矩形 6">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3177009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多元程式規劃的排程</a:t>
            </a:r>
          </a:p>
        </p:txBody>
      </p:sp>
      <p:sp>
        <p:nvSpPr>
          <p:cNvPr id="3" name="內容版面配置區 2"/>
          <p:cNvSpPr>
            <a:spLocks noGrp="1"/>
          </p:cNvSpPr>
          <p:nvPr>
            <p:ph idx="1"/>
          </p:nvPr>
        </p:nvSpPr>
        <p:spPr/>
        <p:txBody>
          <a:bodyPr/>
          <a:lstStyle/>
          <a:p>
            <a:pPr lvl="1"/>
            <a:r>
              <a:rPr lang="zh-TW" altLang="en-US" dirty="0"/>
              <a:t>工作排程</a:t>
            </a:r>
            <a:r>
              <a:rPr lang="en-US" altLang="zh-TW" dirty="0"/>
              <a:t>(job scheduling)</a:t>
            </a:r>
            <a:r>
              <a:rPr lang="zh-TW" altLang="en-US" dirty="0"/>
              <a:t>：負責把程序從工作池中選出，載入到記憶體內以便執行。</a:t>
            </a:r>
            <a:endParaRPr lang="en-US" altLang="zh-TW" dirty="0"/>
          </a:p>
          <a:p>
            <a:pPr lvl="1"/>
            <a:r>
              <a:rPr lang="zh-TW" altLang="en-US" dirty="0"/>
              <a:t>處理器排程</a:t>
            </a:r>
            <a:r>
              <a:rPr lang="en-US" altLang="zh-TW" dirty="0"/>
              <a:t>(CPU scheduling)</a:t>
            </a:r>
            <a:r>
              <a:rPr lang="zh-TW" altLang="en-US" dirty="0"/>
              <a:t>：程序進入記憶體後仍須等待，此時使用</a:t>
            </a:r>
            <a:r>
              <a:rPr lang="en-US" altLang="zh-TW" dirty="0"/>
              <a:t>CPU</a:t>
            </a:r>
            <a:r>
              <a:rPr lang="zh-TW" altLang="en-US" dirty="0"/>
              <a:t>排程，從記憶體中挑選已就緒的程序，將</a:t>
            </a:r>
            <a:r>
              <a:rPr lang="en-US" altLang="zh-TW" dirty="0"/>
              <a:t>CPU</a:t>
            </a:r>
            <a:r>
              <a:rPr lang="zh-TW" altLang="en-US" dirty="0"/>
              <a:t>分配給它使用。</a:t>
            </a:r>
            <a:endParaRPr lang="en-US" altLang="zh-TW" dirty="0"/>
          </a:p>
          <a:p>
            <a:endParaRPr lang="zh-TW" altLang="en-US" dirty="0"/>
          </a:p>
        </p:txBody>
      </p:sp>
    </p:spTree>
    <p:extLst>
      <p:ext uri="{BB962C8B-B14F-4D97-AF65-F5344CB8AC3E}">
        <p14:creationId xmlns:p14="http://schemas.microsoft.com/office/powerpoint/2010/main" val="1125234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多元程式規劃的排程</a:t>
            </a:r>
          </a:p>
        </p:txBody>
      </p:sp>
      <p:sp>
        <p:nvSpPr>
          <p:cNvPr id="3" name="內容版面配置區 2"/>
          <p:cNvSpPr>
            <a:spLocks noGrp="1"/>
          </p:cNvSpPr>
          <p:nvPr>
            <p:ph idx="1"/>
          </p:nvPr>
        </p:nvSpPr>
        <p:spPr/>
        <p:txBody>
          <a:bodyPr/>
          <a:lstStyle/>
          <a:p>
            <a:r>
              <a:rPr lang="zh-TW" altLang="en-US" dirty="0"/>
              <a:t>這兩種排程的主要差別是執行次數，</a:t>
            </a:r>
            <a:r>
              <a:rPr lang="en-US" altLang="zh-TW" dirty="0"/>
              <a:t>CPU</a:t>
            </a:r>
            <a:r>
              <a:rPr lang="zh-TW" altLang="en-US" dirty="0"/>
              <a:t>排程的執行頻率非常頻繁。</a:t>
            </a:r>
            <a:endParaRPr lang="en-US" altLang="zh-TW" dirty="0"/>
          </a:p>
          <a:p>
            <a:endParaRPr lang="zh-TW" altLang="en-US" dirty="0"/>
          </a:p>
        </p:txBody>
      </p:sp>
    </p:spTree>
    <p:extLst>
      <p:ext uri="{BB962C8B-B14F-4D97-AF65-F5344CB8AC3E}">
        <p14:creationId xmlns:p14="http://schemas.microsoft.com/office/powerpoint/2010/main" val="36052617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多元程式規劃的排程</a:t>
            </a:r>
          </a:p>
        </p:txBody>
      </p:sp>
      <p:sp>
        <p:nvSpPr>
          <p:cNvPr id="3" name="內容版面配置區 2"/>
          <p:cNvSpPr>
            <a:spLocks noGrp="1"/>
          </p:cNvSpPr>
          <p:nvPr>
            <p:ph idx="1"/>
          </p:nvPr>
        </p:nvSpPr>
        <p:spPr/>
        <p:txBody>
          <a:bodyPr>
            <a:normAutofit fontScale="85000" lnSpcReduction="10000"/>
          </a:bodyPr>
          <a:lstStyle/>
          <a:p>
            <a:r>
              <a:rPr lang="zh-TW" altLang="en-US" dirty="0"/>
              <a:t>每個程序都有一個專屬的</a:t>
            </a:r>
            <a:r>
              <a:rPr lang="en-US" altLang="zh-TW" dirty="0"/>
              <a:t>PCB</a:t>
            </a:r>
            <a:r>
              <a:rPr lang="zh-TW" altLang="en-US" dirty="0"/>
              <a:t>（</a:t>
            </a:r>
            <a:r>
              <a:rPr lang="en-US" altLang="zh-TW" dirty="0"/>
              <a:t>Process</a:t>
            </a:r>
            <a:r>
              <a:rPr lang="zh-TW" altLang="en-US" dirty="0"/>
              <a:t> </a:t>
            </a:r>
            <a:r>
              <a:rPr lang="en-US" altLang="zh-TW" dirty="0"/>
              <a:t>Control Block</a:t>
            </a:r>
            <a:r>
              <a:rPr lang="zh-TW" altLang="en-US" dirty="0"/>
              <a:t>；程序控制區塊），它被用來記錄該程序當下的執行狀態。</a:t>
            </a:r>
            <a:endParaRPr lang="en-US" altLang="zh-TW" dirty="0"/>
          </a:p>
          <a:p>
            <a:r>
              <a:rPr lang="zh-TW" altLang="en-US" dirty="0"/>
              <a:t>在圖</a:t>
            </a:r>
            <a:r>
              <a:rPr lang="en-US" altLang="zh-TW" dirty="0"/>
              <a:t>4-7</a:t>
            </a:r>
            <a:r>
              <a:rPr lang="zh-TW" altLang="en-US" dirty="0"/>
              <a:t>中，我們以</a:t>
            </a:r>
            <a:r>
              <a:rPr lang="en-US" altLang="zh-TW" dirty="0"/>
              <a:t>CPU</a:t>
            </a:r>
            <a:r>
              <a:rPr lang="zh-TW" altLang="en-US" dirty="0"/>
              <a:t>在兩個程序間的來回運轉為例，說明如何交換執行。當程序</a:t>
            </a:r>
            <a:r>
              <a:rPr lang="en-US" altLang="zh-TW" dirty="0"/>
              <a:t>P</a:t>
            </a:r>
            <a:r>
              <a:rPr lang="en-US" altLang="zh-TW" baseline="-25000" dirty="0"/>
              <a:t>0</a:t>
            </a:r>
            <a:r>
              <a:rPr lang="zh-TW" altLang="en-US" dirty="0"/>
              <a:t>執行時，可能因碰上由硬體觸發的中斷事件，或者軟體觸發的系統呼叫而中斷。</a:t>
            </a:r>
            <a:endParaRPr lang="en-US" altLang="zh-TW" dirty="0"/>
          </a:p>
        </p:txBody>
      </p:sp>
      <p:sp>
        <p:nvSpPr>
          <p:cNvPr id="4" name="圓角化對角線角落矩形 3">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987595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多元程式規劃的排程</a:t>
            </a:r>
          </a:p>
        </p:txBody>
      </p:sp>
      <p:sp>
        <p:nvSpPr>
          <p:cNvPr id="3" name="內容版面配置區 2"/>
          <p:cNvSpPr>
            <a:spLocks noGrp="1"/>
          </p:cNvSpPr>
          <p:nvPr>
            <p:ph idx="1"/>
          </p:nvPr>
        </p:nvSpPr>
        <p:spPr/>
        <p:txBody>
          <a:bodyPr>
            <a:normAutofit fontScale="85000" lnSpcReduction="20000"/>
          </a:bodyPr>
          <a:lstStyle/>
          <a:p>
            <a:r>
              <a:rPr lang="zh-TW" altLang="en-US" dirty="0"/>
              <a:t>這時候就必須將</a:t>
            </a:r>
            <a:r>
              <a:rPr lang="en-US" altLang="zh-TW" dirty="0"/>
              <a:t>P</a:t>
            </a:r>
            <a:r>
              <a:rPr lang="en-US" altLang="zh-TW" baseline="-25000" dirty="0"/>
              <a:t>0</a:t>
            </a:r>
            <a:r>
              <a:rPr lang="zh-TW" altLang="en-US" dirty="0"/>
              <a:t>當下的執行狀態儲存到</a:t>
            </a:r>
            <a:r>
              <a:rPr lang="en-US" altLang="zh-TW" dirty="0"/>
              <a:t>P</a:t>
            </a:r>
            <a:r>
              <a:rPr lang="en-US" altLang="zh-TW" baseline="-25000" dirty="0"/>
              <a:t>0</a:t>
            </a:r>
            <a:r>
              <a:rPr lang="zh-TW" altLang="en-US" dirty="0"/>
              <a:t>的程序控制區塊</a:t>
            </a:r>
            <a:r>
              <a:rPr lang="en-US" altLang="zh-TW" dirty="0"/>
              <a:t>PCB</a:t>
            </a:r>
            <a:r>
              <a:rPr lang="en-US" altLang="zh-TW" baseline="-25000" dirty="0"/>
              <a:t>0</a:t>
            </a:r>
            <a:r>
              <a:rPr lang="zh-TW" altLang="en-US" dirty="0"/>
              <a:t>，然後將</a:t>
            </a:r>
            <a:r>
              <a:rPr lang="en-US" altLang="zh-TW" dirty="0"/>
              <a:t>P</a:t>
            </a:r>
            <a:r>
              <a:rPr lang="en-US" altLang="zh-TW" baseline="-25000" dirty="0"/>
              <a:t>1</a:t>
            </a:r>
            <a:r>
              <a:rPr lang="zh-TW" altLang="en-US" dirty="0"/>
              <a:t>的程序控制區塊</a:t>
            </a:r>
            <a:r>
              <a:rPr lang="en-US" altLang="zh-TW" dirty="0"/>
              <a:t>PCB</a:t>
            </a:r>
            <a:r>
              <a:rPr lang="en-US" altLang="zh-TW" baseline="-25000" dirty="0"/>
              <a:t>1</a:t>
            </a:r>
            <a:r>
              <a:rPr lang="zh-TW" altLang="en-US" dirty="0"/>
              <a:t>載入，恢復到當初</a:t>
            </a:r>
            <a:r>
              <a:rPr lang="en-US" altLang="zh-TW" dirty="0"/>
              <a:t>P</a:t>
            </a:r>
            <a:r>
              <a:rPr lang="en-US" altLang="zh-TW" baseline="-25000" dirty="0"/>
              <a:t>1</a:t>
            </a:r>
            <a:r>
              <a:rPr lang="zh-TW" altLang="en-US" dirty="0"/>
              <a:t>的執行狀態後才開始執行</a:t>
            </a:r>
            <a:r>
              <a:rPr lang="en-US" altLang="zh-TW" dirty="0"/>
              <a:t>P</a:t>
            </a:r>
            <a:r>
              <a:rPr lang="en-US" altLang="zh-TW" baseline="-25000" dirty="0"/>
              <a:t>1</a:t>
            </a:r>
            <a:r>
              <a:rPr lang="zh-TW" altLang="en-US" dirty="0"/>
              <a:t>。</a:t>
            </a:r>
            <a:endParaRPr lang="en-US" altLang="zh-TW" dirty="0"/>
          </a:p>
          <a:p>
            <a:r>
              <a:rPr lang="zh-TW" altLang="en-US" dirty="0"/>
              <a:t>等到</a:t>
            </a:r>
            <a:r>
              <a:rPr lang="en-US" altLang="zh-TW" dirty="0"/>
              <a:t>P</a:t>
            </a:r>
            <a:r>
              <a:rPr lang="en-US" altLang="zh-TW" baseline="-25000" dirty="0"/>
              <a:t>1</a:t>
            </a:r>
            <a:r>
              <a:rPr lang="zh-TW" altLang="en-US" dirty="0"/>
              <a:t>執行被中斷時，就將</a:t>
            </a:r>
            <a:r>
              <a:rPr lang="en-US" altLang="zh-TW" dirty="0"/>
              <a:t>P</a:t>
            </a:r>
            <a:r>
              <a:rPr lang="en-US" altLang="zh-TW" baseline="-25000" dirty="0"/>
              <a:t>1</a:t>
            </a:r>
            <a:r>
              <a:rPr lang="zh-TW" altLang="en-US" dirty="0"/>
              <a:t>當下的執行狀態儲存到</a:t>
            </a:r>
            <a:r>
              <a:rPr lang="en-US" altLang="zh-TW" dirty="0"/>
              <a:t>P</a:t>
            </a:r>
            <a:r>
              <a:rPr lang="en-US" altLang="zh-TW" baseline="-25000" dirty="0"/>
              <a:t>1</a:t>
            </a:r>
            <a:r>
              <a:rPr lang="zh-TW" altLang="en-US" dirty="0"/>
              <a:t>的程序控制區塊</a:t>
            </a:r>
            <a:r>
              <a:rPr lang="en-US" altLang="zh-TW" dirty="0"/>
              <a:t>PCB</a:t>
            </a:r>
            <a:r>
              <a:rPr lang="en-US" altLang="zh-TW" baseline="-25000" dirty="0"/>
              <a:t>1</a:t>
            </a:r>
            <a:r>
              <a:rPr lang="zh-TW" altLang="en-US" dirty="0"/>
              <a:t>，然後將當初儲存的</a:t>
            </a:r>
            <a:r>
              <a:rPr lang="en-US" altLang="zh-TW" dirty="0"/>
              <a:t>P</a:t>
            </a:r>
            <a:r>
              <a:rPr lang="en-US" altLang="zh-TW" baseline="-25000" dirty="0"/>
              <a:t>0</a:t>
            </a:r>
            <a:r>
              <a:rPr lang="zh-TW" altLang="en-US" dirty="0"/>
              <a:t>的程序控制區塊</a:t>
            </a:r>
            <a:r>
              <a:rPr lang="en-US" altLang="zh-TW" dirty="0"/>
              <a:t>PCB</a:t>
            </a:r>
            <a:r>
              <a:rPr lang="en-US" altLang="zh-TW" baseline="-25000" dirty="0"/>
              <a:t>0</a:t>
            </a:r>
            <a:r>
              <a:rPr lang="zh-TW" altLang="en-US" dirty="0"/>
              <a:t>載入，恢復到當初</a:t>
            </a:r>
            <a:r>
              <a:rPr lang="en-US" altLang="zh-TW" dirty="0"/>
              <a:t>P</a:t>
            </a:r>
            <a:r>
              <a:rPr lang="en-US" altLang="zh-TW" baseline="-25000" dirty="0"/>
              <a:t>0</a:t>
            </a:r>
            <a:r>
              <a:rPr lang="zh-TW" altLang="en-US" dirty="0"/>
              <a:t>的執行狀態後才開始執行</a:t>
            </a:r>
            <a:r>
              <a:rPr lang="en-US" altLang="zh-TW" dirty="0"/>
              <a:t>P</a:t>
            </a:r>
            <a:r>
              <a:rPr lang="en-US" altLang="zh-TW" baseline="-25000" dirty="0"/>
              <a:t>0</a:t>
            </a:r>
            <a:r>
              <a:rPr lang="zh-TW" altLang="en-US" dirty="0"/>
              <a:t>。</a:t>
            </a:r>
          </a:p>
          <a:p>
            <a:endParaRPr lang="zh-TW" altLang="en-US" dirty="0"/>
          </a:p>
        </p:txBody>
      </p:sp>
      <p:sp>
        <p:nvSpPr>
          <p:cNvPr id="4" name="圓角化對角線角落矩形 3">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460391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5517105" y="1853134"/>
            <a:ext cx="3195355" cy="2308324"/>
          </a:xfrm>
          <a:prstGeom prst="rect">
            <a:avLst/>
          </a:prstGeom>
        </p:spPr>
        <p:txBody>
          <a:bodyPr wrap="square">
            <a:spAutoFit/>
          </a:bodyPr>
          <a:lstStyle/>
          <a:p>
            <a:r>
              <a:rPr lang="en-US" altLang="zh-TW" sz="2400" b="1" dirty="0">
                <a:latin typeface="微軟正黑體" pitchFamily="34" charset="-120"/>
                <a:ea typeface="微軟正黑體" pitchFamily="34" charset="-120"/>
              </a:rPr>
              <a:t>CPU</a:t>
            </a:r>
            <a:r>
              <a:rPr lang="zh-TW" altLang="en-US" sz="2400" b="1" dirty="0">
                <a:latin typeface="微軟正黑體" pitchFamily="34" charset="-120"/>
                <a:ea typeface="微軟正黑體" pitchFamily="34" charset="-120"/>
              </a:rPr>
              <a:t>首先為</a:t>
            </a:r>
            <a:r>
              <a:rPr lang="en-US" altLang="zh-TW" sz="2400" b="1" dirty="0" err="1">
                <a:latin typeface="微軟正黑體" pitchFamily="34" charset="-120"/>
                <a:ea typeface="微軟正黑體" pitchFamily="34" charset="-120"/>
              </a:rPr>
              <a:t>P</a:t>
            </a:r>
            <a:r>
              <a:rPr lang="en-US" altLang="zh-TW" sz="2400" b="1" baseline="-25000" dirty="0" err="1">
                <a:latin typeface="微軟正黑體" pitchFamily="34" charset="-120"/>
                <a:ea typeface="微軟正黑體" pitchFamily="34" charset="-120"/>
              </a:rPr>
              <a:t>0</a:t>
            </a:r>
            <a:r>
              <a:rPr lang="zh-TW" altLang="en-US" sz="2400" b="1" dirty="0">
                <a:latin typeface="微軟正黑體" pitchFamily="34" charset="-120"/>
                <a:ea typeface="微軟正黑體" pitchFamily="34" charset="-120"/>
              </a:rPr>
              <a:t>進行運算，</a:t>
            </a:r>
            <a:r>
              <a:rPr lang="en-US" altLang="zh-TW" sz="2400" b="1" dirty="0" err="1">
                <a:latin typeface="微軟正黑體" pitchFamily="34" charset="-120"/>
                <a:ea typeface="微軟正黑體" pitchFamily="34" charset="-120"/>
              </a:rPr>
              <a:t>P</a:t>
            </a:r>
            <a:r>
              <a:rPr lang="en-US" altLang="zh-TW" sz="2400" b="1" baseline="-25000" dirty="0" err="1">
                <a:latin typeface="微軟正黑體" pitchFamily="34" charset="-120"/>
                <a:ea typeface="微軟正黑體" pitchFamily="34" charset="-120"/>
              </a:rPr>
              <a:t>0</a:t>
            </a:r>
            <a:r>
              <a:rPr lang="zh-TW" altLang="en-US" sz="2400" b="1" dirty="0">
                <a:latin typeface="微軟正黑體" pitchFamily="34" charset="-120"/>
                <a:ea typeface="微軟正黑體" pitchFamily="34" charset="-120"/>
              </a:rPr>
              <a:t>進入等待狀況時，作業系統提出中斷或者系統呼叫，接著</a:t>
            </a:r>
            <a:r>
              <a:rPr lang="en-US" altLang="zh-TW" sz="2400" b="1" dirty="0">
                <a:latin typeface="微軟正黑體" pitchFamily="34" charset="-120"/>
                <a:ea typeface="微軟正黑體" pitchFamily="34" charset="-120"/>
              </a:rPr>
              <a:t>CPU</a:t>
            </a:r>
            <a:r>
              <a:rPr lang="zh-TW" altLang="en-US" sz="2400" b="1" dirty="0">
                <a:latin typeface="微軟正黑體" pitchFamily="34" charset="-120"/>
                <a:ea typeface="微軟正黑體" pitchFamily="34" charset="-120"/>
              </a:rPr>
              <a:t>改為</a:t>
            </a:r>
            <a:r>
              <a:rPr lang="en-US" altLang="zh-TW" sz="2400" b="1" dirty="0" err="1">
                <a:latin typeface="微軟正黑體" pitchFamily="34" charset="-120"/>
                <a:ea typeface="微軟正黑體" pitchFamily="34" charset="-120"/>
              </a:rPr>
              <a:t>P</a:t>
            </a:r>
            <a:r>
              <a:rPr lang="en-US" altLang="zh-TW" sz="2400" b="1" baseline="-25000" dirty="0" err="1">
                <a:latin typeface="微軟正黑體" pitchFamily="34" charset="-120"/>
                <a:ea typeface="微軟正黑體" pitchFamily="34" charset="-120"/>
              </a:rPr>
              <a:t>1</a:t>
            </a:r>
            <a:r>
              <a:rPr lang="zh-TW" altLang="en-US" sz="2400" b="1" dirty="0">
                <a:latin typeface="微軟正黑體" pitchFamily="34" charset="-120"/>
                <a:ea typeface="微軟正黑體" pitchFamily="34" charset="-120"/>
              </a:rPr>
              <a:t>進行運算，如此來回轉換。</a:t>
            </a:r>
          </a:p>
        </p:txBody>
      </p:sp>
      <p:sp>
        <p:nvSpPr>
          <p:cNvPr id="5" name="圓角化對角線角落矩形 4">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pic>
        <p:nvPicPr>
          <p:cNvPr id="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540" y="873881"/>
            <a:ext cx="4455495" cy="3646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文字方塊 1">
            <a:extLst>
              <a:ext uri="{FF2B5EF4-FFF2-40B4-BE49-F238E27FC236}">
                <a16:creationId xmlns:a16="http://schemas.microsoft.com/office/drawing/2014/main" id="{30F58002-F60F-D9E0-BCB6-CC69A22B2C7A}"/>
              </a:ext>
            </a:extLst>
          </p:cNvPr>
          <p:cNvSpPr txBox="1"/>
          <p:nvPr/>
        </p:nvSpPr>
        <p:spPr>
          <a:xfrm>
            <a:off x="4942209" y="888446"/>
            <a:ext cx="4201791" cy="461665"/>
          </a:xfrm>
          <a:prstGeom prst="rect">
            <a:avLst/>
          </a:prstGeom>
        </p:spPr>
        <p:style>
          <a:lnRef idx="0">
            <a:schemeClr val="accent3"/>
          </a:lnRef>
          <a:fillRef idx="3">
            <a:schemeClr val="accent3"/>
          </a:fillRef>
          <a:effectRef idx="3">
            <a:schemeClr val="accent3"/>
          </a:effectRef>
          <a:fontRef idx="minor">
            <a:schemeClr val="lt1"/>
          </a:fontRef>
        </p:style>
        <p:txBody>
          <a:bodyPr wrap="none" rtlCol="0">
            <a:spAutoFit/>
          </a:bodyPr>
          <a:lstStyle/>
          <a:p>
            <a:r>
              <a:rPr lang="en-US" altLang="zh-TW" sz="2400" b="1" dirty="0">
                <a:latin typeface="微軟正黑體" pitchFamily="34" charset="-120"/>
                <a:ea typeface="微軟正黑體" pitchFamily="34" charset="-120"/>
              </a:rPr>
              <a:t>CPU</a:t>
            </a:r>
            <a:r>
              <a:rPr lang="zh-TW" altLang="en-US" sz="2400" b="1" dirty="0">
                <a:latin typeface="微軟正黑體" pitchFamily="34" charset="-120"/>
                <a:ea typeface="微軟正黑體" pitchFamily="34" charset="-120"/>
              </a:rPr>
              <a:t>在程序之間來回運轉狀況</a:t>
            </a:r>
            <a:endParaRPr lang="en-US" altLang="zh-TW" sz="2400" b="1" dirty="0">
              <a:latin typeface="微軟正黑體" pitchFamily="34" charset="-120"/>
              <a:ea typeface="微軟正黑體" pitchFamily="34" charset="-120"/>
            </a:endParaRPr>
          </a:p>
        </p:txBody>
      </p:sp>
    </p:spTree>
    <p:extLst>
      <p:ext uri="{BB962C8B-B14F-4D97-AF65-F5344CB8AC3E}">
        <p14:creationId xmlns:p14="http://schemas.microsoft.com/office/powerpoint/2010/main" val="24519826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分時系統</a:t>
            </a:r>
          </a:p>
        </p:txBody>
      </p:sp>
      <p:sp>
        <p:nvSpPr>
          <p:cNvPr id="5" name="內容版面配置區 4"/>
          <p:cNvSpPr>
            <a:spLocks noGrp="1"/>
          </p:cNvSpPr>
          <p:nvPr>
            <p:ph idx="1"/>
          </p:nvPr>
        </p:nvSpPr>
        <p:spPr/>
        <p:txBody>
          <a:bodyPr>
            <a:normAutofit/>
          </a:bodyPr>
          <a:lstStyle/>
          <a:p>
            <a:r>
              <a:rPr lang="zh-TW" altLang="en-US" sz="2400" dirty="0"/>
              <a:t>分時系統將</a:t>
            </a:r>
            <a:r>
              <a:rPr lang="en-US" altLang="zh-TW" sz="2400" dirty="0"/>
              <a:t>CPU</a:t>
            </a:r>
            <a:r>
              <a:rPr lang="zh-TW" altLang="en-US" sz="2400" dirty="0"/>
              <a:t>的時間切割成很多小時段，</a:t>
            </a:r>
            <a:r>
              <a:rPr lang="en-US" altLang="zh-TW" sz="2400" dirty="0"/>
              <a:t>CPU</a:t>
            </a:r>
            <a:r>
              <a:rPr lang="zh-TW" altLang="en-US" sz="2400" dirty="0"/>
              <a:t>在各程序或使用者間不停切換執行。頻繁的切換使每個使用者都以為自己和</a:t>
            </a:r>
            <a:r>
              <a:rPr lang="en-US" altLang="zh-TW" sz="2400" dirty="0"/>
              <a:t>CPU</a:t>
            </a:r>
            <a:r>
              <a:rPr lang="zh-TW" altLang="en-US" sz="2400" dirty="0"/>
              <a:t>是持續運作的。</a:t>
            </a:r>
          </a:p>
        </p:txBody>
      </p:sp>
      <p:sp>
        <p:nvSpPr>
          <p:cNvPr id="8" name="矩形 7"/>
          <p:cNvSpPr/>
          <p:nvPr/>
        </p:nvSpPr>
        <p:spPr>
          <a:xfrm>
            <a:off x="904093" y="4182638"/>
            <a:ext cx="7335815" cy="369332"/>
          </a:xfrm>
          <a:prstGeom prst="rect">
            <a:avLst/>
          </a:prstGeom>
          <a:solidFill>
            <a:schemeClr val="accent2"/>
          </a:solidFill>
        </p:spPr>
        <p:txBody>
          <a:bodyPr wrap="square">
            <a:spAutoFit/>
          </a:bodyPr>
          <a:lstStyle/>
          <a:p>
            <a:r>
              <a:rPr lang="zh-TW" altLang="en-US" b="1" dirty="0">
                <a:solidFill>
                  <a:schemeClr val="bg1"/>
                </a:solidFill>
                <a:latin typeface="微軟正黑體" pitchFamily="34" charset="-120"/>
                <a:ea typeface="微軟正黑體" pitchFamily="34" charset="-120"/>
              </a:rPr>
              <a:t>時間一到，</a:t>
            </a:r>
            <a:r>
              <a:rPr lang="en-US" altLang="zh-TW" b="1" dirty="0">
                <a:solidFill>
                  <a:schemeClr val="bg1"/>
                </a:solidFill>
                <a:latin typeface="微軟正黑體" pitchFamily="34" charset="-120"/>
                <a:ea typeface="微軟正黑體" pitchFamily="34" charset="-120"/>
              </a:rPr>
              <a:t>CPU</a:t>
            </a:r>
            <a:r>
              <a:rPr lang="zh-TW" altLang="en-US" b="1" dirty="0">
                <a:solidFill>
                  <a:schemeClr val="bg1"/>
                </a:solidFill>
                <a:latin typeface="微軟正黑體" pitchFamily="34" charset="-120"/>
                <a:ea typeface="微軟正黑體" pitchFamily="34" charset="-120"/>
              </a:rPr>
              <a:t>就為下一個程序進行運算，如此不停來回處理多個程序</a:t>
            </a:r>
          </a:p>
        </p:txBody>
      </p:sp>
      <p:sp>
        <p:nvSpPr>
          <p:cNvPr id="9" name="圓角化對角線角落矩形 8">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pic>
        <p:nvPicPr>
          <p:cNvPr id="6146"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765" y="2954682"/>
            <a:ext cx="3979014" cy="12005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312927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分時系統</a:t>
            </a:r>
          </a:p>
        </p:txBody>
      </p:sp>
      <p:sp>
        <p:nvSpPr>
          <p:cNvPr id="5" name="內容版面配置區 4"/>
          <p:cNvSpPr>
            <a:spLocks noGrp="1"/>
          </p:cNvSpPr>
          <p:nvPr>
            <p:ph idx="1"/>
          </p:nvPr>
        </p:nvSpPr>
        <p:spPr/>
        <p:txBody>
          <a:bodyPr>
            <a:normAutofit/>
          </a:bodyPr>
          <a:lstStyle/>
          <a:p>
            <a:r>
              <a:rPr lang="zh-TW" altLang="en-US" dirty="0"/>
              <a:t>數位處理器的運算速度非常快，而人類在輸入或處理資料時，對電腦而言相對太慢，因而有「分時」的概念產生。</a:t>
            </a:r>
            <a:endParaRPr lang="en-US" altLang="zh-TW" dirty="0"/>
          </a:p>
          <a:p>
            <a:endParaRPr lang="zh-TW" altLang="en-US" dirty="0"/>
          </a:p>
        </p:txBody>
      </p:sp>
      <p:sp>
        <p:nvSpPr>
          <p:cNvPr id="7" name="圓角化對角線角落矩形 6">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26983546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分時系統</a:t>
            </a:r>
          </a:p>
        </p:txBody>
      </p:sp>
      <p:sp>
        <p:nvSpPr>
          <p:cNvPr id="3" name="內容版面配置區 2"/>
          <p:cNvSpPr>
            <a:spLocks noGrp="1"/>
          </p:cNvSpPr>
          <p:nvPr>
            <p:ph idx="1"/>
          </p:nvPr>
        </p:nvSpPr>
        <p:spPr/>
        <p:txBody>
          <a:bodyPr/>
          <a:lstStyle/>
          <a:p>
            <a:r>
              <a:rPr lang="zh-TW" altLang="en-US" u="sng" dirty="0"/>
              <a:t>連上工作站</a:t>
            </a:r>
            <a:r>
              <a:rPr lang="zh-TW" altLang="en-US" dirty="0"/>
              <a:t>就是一個分時系統。同一時間點可能有很多使用者同時登入，同時在機器上進行不同的工作，就是拜分時系統之賜。</a:t>
            </a:r>
          </a:p>
          <a:p>
            <a:endParaRPr lang="zh-TW" altLang="en-US" dirty="0"/>
          </a:p>
        </p:txBody>
      </p:sp>
      <p:sp>
        <p:nvSpPr>
          <p:cNvPr id="4" name="圓角化對角線角落矩形 3">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27489863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分時系統的特色</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3048149128"/>
              </p:ext>
            </p:extLst>
          </p:nvPr>
        </p:nvGraphicFramePr>
        <p:xfrm>
          <a:off x="826913" y="1626645"/>
          <a:ext cx="7670195" cy="256293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圓角化對角線角落矩形 4">
            <a:hlinkClick r:id="rId7"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4534623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分時系統</a:t>
            </a:r>
          </a:p>
        </p:txBody>
      </p:sp>
      <p:sp>
        <p:nvSpPr>
          <p:cNvPr id="5" name="內容版面配置區 4"/>
          <p:cNvSpPr>
            <a:spLocks noGrp="1"/>
          </p:cNvSpPr>
          <p:nvPr>
            <p:ph idx="1"/>
          </p:nvPr>
        </p:nvSpPr>
        <p:spPr/>
        <p:txBody>
          <a:bodyPr>
            <a:normAutofit fontScale="92500" lnSpcReduction="10000"/>
          </a:bodyPr>
          <a:lstStyle/>
          <a:p>
            <a:r>
              <a:rPr lang="zh-TW" altLang="en-US" dirty="0"/>
              <a:t>分時作業的概念，讓多個使用者共用一部電腦；也讓只用一個處理器的個人電腦，可同時開多個視窗來完成不同任務。</a:t>
            </a:r>
            <a:endParaRPr lang="en-US" altLang="zh-TW" dirty="0"/>
          </a:p>
          <a:p>
            <a:r>
              <a:rPr lang="zh-TW" altLang="en-US" dirty="0"/>
              <a:t>有效且公平的排程是作業系統設計的重點。</a:t>
            </a:r>
            <a:endParaRPr lang="en-US" altLang="zh-TW" dirty="0"/>
          </a:p>
          <a:p>
            <a:r>
              <a:rPr lang="zh-TW" altLang="en-US" dirty="0"/>
              <a:t>多元程式規劃系統倚靠</a:t>
            </a:r>
            <a:r>
              <a:rPr lang="zh-TW" altLang="en-US" dirty="0">
                <a:solidFill>
                  <a:srgbClr val="C00000"/>
                </a:solidFill>
              </a:rPr>
              <a:t>事件觸發</a:t>
            </a:r>
            <a:r>
              <a:rPr lang="en-US" altLang="zh-TW" dirty="0"/>
              <a:t>(event-driven)</a:t>
            </a:r>
            <a:r>
              <a:rPr lang="zh-TW" altLang="en-US" dirty="0"/>
              <a:t>；分時系統則是倚靠</a:t>
            </a:r>
            <a:r>
              <a:rPr lang="zh-TW" altLang="en-US" dirty="0">
                <a:solidFill>
                  <a:srgbClr val="C00000"/>
                </a:solidFill>
              </a:rPr>
              <a:t>時間觸發</a:t>
            </a:r>
            <a:r>
              <a:rPr lang="en-US" altLang="zh-TW" dirty="0"/>
              <a:t>(time-driven)</a:t>
            </a:r>
            <a:r>
              <a:rPr lang="zh-TW" altLang="en-US" dirty="0"/>
              <a:t>。</a:t>
            </a:r>
          </a:p>
        </p:txBody>
      </p:sp>
      <p:sp>
        <p:nvSpPr>
          <p:cNvPr id="7" name="圓角化對角線角落矩形 6">
            <a:hlinkClick r:id="rId2" action="ppaction://hlinksldjump"/>
          </p:cNvPr>
          <p:cNvSpPr/>
          <p:nvPr/>
        </p:nvSpPr>
        <p:spPr>
          <a:xfrm>
            <a:off x="4662011" y="4664482"/>
            <a:ext cx="2638478"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回「主機型系統」選單</a:t>
            </a:r>
          </a:p>
        </p:txBody>
      </p:sp>
    </p:spTree>
    <p:extLst>
      <p:ext uri="{BB962C8B-B14F-4D97-AF65-F5344CB8AC3E}">
        <p14:creationId xmlns:p14="http://schemas.microsoft.com/office/powerpoint/2010/main" val="9772967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個人電腦系統</a:t>
            </a:r>
          </a:p>
        </p:txBody>
      </p:sp>
      <p:sp>
        <p:nvSpPr>
          <p:cNvPr id="4" name="內容版面配置區 3"/>
          <p:cNvSpPr>
            <a:spLocks noGrp="1"/>
          </p:cNvSpPr>
          <p:nvPr>
            <p:ph idx="1"/>
          </p:nvPr>
        </p:nvSpPr>
        <p:spPr/>
        <p:txBody>
          <a:bodyPr>
            <a:normAutofit/>
          </a:bodyPr>
          <a:lstStyle/>
          <a:p>
            <a:r>
              <a:rPr lang="zh-TW" altLang="en-US" dirty="0"/>
              <a:t>個人系統的目標在於增進使用者操作方便，並提昇</a:t>
            </a:r>
            <a:r>
              <a:rPr lang="en-US" altLang="zh-TW" dirty="0"/>
              <a:t>CPU</a:t>
            </a:r>
            <a:r>
              <a:rPr lang="zh-TW" altLang="en-US" dirty="0"/>
              <a:t>回應速度，避免使用者等待。</a:t>
            </a:r>
            <a:endParaRPr lang="en-US" altLang="zh-TW" dirty="0"/>
          </a:p>
        </p:txBody>
      </p:sp>
      <p:graphicFrame>
        <p:nvGraphicFramePr>
          <p:cNvPr id="6" name="資料庫圖表 5"/>
          <p:cNvGraphicFramePr/>
          <p:nvPr>
            <p:extLst>
              <p:ext uri="{D42A27DB-BD31-4B8C-83A1-F6EECF244321}">
                <p14:modId xmlns:p14="http://schemas.microsoft.com/office/powerpoint/2010/main" val="2231882519"/>
              </p:ext>
            </p:extLst>
          </p:nvPr>
        </p:nvGraphicFramePr>
        <p:xfrm>
          <a:off x="1196624" y="2788183"/>
          <a:ext cx="6255695" cy="17637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圓角化對角線角落矩形 6">
            <a:hlinkClick r:id="rId7"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28432065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個人電腦常見的作業系統</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88954539"/>
              </p:ext>
            </p:extLst>
          </p:nvPr>
        </p:nvGraphicFramePr>
        <p:xfrm>
          <a:off x="296525" y="1491630"/>
          <a:ext cx="8454625" cy="3325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圓角化對角線角落矩形 4">
            <a:hlinkClick r:id="rId7"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20935546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多處理器系統</a:t>
            </a:r>
          </a:p>
        </p:txBody>
      </p:sp>
      <p:sp>
        <p:nvSpPr>
          <p:cNvPr id="4" name="內容版面配置區 3"/>
          <p:cNvSpPr>
            <a:spLocks noGrp="1"/>
          </p:cNvSpPr>
          <p:nvPr>
            <p:ph idx="1"/>
          </p:nvPr>
        </p:nvSpPr>
        <p:spPr/>
        <p:txBody>
          <a:bodyPr>
            <a:normAutofit/>
          </a:bodyPr>
          <a:lstStyle/>
          <a:p>
            <a:r>
              <a:rPr lang="zh-TW" altLang="en-US" dirty="0">
                <a:solidFill>
                  <a:srgbClr val="C00000"/>
                </a:solidFill>
              </a:rPr>
              <a:t>多處理器系統</a:t>
            </a:r>
            <a:r>
              <a:rPr lang="en-US" altLang="zh-TW" dirty="0"/>
              <a:t>(multiprocessor</a:t>
            </a:r>
            <a:r>
              <a:rPr lang="zh-TW" altLang="en-US" dirty="0"/>
              <a:t> </a:t>
            </a:r>
            <a:r>
              <a:rPr lang="en-US" altLang="zh-TW" dirty="0"/>
              <a:t>system)</a:t>
            </a:r>
            <a:r>
              <a:rPr lang="zh-TW" altLang="en-US" dirty="0"/>
              <a:t>擁有一個以上的處理器，彼此間緊密溝通合作、共享資源、共用時脈。</a:t>
            </a:r>
          </a:p>
        </p:txBody>
      </p:sp>
      <p:sp>
        <p:nvSpPr>
          <p:cNvPr id="7" name="圓角化對角線角落矩形 6">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
        <p:nvSpPr>
          <p:cNvPr id="9" name="矩形 8"/>
          <p:cNvSpPr/>
          <p:nvPr/>
        </p:nvSpPr>
        <p:spPr>
          <a:xfrm>
            <a:off x="1398462" y="4126775"/>
            <a:ext cx="6350125" cy="369332"/>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ctr"/>
            <a:r>
              <a:rPr lang="zh-TW" altLang="en-US" b="1" dirty="0">
                <a:solidFill>
                  <a:schemeClr val="tx2"/>
                </a:solidFill>
                <a:latin typeface="微軟正黑體" pitchFamily="34" charset="-120"/>
                <a:ea typeface="微軟正黑體" pitchFamily="34" charset="-120"/>
              </a:rPr>
              <a:t>多處理器系統中，多個應用程式共用記憶體等資源</a:t>
            </a:r>
          </a:p>
        </p:txBody>
      </p:sp>
      <p:pic>
        <p:nvPicPr>
          <p:cNvPr id="717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43883" y="2706765"/>
            <a:ext cx="3671900" cy="131654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3331124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多處理器系統</a:t>
            </a:r>
          </a:p>
        </p:txBody>
      </p:sp>
      <p:sp>
        <p:nvSpPr>
          <p:cNvPr id="4" name="內容版面配置區 3"/>
          <p:cNvSpPr>
            <a:spLocks noGrp="1"/>
          </p:cNvSpPr>
          <p:nvPr>
            <p:ph idx="1"/>
          </p:nvPr>
        </p:nvSpPr>
        <p:spPr/>
        <p:txBody>
          <a:bodyPr>
            <a:normAutofit/>
          </a:bodyPr>
          <a:lstStyle/>
          <a:p>
            <a:r>
              <a:rPr lang="zh-TW" altLang="en-US" dirty="0"/>
              <a:t>多處理器系統的最大好處：</a:t>
            </a:r>
            <a:r>
              <a:rPr lang="zh-TW" altLang="en-US" u="sng" dirty="0"/>
              <a:t>進行大量運算時，各處理器可以一起分擔工作</a:t>
            </a:r>
            <a:r>
              <a:rPr lang="zh-TW" altLang="en-US" dirty="0"/>
              <a:t>。</a:t>
            </a:r>
            <a:endParaRPr lang="en-US" altLang="zh-TW" dirty="0"/>
          </a:p>
          <a:p>
            <a:r>
              <a:rPr lang="zh-TW" altLang="en-US" dirty="0"/>
              <a:t>但假設另添加四顆</a:t>
            </a:r>
            <a:r>
              <a:rPr lang="en-US" altLang="zh-TW" dirty="0"/>
              <a:t>CPU</a:t>
            </a:r>
            <a:r>
              <a:rPr lang="zh-TW" altLang="en-US" dirty="0"/>
              <a:t>為原來的五倍，但效能不一定就會變成原來的五倍。</a:t>
            </a:r>
            <a:endParaRPr lang="en-US" altLang="zh-TW" dirty="0"/>
          </a:p>
        </p:txBody>
      </p:sp>
      <p:sp>
        <p:nvSpPr>
          <p:cNvPr id="7" name="圓角化對角線角落矩形 6">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7569273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多處理器系統</a:t>
            </a:r>
          </a:p>
        </p:txBody>
      </p:sp>
      <p:sp>
        <p:nvSpPr>
          <p:cNvPr id="3" name="內容版面配置區 2"/>
          <p:cNvSpPr>
            <a:spLocks noGrp="1"/>
          </p:cNvSpPr>
          <p:nvPr>
            <p:ph idx="1"/>
          </p:nvPr>
        </p:nvSpPr>
        <p:spPr/>
        <p:txBody>
          <a:bodyPr/>
          <a:lstStyle/>
          <a:p>
            <a:r>
              <a:rPr lang="zh-TW" altLang="en-US" dirty="0"/>
              <a:t>因為多處理器同時運作時，要多費功夫保持處理器間的溝通合作正常。</a:t>
            </a:r>
            <a:endParaRPr lang="en-US" altLang="zh-TW" dirty="0"/>
          </a:p>
          <a:p>
            <a:r>
              <a:rPr lang="zh-TW" altLang="en-US" dirty="0"/>
              <a:t>雖然無法呈現等倍數成長，但還是能增進效能。</a:t>
            </a:r>
          </a:p>
          <a:p>
            <a:endParaRPr lang="zh-TW" altLang="en-US"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1769986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多處理器系統</a:t>
            </a:r>
          </a:p>
        </p:txBody>
      </p:sp>
      <p:sp>
        <p:nvSpPr>
          <p:cNvPr id="4" name="內容版面配置區 3"/>
          <p:cNvSpPr>
            <a:spLocks noGrp="1"/>
          </p:cNvSpPr>
          <p:nvPr>
            <p:ph idx="1"/>
          </p:nvPr>
        </p:nvSpPr>
        <p:spPr/>
        <p:txBody>
          <a:bodyPr>
            <a:normAutofit/>
          </a:bodyPr>
          <a:lstStyle/>
          <a:p>
            <a:r>
              <a:rPr lang="zh-TW" altLang="en-US" dirty="0"/>
              <a:t>想要增進效能，也可採用</a:t>
            </a:r>
            <a:r>
              <a:rPr lang="zh-TW" altLang="en-US" u="sng" dirty="0"/>
              <a:t>生產線的模式</a:t>
            </a:r>
            <a:r>
              <a:rPr lang="zh-TW" altLang="en-US" dirty="0"/>
              <a:t>，使用多台單一處理器系統。但從經濟層面考量，多處理器系統較符合經濟利益。</a:t>
            </a:r>
          </a:p>
          <a:p>
            <a:r>
              <a:rPr lang="zh-TW" altLang="en-US" dirty="0"/>
              <a:t>多處理器一起運作可達到</a:t>
            </a:r>
            <a:r>
              <a:rPr lang="zh-TW" altLang="en-US" dirty="0">
                <a:solidFill>
                  <a:srgbClr val="C00000"/>
                </a:solidFill>
              </a:rPr>
              <a:t>容錯</a:t>
            </a:r>
            <a:r>
              <a:rPr lang="en-US" altLang="zh-TW" dirty="0"/>
              <a:t>(fault tolerance)</a:t>
            </a:r>
            <a:r>
              <a:rPr lang="zh-TW" altLang="en-US" dirty="0"/>
              <a:t>的目的。</a:t>
            </a:r>
            <a:endParaRPr lang="en-US" altLang="zh-TW" dirty="0"/>
          </a:p>
        </p:txBody>
      </p:sp>
      <p:sp>
        <p:nvSpPr>
          <p:cNvPr id="7" name="圓角化對角線角落矩形 6">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6302277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多處理器系統</a:t>
            </a:r>
          </a:p>
        </p:txBody>
      </p:sp>
      <p:sp>
        <p:nvSpPr>
          <p:cNvPr id="3" name="內容版面配置區 2"/>
          <p:cNvSpPr>
            <a:spLocks noGrp="1"/>
          </p:cNvSpPr>
          <p:nvPr>
            <p:ph idx="1"/>
          </p:nvPr>
        </p:nvSpPr>
        <p:spPr/>
        <p:txBody>
          <a:bodyPr/>
          <a:lstStyle/>
          <a:p>
            <a:r>
              <a:rPr lang="zh-TW" altLang="en-US" dirty="0"/>
              <a:t>多處理器系統下的容錯，是指各個工作適當分配在不同的處理器上，若其中一個處理器發生問題，系統也不會因此中止，只是速度會變得較慢。</a:t>
            </a:r>
          </a:p>
          <a:p>
            <a:endParaRPr lang="zh-TW" altLang="en-US" dirty="0"/>
          </a:p>
        </p:txBody>
      </p:sp>
    </p:spTree>
    <p:extLst>
      <p:ext uri="{BB962C8B-B14F-4D97-AF65-F5344CB8AC3E}">
        <p14:creationId xmlns:p14="http://schemas.microsoft.com/office/powerpoint/2010/main" val="2090759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分散式系統</a:t>
            </a:r>
          </a:p>
        </p:txBody>
      </p:sp>
      <p:sp>
        <p:nvSpPr>
          <p:cNvPr id="4" name="內容版面配置區 3"/>
          <p:cNvSpPr>
            <a:spLocks noGrp="1"/>
          </p:cNvSpPr>
          <p:nvPr>
            <p:ph idx="1"/>
          </p:nvPr>
        </p:nvSpPr>
        <p:spPr/>
        <p:txBody>
          <a:bodyPr>
            <a:normAutofit/>
          </a:bodyPr>
          <a:lstStyle/>
          <a:p>
            <a:r>
              <a:rPr lang="zh-TW" altLang="en-US" dirty="0"/>
              <a:t>分散式系統是指電腦是分散的，電腦間並不共享資源或時脈，每一個電腦都有自己的記憶體及作業系統，彼此間依靠網路傳輸交換資料。</a:t>
            </a:r>
            <a:endParaRPr lang="en-US" altLang="zh-TW" dirty="0"/>
          </a:p>
        </p:txBody>
      </p:sp>
      <p:sp>
        <p:nvSpPr>
          <p:cNvPr id="7" name="圓角化對角線角落矩形 6">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4605820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分散式系統</a:t>
            </a:r>
          </a:p>
        </p:txBody>
      </p:sp>
      <p:sp>
        <p:nvSpPr>
          <p:cNvPr id="3" name="內容版面配置區 2"/>
          <p:cNvSpPr>
            <a:spLocks noGrp="1"/>
          </p:cNvSpPr>
          <p:nvPr>
            <p:ph idx="1"/>
          </p:nvPr>
        </p:nvSpPr>
        <p:spPr/>
        <p:txBody>
          <a:bodyPr/>
          <a:lstStyle/>
          <a:p>
            <a:r>
              <a:rPr lang="zh-TW" altLang="en-US" dirty="0"/>
              <a:t>雖然電腦會透過網路連線使用其他電腦的資料或元件，但是使用者並不會有任何感覺，像是只對單一電腦交談一樣。</a:t>
            </a:r>
          </a:p>
          <a:p>
            <a:endParaRPr lang="zh-TW" altLang="en-US"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29343957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en-US" altLang="zh-TW" dirty="0"/>
              <a:t>Web Service</a:t>
            </a:r>
            <a:endParaRPr lang="zh-TW" altLang="en-US" dirty="0"/>
          </a:p>
        </p:txBody>
      </p:sp>
      <p:sp>
        <p:nvSpPr>
          <p:cNvPr id="4" name="內容版面配置區 3"/>
          <p:cNvSpPr>
            <a:spLocks noGrp="1"/>
          </p:cNvSpPr>
          <p:nvPr>
            <p:ph idx="1"/>
          </p:nvPr>
        </p:nvSpPr>
        <p:spPr/>
        <p:txBody>
          <a:bodyPr>
            <a:normAutofit/>
          </a:bodyPr>
          <a:lstStyle/>
          <a:p>
            <a:r>
              <a:rPr lang="zh-TW" altLang="en-US" dirty="0"/>
              <a:t>高速網路環境使分散式作業系統的使用環境越來越成熟。</a:t>
            </a:r>
          </a:p>
          <a:p>
            <a:r>
              <a:rPr lang="en-US" altLang="zh-TW" dirty="0"/>
              <a:t>Web Service</a:t>
            </a:r>
            <a:r>
              <a:rPr lang="zh-TW" altLang="en-US" dirty="0"/>
              <a:t>是將傳統分散式系統演變成網際網路上的標準化服務。</a:t>
            </a:r>
            <a:endParaRPr lang="en-US" altLang="zh-TW" dirty="0"/>
          </a:p>
        </p:txBody>
      </p:sp>
      <p:sp>
        <p:nvSpPr>
          <p:cNvPr id="7" name="圓角化對角線角落矩形 6">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7634836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Web Service</a:t>
            </a:r>
            <a:endParaRPr lang="zh-TW" altLang="en-US" dirty="0"/>
          </a:p>
        </p:txBody>
      </p:sp>
      <p:sp>
        <p:nvSpPr>
          <p:cNvPr id="3" name="內容版面配置區 2"/>
          <p:cNvSpPr>
            <a:spLocks noGrp="1"/>
          </p:cNvSpPr>
          <p:nvPr>
            <p:ph idx="1"/>
          </p:nvPr>
        </p:nvSpPr>
        <p:spPr/>
        <p:txBody>
          <a:bodyPr/>
          <a:lstStyle/>
          <a:p>
            <a:r>
              <a:rPr lang="zh-TW" altLang="en-US" dirty="0"/>
              <a:t>透過網際網路通訊協定及資料格式的開放式標準</a:t>
            </a:r>
            <a:r>
              <a:rPr lang="en-US" altLang="zh-TW" dirty="0"/>
              <a:t>(</a:t>
            </a:r>
            <a:r>
              <a:rPr lang="zh-TW" altLang="en-US" dirty="0"/>
              <a:t>例如：</a:t>
            </a:r>
            <a:r>
              <a:rPr lang="en-US" altLang="zh-TW" dirty="0"/>
              <a:t>HTTP</a:t>
            </a:r>
            <a:r>
              <a:rPr lang="zh-TW" altLang="en-US" dirty="0"/>
              <a:t>、</a:t>
            </a:r>
            <a:r>
              <a:rPr lang="en-US" altLang="zh-TW" dirty="0"/>
              <a:t>XML</a:t>
            </a:r>
            <a:r>
              <a:rPr lang="zh-TW" altLang="en-US" dirty="0"/>
              <a:t>及</a:t>
            </a:r>
            <a:r>
              <a:rPr lang="en-US" altLang="zh-TW" dirty="0"/>
              <a:t>SOAP</a:t>
            </a:r>
            <a:r>
              <a:rPr lang="zh-TW" altLang="en-US" dirty="0"/>
              <a:t>等</a:t>
            </a:r>
            <a:r>
              <a:rPr lang="en-US" altLang="zh-TW" dirty="0"/>
              <a:t>)</a:t>
            </a:r>
            <a:r>
              <a:rPr lang="zh-TW" altLang="en-US" dirty="0"/>
              <a:t>來為其他應用程式提供服務，達到分散式的效果。</a:t>
            </a:r>
          </a:p>
          <a:p>
            <a:endParaRPr lang="zh-TW" altLang="en-US"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42192886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871700" y="4101920"/>
            <a:ext cx="4995555" cy="369332"/>
          </a:xfrm>
          <a:prstGeom prst="rect">
            <a:avLst/>
          </a:prstGeom>
          <a:solidFill>
            <a:schemeClr val="accent1">
              <a:lumMod val="50000"/>
            </a:schemeClr>
          </a:solidFill>
        </p:spPr>
        <p:txBody>
          <a:bodyPr wrap="square">
            <a:spAutoFit/>
          </a:bodyPr>
          <a:lstStyle/>
          <a:p>
            <a:r>
              <a:rPr lang="zh-TW" altLang="en-US" b="1" dirty="0">
                <a:solidFill>
                  <a:schemeClr val="bg1"/>
                </a:solidFill>
                <a:latin typeface="微軟正黑體" pitchFamily="34" charset="-120"/>
                <a:ea typeface="微軟正黑體" pitchFamily="34" charset="-120"/>
              </a:rPr>
              <a:t>分散式應用的</a:t>
            </a:r>
            <a:r>
              <a:rPr lang="en-US" altLang="zh-TW" b="1" dirty="0">
                <a:solidFill>
                  <a:schemeClr val="bg1"/>
                </a:solidFill>
                <a:latin typeface="微軟正黑體" pitchFamily="34" charset="-120"/>
                <a:ea typeface="微軟正黑體" pitchFamily="34" charset="-120"/>
              </a:rPr>
              <a:t>Web Service</a:t>
            </a:r>
            <a:r>
              <a:rPr lang="zh-TW" altLang="en-US" b="1" dirty="0">
                <a:solidFill>
                  <a:schemeClr val="bg1"/>
                </a:solidFill>
                <a:latin typeface="微軟正黑體" pitchFamily="34" charset="-120"/>
                <a:ea typeface="微軟正黑體" pitchFamily="34" charset="-120"/>
              </a:rPr>
              <a:t>，透過網路提供服務</a:t>
            </a:r>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pic>
        <p:nvPicPr>
          <p:cNvPr id="2"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33576" y="624409"/>
            <a:ext cx="4963750" cy="34325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281138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en-US" altLang="zh-TW" dirty="0"/>
              <a:t>Web Service</a:t>
            </a:r>
            <a:endParaRPr lang="zh-TW" altLang="en-US" dirty="0"/>
          </a:p>
        </p:txBody>
      </p:sp>
      <p:sp>
        <p:nvSpPr>
          <p:cNvPr id="4" name="內容版面配置區 3"/>
          <p:cNvSpPr>
            <a:spLocks noGrp="1"/>
          </p:cNvSpPr>
          <p:nvPr>
            <p:ph idx="1"/>
          </p:nvPr>
        </p:nvSpPr>
        <p:spPr/>
        <p:txBody>
          <a:bodyPr>
            <a:normAutofit/>
          </a:bodyPr>
          <a:lstStyle/>
          <a:p>
            <a:r>
              <a:rPr lang="en-US" altLang="zh-TW" dirty="0"/>
              <a:t>Web Service</a:t>
            </a:r>
            <a:r>
              <a:rPr lang="zh-TW" altLang="en-US" dirty="0"/>
              <a:t>能夠提供企業許多便利性。</a:t>
            </a:r>
          </a:p>
          <a:p>
            <a:r>
              <a:rPr lang="zh-TW" altLang="en-US" dirty="0"/>
              <a:t>假設要成立一個旅遊網站，可採用航空公司提供的訂票訂房</a:t>
            </a:r>
            <a:r>
              <a:rPr lang="en-US" altLang="zh-TW" dirty="0"/>
              <a:t>Web Service</a:t>
            </a:r>
            <a:r>
              <a:rPr lang="zh-TW" altLang="en-US" dirty="0"/>
              <a:t>，就不需費心理解內部運作，只要設計好介面。程式運作時，就會透過網路連線，使用分散在網路其他位址的服務元件。</a:t>
            </a:r>
            <a:endParaRPr lang="en-US" altLang="zh-TW" dirty="0"/>
          </a:p>
        </p:txBody>
      </p:sp>
      <p:sp>
        <p:nvSpPr>
          <p:cNvPr id="7" name="圓角化對角線角落矩形 6">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32782444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Web Service</a:t>
            </a:r>
            <a:endParaRPr lang="zh-TW" altLang="en-US" dirty="0"/>
          </a:p>
        </p:txBody>
      </p:sp>
      <p:sp>
        <p:nvSpPr>
          <p:cNvPr id="3" name="內容版面配置區 2"/>
          <p:cNvSpPr>
            <a:spLocks noGrp="1"/>
          </p:cNvSpPr>
          <p:nvPr>
            <p:ph idx="1"/>
          </p:nvPr>
        </p:nvSpPr>
        <p:spPr/>
        <p:txBody>
          <a:bodyPr/>
          <a:lstStyle/>
          <a:p>
            <a:r>
              <a:rPr lang="zh-TW" altLang="en-US" dirty="0"/>
              <a:t>由於分散式系統的資料在網路上相互流傳，因此資料的安全性將是一大考量。</a:t>
            </a:r>
          </a:p>
          <a:p>
            <a:endParaRPr lang="zh-TW" altLang="en-US"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550734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即時系統</a:t>
            </a:r>
          </a:p>
        </p:txBody>
      </p:sp>
      <p:sp>
        <p:nvSpPr>
          <p:cNvPr id="4" name="內容版面配置區 3"/>
          <p:cNvSpPr>
            <a:spLocks noGrp="1"/>
          </p:cNvSpPr>
          <p:nvPr>
            <p:ph idx="1"/>
          </p:nvPr>
        </p:nvSpPr>
        <p:spPr/>
        <p:txBody>
          <a:bodyPr>
            <a:normAutofit/>
          </a:bodyPr>
          <a:lstStyle/>
          <a:p>
            <a:r>
              <a:rPr lang="zh-TW" altLang="en-US" dirty="0"/>
              <a:t>在即時系統中，計算機要能即時回應外部事件的要求，並於規定時間內完成對該事件的處理，還要控制所有的即時設備與工作能夠協調執行。</a:t>
            </a:r>
            <a:endParaRPr lang="en-US" altLang="zh-TW" dirty="0"/>
          </a:p>
          <a:p>
            <a:r>
              <a:rPr lang="zh-TW" altLang="en-US" dirty="0"/>
              <a:t>即時系統適用於使用者對處理器操作或資料傳輸，有嚴謹的時間限制。</a:t>
            </a:r>
            <a:endParaRPr lang="en-US" altLang="zh-TW" dirty="0"/>
          </a:p>
        </p:txBody>
      </p:sp>
      <p:sp>
        <p:nvSpPr>
          <p:cNvPr id="7" name="圓角化對角線角落矩形 6">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240461337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即時系統</a:t>
            </a:r>
          </a:p>
        </p:txBody>
      </p:sp>
      <p:sp>
        <p:nvSpPr>
          <p:cNvPr id="3" name="內容版面配置區 2"/>
          <p:cNvSpPr>
            <a:spLocks noGrp="1"/>
          </p:cNvSpPr>
          <p:nvPr>
            <p:ph idx="1"/>
          </p:nvPr>
        </p:nvSpPr>
        <p:spPr/>
        <p:txBody>
          <a:bodyPr/>
          <a:lstStyle/>
          <a:p>
            <a:r>
              <a:rPr lang="zh-TW" altLang="en-US" dirty="0"/>
              <a:t>通常用在專門應用範圍的控制裝置，感應器將資料傳送給電腦，電腦必須將資料加以分析，並且控制感應器。</a:t>
            </a:r>
            <a:endParaRPr lang="en-US" altLang="zh-TW" dirty="0"/>
          </a:p>
          <a:p>
            <a:r>
              <a:rPr lang="zh-TW" altLang="en-US" dirty="0"/>
              <a:t>使用即時系統可能是用來控制科學實驗、醫學影像系統，或者是工業工程控制。</a:t>
            </a:r>
            <a:endParaRPr lang="en-US" altLang="zh-TW" dirty="0"/>
          </a:p>
          <a:p>
            <a:endParaRPr lang="zh-TW" altLang="en-US" dirty="0"/>
          </a:p>
          <a:p>
            <a:endParaRPr lang="zh-TW" altLang="en-US"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1147393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即時系統</a:t>
            </a:r>
          </a:p>
        </p:txBody>
      </p:sp>
      <p:sp>
        <p:nvSpPr>
          <p:cNvPr id="4" name="內容版面配置區 3"/>
          <p:cNvSpPr>
            <a:spLocks noGrp="1"/>
          </p:cNvSpPr>
          <p:nvPr>
            <p:ph idx="1"/>
          </p:nvPr>
        </p:nvSpPr>
        <p:spPr/>
        <p:txBody>
          <a:bodyPr>
            <a:normAutofit fontScale="92500" lnSpcReduction="10000"/>
          </a:bodyPr>
          <a:lstStyle/>
          <a:p>
            <a:r>
              <a:rPr lang="zh-TW" altLang="en-US" dirty="0"/>
              <a:t>必須有嚴謹的時間控制。</a:t>
            </a:r>
            <a:endParaRPr lang="en-US" altLang="zh-TW" dirty="0"/>
          </a:p>
          <a:p>
            <a:r>
              <a:rPr lang="zh-TW" altLang="en-US" dirty="0"/>
              <a:t>譬如造飛機的時候，生產線上每一個環節的時間點都必須剛剛好，總不能機頭都已經往前推進了，噴槍才開始噴漆，或者更嚴重的情況可能是機器手臂動作太慢，無法跟其他工作協調導致傷害到飛機，這些情況都是不允許發生的。</a:t>
            </a:r>
          </a:p>
        </p:txBody>
      </p:sp>
      <p:sp>
        <p:nvSpPr>
          <p:cNvPr id="7" name="圓角化對角線角落矩形 6">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001314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設計即時系統的重點</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1435015460"/>
              </p:ext>
            </p:extLst>
          </p:nvPr>
        </p:nvGraphicFramePr>
        <p:xfrm>
          <a:off x="457200" y="1499722"/>
          <a:ext cx="8229600" cy="29342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圓角化對角線角落矩形 6">
            <a:hlinkClick r:id="rId7"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4-2</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0766186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4-3 CPU</a:t>
            </a:r>
            <a:r>
              <a:rPr lang="zh-TW" altLang="en-US" dirty="0"/>
              <a:t>排程</a:t>
            </a:r>
          </a:p>
        </p:txBody>
      </p:sp>
      <p:sp>
        <p:nvSpPr>
          <p:cNvPr id="5" name="內容版面配置區 4"/>
          <p:cNvSpPr>
            <a:spLocks noGrp="1"/>
          </p:cNvSpPr>
          <p:nvPr>
            <p:ph idx="1"/>
          </p:nvPr>
        </p:nvSpPr>
        <p:spPr/>
        <p:txBody>
          <a:bodyPr>
            <a:normAutofit/>
          </a:bodyPr>
          <a:lstStyle/>
          <a:p>
            <a:r>
              <a:rPr lang="zh-TW" altLang="en-US" dirty="0"/>
              <a:t>多元程式規劃作業系統是藉著</a:t>
            </a:r>
            <a:r>
              <a:rPr lang="en-US" altLang="zh-TW" dirty="0">
                <a:solidFill>
                  <a:srgbClr val="C00000"/>
                </a:solidFill>
              </a:rPr>
              <a:t>CPU</a:t>
            </a:r>
            <a:r>
              <a:rPr lang="zh-TW" altLang="en-US" dirty="0">
                <a:solidFill>
                  <a:srgbClr val="C00000"/>
                </a:solidFill>
              </a:rPr>
              <a:t>排程</a:t>
            </a:r>
            <a:r>
              <a:rPr lang="zh-TW" altLang="en-US" dirty="0"/>
              <a:t>來保持隨時都有一個程序在執行，以提高</a:t>
            </a:r>
            <a:r>
              <a:rPr lang="en-US" altLang="zh-TW" dirty="0"/>
              <a:t>CPU</a:t>
            </a:r>
            <a:r>
              <a:rPr lang="zh-TW" altLang="en-US" dirty="0"/>
              <a:t>使用率。</a:t>
            </a:r>
            <a:endParaRPr lang="en-US" altLang="zh-TW" dirty="0"/>
          </a:p>
          <a:p>
            <a:r>
              <a:rPr lang="zh-TW" altLang="en-US" dirty="0"/>
              <a:t>藉由</a:t>
            </a:r>
            <a:r>
              <a:rPr lang="en-US" altLang="zh-TW" dirty="0"/>
              <a:t>CPU</a:t>
            </a:r>
            <a:r>
              <a:rPr lang="zh-TW" altLang="en-US" dirty="0"/>
              <a:t>在不同的程序中轉換，各個程序就可以盡可能地搾乾</a:t>
            </a:r>
            <a:r>
              <a:rPr lang="en-US" altLang="zh-TW" dirty="0"/>
              <a:t>CPU</a:t>
            </a:r>
            <a:r>
              <a:rPr lang="zh-TW" altLang="en-US" dirty="0"/>
              <a:t>的運算能力。</a:t>
            </a:r>
            <a:endParaRPr lang="en-US" altLang="zh-TW" dirty="0"/>
          </a:p>
          <a:p>
            <a:endParaRPr lang="zh-TW" altLang="en-US" dirty="0"/>
          </a:p>
        </p:txBody>
      </p:sp>
    </p:spTree>
    <p:extLst>
      <p:ext uri="{BB962C8B-B14F-4D97-AF65-F5344CB8AC3E}">
        <p14:creationId xmlns:p14="http://schemas.microsoft.com/office/powerpoint/2010/main" val="5574320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4-3 CPU</a:t>
            </a:r>
            <a:r>
              <a:rPr lang="zh-TW" altLang="en-US" dirty="0"/>
              <a:t>排程</a:t>
            </a:r>
          </a:p>
        </p:txBody>
      </p:sp>
      <p:sp>
        <p:nvSpPr>
          <p:cNvPr id="3" name="內容版面配置區 2"/>
          <p:cNvSpPr>
            <a:spLocks noGrp="1"/>
          </p:cNvSpPr>
          <p:nvPr>
            <p:ph idx="1"/>
          </p:nvPr>
        </p:nvSpPr>
        <p:spPr/>
        <p:txBody>
          <a:bodyPr/>
          <a:lstStyle/>
          <a:p>
            <a:r>
              <a:rPr lang="zh-TW" altLang="en-US" dirty="0"/>
              <a:t>單一處理器系統中，一次只能有一個程序被執行，其他的都得依照</a:t>
            </a:r>
            <a:r>
              <a:rPr lang="en-US" altLang="zh-TW" dirty="0"/>
              <a:t>CPU</a:t>
            </a:r>
            <a:r>
              <a:rPr lang="zh-TW" altLang="en-US" dirty="0"/>
              <a:t>排程在旁等待。</a:t>
            </a:r>
          </a:p>
          <a:p>
            <a:endParaRPr lang="zh-TW" altLang="en-US" dirty="0"/>
          </a:p>
        </p:txBody>
      </p:sp>
    </p:spTree>
    <p:extLst>
      <p:ext uri="{BB962C8B-B14F-4D97-AF65-F5344CB8AC3E}">
        <p14:creationId xmlns:p14="http://schemas.microsoft.com/office/powerpoint/2010/main" val="20712362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CPU</a:t>
            </a:r>
            <a:r>
              <a:rPr lang="zh-TW" altLang="en-US" dirty="0"/>
              <a:t>排程的決策時間點</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1700" y="1491854"/>
            <a:ext cx="5447665" cy="3253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873359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CPU</a:t>
            </a:r>
            <a:r>
              <a:rPr lang="zh-TW" altLang="en-US" dirty="0"/>
              <a:t>排程的決策時間點</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1449621003"/>
              </p:ext>
            </p:extLst>
          </p:nvPr>
        </p:nvGraphicFramePr>
        <p:xfrm>
          <a:off x="457199" y="1401620"/>
          <a:ext cx="8570295" cy="32853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8460564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4-3 CPU</a:t>
            </a:r>
            <a:r>
              <a:rPr lang="zh-TW" altLang="en-US" dirty="0"/>
              <a:t>排程</a:t>
            </a:r>
          </a:p>
        </p:txBody>
      </p:sp>
      <p:sp>
        <p:nvSpPr>
          <p:cNvPr id="5" name="內容版面配置區 4"/>
          <p:cNvSpPr>
            <a:spLocks noGrp="1"/>
          </p:cNvSpPr>
          <p:nvPr>
            <p:ph idx="1"/>
          </p:nvPr>
        </p:nvSpPr>
        <p:spPr/>
        <p:txBody>
          <a:bodyPr>
            <a:normAutofit fontScale="85000" lnSpcReduction="10000"/>
          </a:bodyPr>
          <a:lstStyle/>
          <a:p>
            <a:r>
              <a:rPr lang="zh-TW" altLang="en-US" dirty="0">
                <a:solidFill>
                  <a:srgbClr val="C00000"/>
                </a:solidFill>
              </a:rPr>
              <a:t>不可搶先排程</a:t>
            </a:r>
            <a:r>
              <a:rPr lang="en-US" altLang="zh-TW" dirty="0"/>
              <a:t>(</a:t>
            </a:r>
            <a:r>
              <a:rPr lang="en-US" altLang="zh-TW" dirty="0" err="1"/>
              <a:t>nonpreemptive</a:t>
            </a:r>
            <a:r>
              <a:rPr lang="en-US" altLang="zh-TW" dirty="0"/>
              <a:t>)</a:t>
            </a:r>
            <a:r>
              <a:rPr lang="zh-TW" altLang="en-US" dirty="0"/>
              <a:t>：排程方式確保已享有</a:t>
            </a:r>
            <a:r>
              <a:rPr lang="en-US" altLang="zh-TW" dirty="0"/>
              <a:t>CPU</a:t>
            </a:r>
            <a:r>
              <a:rPr lang="zh-TW" altLang="en-US" dirty="0"/>
              <a:t>資源的程序能夠一直用，不管其他程序的狀態，直到程序自己跳到其他非執行的狀態，才進行排程。 </a:t>
            </a:r>
            <a:endParaRPr lang="en-US" altLang="zh-TW" dirty="0"/>
          </a:p>
          <a:p>
            <a:r>
              <a:rPr lang="zh-TW" altLang="en-US" dirty="0">
                <a:solidFill>
                  <a:srgbClr val="C00000"/>
                </a:solidFill>
              </a:rPr>
              <a:t>可搶先排程</a:t>
            </a:r>
            <a:r>
              <a:rPr lang="en-US" altLang="zh-TW" dirty="0"/>
              <a:t>(preemptive)</a:t>
            </a:r>
            <a:r>
              <a:rPr lang="zh-TW" altLang="en-US" dirty="0"/>
              <a:t>：時時刻刻都要注意所有程序的狀態，若有程序進入就緒狀態，就要相互比較已就緒程序與正在使用</a:t>
            </a:r>
            <a:r>
              <a:rPr lang="en-US" altLang="zh-TW" dirty="0"/>
              <a:t>CPU</a:t>
            </a:r>
            <a:r>
              <a:rPr lang="zh-TW" altLang="en-US" dirty="0"/>
              <a:t>程序的優先順序。</a:t>
            </a:r>
          </a:p>
        </p:txBody>
      </p:sp>
    </p:spTree>
    <p:extLst>
      <p:ext uri="{BB962C8B-B14F-4D97-AF65-F5344CB8AC3E}">
        <p14:creationId xmlns:p14="http://schemas.microsoft.com/office/powerpoint/2010/main" val="98634249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CPU</a:t>
            </a:r>
            <a:r>
              <a:rPr lang="zh-TW" altLang="en-US" dirty="0"/>
              <a:t>排程演算法的評估標準</a:t>
            </a:r>
          </a:p>
        </p:txBody>
      </p:sp>
      <p:sp>
        <p:nvSpPr>
          <p:cNvPr id="5" name="內容版面配置區 4"/>
          <p:cNvSpPr>
            <a:spLocks noGrp="1"/>
          </p:cNvSpPr>
          <p:nvPr>
            <p:ph idx="1"/>
          </p:nvPr>
        </p:nvSpPr>
        <p:spPr/>
        <p:txBody>
          <a:bodyPr>
            <a:normAutofit/>
          </a:bodyPr>
          <a:lstStyle/>
          <a:p>
            <a:r>
              <a:rPr lang="en-US" altLang="zh-TW" dirty="0">
                <a:solidFill>
                  <a:srgbClr val="C00000"/>
                </a:solidFill>
              </a:rPr>
              <a:t>CPU</a:t>
            </a:r>
            <a:r>
              <a:rPr lang="zh-TW" altLang="en-US" dirty="0">
                <a:solidFill>
                  <a:srgbClr val="C00000"/>
                </a:solidFill>
              </a:rPr>
              <a:t>使用率</a:t>
            </a:r>
            <a:r>
              <a:rPr lang="zh-TW" altLang="en-US" dirty="0"/>
              <a:t>：理論上</a:t>
            </a:r>
            <a:r>
              <a:rPr lang="en-US" altLang="zh-TW" dirty="0"/>
              <a:t>CPU</a:t>
            </a:r>
            <a:r>
              <a:rPr lang="zh-TW" altLang="en-US" dirty="0"/>
              <a:t>使用率最好達</a:t>
            </a:r>
            <a:r>
              <a:rPr lang="en-US" altLang="zh-TW" dirty="0"/>
              <a:t>100%</a:t>
            </a:r>
            <a:r>
              <a:rPr lang="zh-TW" altLang="en-US" dirty="0"/>
              <a:t>，但實際應用上，</a:t>
            </a:r>
            <a:r>
              <a:rPr lang="en-US" altLang="zh-TW" dirty="0"/>
              <a:t>CPU</a:t>
            </a:r>
            <a:r>
              <a:rPr lang="zh-TW" altLang="en-US" dirty="0"/>
              <a:t>不可能到達此極限。</a:t>
            </a:r>
          </a:p>
          <a:p>
            <a:r>
              <a:rPr lang="zh-TW" altLang="en-US" dirty="0">
                <a:solidFill>
                  <a:srgbClr val="C00000"/>
                </a:solidFill>
              </a:rPr>
              <a:t>產能</a:t>
            </a:r>
            <a:r>
              <a:rPr lang="en-US" altLang="zh-TW" dirty="0"/>
              <a:t>(throughput)</a:t>
            </a:r>
            <a:r>
              <a:rPr lang="zh-TW" altLang="en-US" dirty="0"/>
              <a:t>：</a:t>
            </a:r>
            <a:r>
              <a:rPr lang="en-US" altLang="zh-TW" dirty="0"/>
              <a:t>CPU</a:t>
            </a:r>
            <a:r>
              <a:rPr lang="zh-TW" altLang="en-US" dirty="0"/>
              <a:t>越忙碌，產能就越高。產能是衡量單位時間</a:t>
            </a:r>
            <a:r>
              <a:rPr lang="en-US" altLang="zh-TW" dirty="0"/>
              <a:t>CPU</a:t>
            </a:r>
            <a:r>
              <a:rPr lang="zh-TW" altLang="en-US" dirty="0"/>
              <a:t>可完成多少程序。</a:t>
            </a:r>
            <a:endParaRPr lang="en-US" altLang="zh-TW" dirty="0"/>
          </a:p>
        </p:txBody>
      </p:sp>
    </p:spTree>
    <p:extLst>
      <p:ext uri="{BB962C8B-B14F-4D97-AF65-F5344CB8AC3E}">
        <p14:creationId xmlns:p14="http://schemas.microsoft.com/office/powerpoint/2010/main" val="39765722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CPU</a:t>
            </a:r>
            <a:r>
              <a:rPr lang="zh-TW" altLang="en-US" dirty="0"/>
              <a:t>排程演算法的評估標準</a:t>
            </a:r>
          </a:p>
        </p:txBody>
      </p:sp>
      <p:sp>
        <p:nvSpPr>
          <p:cNvPr id="3" name="內容版面配置區 2"/>
          <p:cNvSpPr>
            <a:spLocks noGrp="1"/>
          </p:cNvSpPr>
          <p:nvPr>
            <p:ph idx="1"/>
          </p:nvPr>
        </p:nvSpPr>
        <p:spPr/>
        <p:txBody>
          <a:bodyPr/>
          <a:lstStyle/>
          <a:p>
            <a:r>
              <a:rPr lang="zh-TW" altLang="en-US" dirty="0">
                <a:solidFill>
                  <a:srgbClr val="C00000"/>
                </a:solidFill>
              </a:rPr>
              <a:t>回復時間</a:t>
            </a:r>
            <a:r>
              <a:rPr lang="en-US" altLang="zh-TW" dirty="0"/>
              <a:t>(turnaround time)</a:t>
            </a:r>
            <a:r>
              <a:rPr lang="zh-TW" altLang="en-US" dirty="0"/>
              <a:t>：指一個程序從進入電腦開始至</a:t>
            </a:r>
            <a:r>
              <a:rPr lang="en-US" altLang="zh-TW" dirty="0"/>
              <a:t>CPU</a:t>
            </a:r>
            <a:r>
              <a:rPr lang="zh-TW" altLang="en-US" dirty="0"/>
              <a:t>執行所花費的單位時間。</a:t>
            </a:r>
            <a:endParaRPr lang="en-US" altLang="zh-TW" dirty="0"/>
          </a:p>
          <a:p>
            <a:r>
              <a:rPr lang="zh-TW" altLang="en-US" dirty="0">
                <a:solidFill>
                  <a:srgbClr val="C00000"/>
                </a:solidFill>
              </a:rPr>
              <a:t>等待時間</a:t>
            </a:r>
            <a:r>
              <a:rPr lang="zh-TW" altLang="en-US" dirty="0"/>
              <a:t>：算計程序會花多久的時間在就緒佇列中等待。</a:t>
            </a:r>
          </a:p>
          <a:p>
            <a:endParaRPr lang="zh-TW" altLang="en-US" dirty="0"/>
          </a:p>
        </p:txBody>
      </p:sp>
    </p:spTree>
    <p:extLst>
      <p:ext uri="{BB962C8B-B14F-4D97-AF65-F5344CB8AC3E}">
        <p14:creationId xmlns:p14="http://schemas.microsoft.com/office/powerpoint/2010/main" val="31003408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CPU</a:t>
            </a:r>
            <a:r>
              <a:rPr lang="zh-TW" altLang="en-US" dirty="0"/>
              <a:t>排程演算法</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2717382763"/>
              </p:ext>
            </p:extLst>
          </p:nvPr>
        </p:nvGraphicFramePr>
        <p:xfrm>
          <a:off x="457200" y="1660399"/>
          <a:ext cx="8229600" cy="29342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209262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先到先處理</a:t>
            </a:r>
          </a:p>
        </p:txBody>
      </p:sp>
      <p:sp>
        <p:nvSpPr>
          <p:cNvPr id="5" name="內容版面配置區 4"/>
          <p:cNvSpPr>
            <a:spLocks noGrp="1"/>
          </p:cNvSpPr>
          <p:nvPr>
            <p:ph idx="1"/>
          </p:nvPr>
        </p:nvSpPr>
        <p:spPr/>
        <p:txBody>
          <a:bodyPr>
            <a:normAutofit/>
          </a:bodyPr>
          <a:lstStyle/>
          <a:p>
            <a:r>
              <a:rPr lang="zh-TW" altLang="en-US" dirty="0">
                <a:solidFill>
                  <a:srgbClr val="C00000"/>
                </a:solidFill>
              </a:rPr>
              <a:t>先到先處理</a:t>
            </a:r>
            <a:r>
              <a:rPr lang="en-US" altLang="zh-TW" dirty="0"/>
              <a:t>(</a:t>
            </a:r>
            <a:r>
              <a:rPr lang="en-US" altLang="zh-TW" dirty="0" err="1"/>
              <a:t>FCFS</a:t>
            </a:r>
            <a:r>
              <a:rPr lang="en-US" altLang="zh-TW" dirty="0"/>
              <a:t>)</a:t>
            </a:r>
            <a:r>
              <a:rPr lang="zh-TW" altLang="en-US" dirty="0"/>
              <a:t>是最簡單的方式，就是把</a:t>
            </a:r>
            <a:r>
              <a:rPr lang="en-US" altLang="zh-TW" dirty="0"/>
              <a:t>CPU</a:t>
            </a:r>
            <a:r>
              <a:rPr lang="zh-TW" altLang="en-US" dirty="0"/>
              <a:t>分給第一個需要</a:t>
            </a:r>
            <a:r>
              <a:rPr lang="en-US" altLang="zh-TW" dirty="0"/>
              <a:t>CPU</a:t>
            </a:r>
            <a:r>
              <a:rPr lang="zh-TW" altLang="en-US" dirty="0"/>
              <a:t>資源的程序。</a:t>
            </a:r>
            <a:endParaRPr lang="en-US" altLang="zh-TW" dirty="0"/>
          </a:p>
          <a:p>
            <a:r>
              <a:rPr lang="zh-TW" altLang="en-US" dirty="0"/>
              <a:t>用</a:t>
            </a:r>
            <a:r>
              <a:rPr lang="zh-TW" altLang="en-US" dirty="0">
                <a:solidFill>
                  <a:srgbClr val="C00000"/>
                </a:solidFill>
              </a:rPr>
              <a:t>先進先出</a:t>
            </a:r>
            <a:r>
              <a:rPr lang="en-US" altLang="zh-TW" dirty="0"/>
              <a:t>(first in first out)</a:t>
            </a:r>
            <a:r>
              <a:rPr lang="zh-TW" altLang="en-US" dirty="0"/>
              <a:t>特性的佇列來排置程序。</a:t>
            </a:r>
            <a:endParaRPr lang="en-US" altLang="zh-TW" dirty="0"/>
          </a:p>
        </p:txBody>
      </p:sp>
      <p:sp>
        <p:nvSpPr>
          <p:cNvPr id="6" name="圓角化對角線角落矩形 5">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38154258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先到先處理</a:t>
            </a:r>
          </a:p>
        </p:txBody>
      </p:sp>
      <p:sp>
        <p:nvSpPr>
          <p:cNvPr id="3" name="內容版面配置區 2"/>
          <p:cNvSpPr>
            <a:spLocks noGrp="1"/>
          </p:cNvSpPr>
          <p:nvPr>
            <p:ph idx="1"/>
          </p:nvPr>
        </p:nvSpPr>
        <p:spPr/>
        <p:txBody>
          <a:bodyPr/>
          <a:lstStyle/>
          <a:p>
            <a:r>
              <a:rPr lang="en-US" altLang="zh-TW" dirty="0"/>
              <a:t>CPU</a:t>
            </a:r>
            <a:r>
              <a:rPr lang="zh-TW" altLang="en-US" dirty="0"/>
              <a:t>會先運算佇列中的第一個程序，並將它從就緒佇列中踢除；當有新程序需</a:t>
            </a:r>
            <a:r>
              <a:rPr lang="en-US" altLang="zh-TW" dirty="0"/>
              <a:t>CPU</a:t>
            </a:r>
            <a:r>
              <a:rPr lang="zh-TW" altLang="en-US" dirty="0"/>
              <a:t>資源時，就被串接到就緒佇列的末端。</a:t>
            </a:r>
            <a:endParaRPr lang="en-US" altLang="zh-TW" dirty="0"/>
          </a:p>
          <a:p>
            <a:r>
              <a:rPr lang="en-US" altLang="zh-TW" dirty="0"/>
              <a:t>FCFS</a:t>
            </a:r>
            <a:r>
              <a:rPr lang="zh-TW" altLang="en-US" dirty="0"/>
              <a:t>排班方式是不可搶先的。</a:t>
            </a:r>
          </a:p>
          <a:p>
            <a:endParaRPr lang="zh-TW" altLang="en-US" dirty="0"/>
          </a:p>
        </p:txBody>
      </p:sp>
    </p:spTree>
    <p:extLst>
      <p:ext uri="{BB962C8B-B14F-4D97-AF65-F5344CB8AC3E}">
        <p14:creationId xmlns:p14="http://schemas.microsoft.com/office/powerpoint/2010/main" val="16758549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先到先處理</a:t>
            </a:r>
          </a:p>
        </p:txBody>
      </p:sp>
      <p:sp>
        <p:nvSpPr>
          <p:cNvPr id="5" name="內容版面配置區 4"/>
          <p:cNvSpPr>
            <a:spLocks noGrp="1"/>
          </p:cNvSpPr>
          <p:nvPr>
            <p:ph idx="1"/>
          </p:nvPr>
        </p:nvSpPr>
        <p:spPr/>
        <p:txBody>
          <a:bodyPr/>
          <a:lstStyle/>
          <a:p>
            <a:r>
              <a:rPr lang="zh-TW" altLang="en-US"/>
              <a:t>假設程序的資訊如下所示，時間以毫秒為單位：</a:t>
            </a:r>
            <a:endParaRPr lang="en-US" altLang="zh-TW"/>
          </a:p>
          <a:p>
            <a:endParaRPr lang="en-US" altLang="zh-TW"/>
          </a:p>
          <a:p>
            <a:endParaRPr lang="en-US" altLang="zh-TW"/>
          </a:p>
          <a:p>
            <a:endParaRPr lang="en-US" altLang="zh-TW"/>
          </a:p>
          <a:p>
            <a:endParaRPr lang="en-US" altLang="zh-TW"/>
          </a:p>
          <a:p>
            <a:endParaRPr lang="en-US" altLang="zh-TW"/>
          </a:p>
          <a:p>
            <a:endParaRPr lang="en-US" altLang="zh-TW"/>
          </a:p>
          <a:p>
            <a:endParaRPr lang="en-US" altLang="zh-TW"/>
          </a:p>
          <a:p>
            <a:endParaRPr lang="zh-TW" altLang="en-US" dirty="0"/>
          </a:p>
        </p:txBody>
      </p:sp>
      <p:sp>
        <p:nvSpPr>
          <p:cNvPr id="8" name="圓角化對角線角落矩形 7">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1024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6755" y="2436735"/>
            <a:ext cx="4773665" cy="14542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7190258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先到先處理</a:t>
            </a:r>
          </a:p>
        </p:txBody>
      </p:sp>
      <p:sp>
        <p:nvSpPr>
          <p:cNvPr id="3" name="內容版面配置區 2"/>
          <p:cNvSpPr>
            <a:spLocks noGrp="1"/>
          </p:cNvSpPr>
          <p:nvPr>
            <p:ph idx="1"/>
          </p:nvPr>
        </p:nvSpPr>
        <p:spPr/>
        <p:txBody>
          <a:bodyPr/>
          <a:lstStyle/>
          <a:p>
            <a:r>
              <a:rPr lang="zh-TW" altLang="en-US" dirty="0"/>
              <a:t>使用</a:t>
            </a:r>
            <a:r>
              <a:rPr lang="en-US" altLang="zh-TW" dirty="0"/>
              <a:t>FCFS</a:t>
            </a:r>
            <a:r>
              <a:rPr lang="zh-TW" altLang="en-US" dirty="0"/>
              <a:t>方式，</a:t>
            </a:r>
            <a:r>
              <a:rPr lang="en-US" altLang="zh-TW" dirty="0"/>
              <a:t>CPU</a:t>
            </a:r>
            <a:r>
              <a:rPr lang="zh-TW" altLang="en-US" dirty="0"/>
              <a:t>工作表會如下</a:t>
            </a:r>
            <a:r>
              <a:rPr lang="zh-TW" altLang="en-US" dirty="0">
                <a:solidFill>
                  <a:srgbClr val="C00000"/>
                </a:solidFill>
              </a:rPr>
              <a:t>程式執行時序圖</a:t>
            </a:r>
            <a:r>
              <a:rPr lang="zh-TW" altLang="en-US" dirty="0"/>
              <a:t>所示：</a:t>
            </a:r>
            <a:endParaRPr lang="en-US" altLang="zh-TW" dirty="0"/>
          </a:p>
          <a:p>
            <a:endParaRPr lang="zh-TW" altLang="en-US" dirty="0"/>
          </a:p>
        </p:txBody>
      </p:sp>
      <p:pic>
        <p:nvPicPr>
          <p:cNvPr id="4"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730" y="2916418"/>
            <a:ext cx="4905230" cy="7404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圓角化對角線角落矩形 4">
            <a:hlinkClick r:id="rId3"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409170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先到先處理</a:t>
            </a:r>
          </a:p>
        </p:txBody>
      </p:sp>
      <p:sp>
        <p:nvSpPr>
          <p:cNvPr id="5" name="內容版面配置區 4"/>
          <p:cNvSpPr>
            <a:spLocks noGrp="1"/>
          </p:cNvSpPr>
          <p:nvPr>
            <p:ph idx="1"/>
          </p:nvPr>
        </p:nvSpPr>
        <p:spPr/>
        <p:txBody>
          <a:bodyPr>
            <a:normAutofit/>
          </a:bodyPr>
          <a:lstStyle/>
          <a:p>
            <a:r>
              <a:rPr lang="zh-TW" altLang="en-US" dirty="0"/>
              <a:t>各程序的等待時間如下表所示：</a:t>
            </a:r>
            <a:endParaRPr lang="en-US" altLang="zh-TW" dirty="0"/>
          </a:p>
          <a:p>
            <a:endParaRPr lang="zh-TW" altLang="en-US" dirty="0"/>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112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71700" y="2526745"/>
            <a:ext cx="6115422" cy="153017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879528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先到先處理</a:t>
            </a:r>
          </a:p>
        </p:txBody>
      </p:sp>
      <p:sp>
        <p:nvSpPr>
          <p:cNvPr id="5" name="內容版面配置區 4"/>
          <p:cNvSpPr>
            <a:spLocks noGrp="1"/>
          </p:cNvSpPr>
          <p:nvPr>
            <p:ph idx="1"/>
          </p:nvPr>
        </p:nvSpPr>
        <p:spPr/>
        <p:txBody>
          <a:bodyPr/>
          <a:lstStyle/>
          <a:p>
            <a:r>
              <a:rPr lang="zh-TW" altLang="en-US"/>
              <a:t>假設三個程序來的順序不同，就有不同結果：</a:t>
            </a:r>
            <a:endParaRPr lang="en-US" altLang="zh-TW"/>
          </a:p>
          <a:p>
            <a:endParaRPr lang="en-US" altLang="zh-TW"/>
          </a:p>
          <a:p>
            <a:endParaRPr lang="en-US" altLang="zh-TW"/>
          </a:p>
          <a:p>
            <a:endParaRPr lang="en-US" altLang="zh-TW"/>
          </a:p>
          <a:p>
            <a:endParaRPr lang="zh-TW" altLang="en-US"/>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1229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6665" y="2391730"/>
            <a:ext cx="5977490" cy="15142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609760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先到先處理</a:t>
            </a:r>
          </a:p>
        </p:txBody>
      </p:sp>
      <p:sp>
        <p:nvSpPr>
          <p:cNvPr id="3" name="內容版面配置區 2"/>
          <p:cNvSpPr>
            <a:spLocks noGrp="1"/>
          </p:cNvSpPr>
          <p:nvPr>
            <p:ph idx="1"/>
          </p:nvPr>
        </p:nvSpPr>
        <p:spPr/>
        <p:txBody>
          <a:bodyPr/>
          <a:lstStyle/>
          <a:p>
            <a:r>
              <a:rPr lang="zh-TW" altLang="en-US" dirty="0"/>
              <a:t>這種情況下的程式執行時序圖如下所示：</a:t>
            </a:r>
            <a:endParaRPr lang="en-US" altLang="zh-TW" dirty="0"/>
          </a:p>
          <a:p>
            <a:endParaRPr lang="zh-TW" altLang="en-US" dirty="0"/>
          </a:p>
        </p:txBody>
      </p:sp>
      <p:pic>
        <p:nvPicPr>
          <p:cNvPr id="4"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56665" y="2526745"/>
            <a:ext cx="4937479" cy="64084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圓角化對角線角落矩形 4">
            <a:hlinkClick r:id="rId3"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19047751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a:t>先到先處理</a:t>
            </a:r>
            <a:endParaRPr lang="zh-TW" altLang="en-US" dirty="0"/>
          </a:p>
        </p:txBody>
      </p:sp>
      <p:sp>
        <p:nvSpPr>
          <p:cNvPr id="5" name="內容版面配置區 4"/>
          <p:cNvSpPr>
            <a:spLocks noGrp="1"/>
          </p:cNvSpPr>
          <p:nvPr>
            <p:ph idx="1"/>
          </p:nvPr>
        </p:nvSpPr>
        <p:spPr/>
        <p:txBody>
          <a:bodyPr>
            <a:normAutofit fontScale="92500" lnSpcReduction="20000"/>
          </a:bodyPr>
          <a:lstStyle/>
          <a:p>
            <a:r>
              <a:rPr lang="zh-TW" altLang="en-US" dirty="0"/>
              <a:t>各程序的等待時間則為：</a:t>
            </a:r>
            <a:endParaRPr lang="en-US" altLang="zh-TW" dirty="0"/>
          </a:p>
          <a:p>
            <a:endParaRPr lang="en-US" altLang="zh-TW" dirty="0"/>
          </a:p>
          <a:p>
            <a:endParaRPr lang="en-US" altLang="zh-TW" dirty="0"/>
          </a:p>
          <a:p>
            <a:r>
              <a:rPr lang="zh-TW" altLang="en-US" dirty="0"/>
              <a:t>同樣三個程序，因抵達順序不同，平均等待時間就相差很大。因此雖然先到先處理方式在實作上很容易完成，卻不是最理想的排班方式。</a:t>
            </a:r>
          </a:p>
          <a:p>
            <a:endParaRPr lang="en-US" altLang="zh-TW" dirty="0"/>
          </a:p>
          <a:p>
            <a:endParaRPr lang="zh-TW" altLang="en-US" dirty="0"/>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13314"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005" y="1765029"/>
            <a:ext cx="4455495" cy="116297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8181260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最短工作先處理</a:t>
            </a:r>
          </a:p>
        </p:txBody>
      </p:sp>
      <p:sp>
        <p:nvSpPr>
          <p:cNvPr id="5" name="內容版面配置區 4"/>
          <p:cNvSpPr>
            <a:spLocks noGrp="1"/>
          </p:cNvSpPr>
          <p:nvPr>
            <p:ph idx="1"/>
          </p:nvPr>
        </p:nvSpPr>
        <p:spPr/>
        <p:txBody>
          <a:bodyPr>
            <a:normAutofit/>
          </a:bodyPr>
          <a:lstStyle/>
          <a:p>
            <a:r>
              <a:rPr lang="zh-TW" altLang="en-US" dirty="0">
                <a:solidFill>
                  <a:srgbClr val="C00000"/>
                </a:solidFill>
              </a:rPr>
              <a:t>最短工作先處理</a:t>
            </a:r>
            <a:r>
              <a:rPr lang="en-US" altLang="zh-TW" dirty="0"/>
              <a:t>(</a:t>
            </a:r>
            <a:r>
              <a:rPr lang="en-US" altLang="zh-TW" dirty="0" err="1"/>
              <a:t>SJF</a:t>
            </a:r>
            <a:r>
              <a:rPr lang="en-US" altLang="zh-TW" dirty="0"/>
              <a:t>)</a:t>
            </a:r>
            <a:r>
              <a:rPr lang="zh-TW" altLang="en-US" dirty="0"/>
              <a:t>是指當</a:t>
            </a:r>
            <a:r>
              <a:rPr lang="en-US" altLang="zh-TW" dirty="0"/>
              <a:t>CPU</a:t>
            </a:r>
            <a:r>
              <a:rPr lang="zh-TW" altLang="en-US" dirty="0"/>
              <a:t>排程在挑選下一個執行程序時，會檢視所有需要</a:t>
            </a:r>
            <a:r>
              <a:rPr lang="en-US" altLang="zh-TW" dirty="0"/>
              <a:t>CPU</a:t>
            </a:r>
            <a:r>
              <a:rPr lang="zh-TW" altLang="en-US" dirty="0"/>
              <a:t>資源的程序各會花多少時間完成工作。最短的程序就能先得到</a:t>
            </a:r>
            <a:r>
              <a:rPr lang="en-US" altLang="zh-TW" dirty="0"/>
              <a:t>CPU</a:t>
            </a:r>
            <a:r>
              <a:rPr lang="zh-TW" altLang="en-US" dirty="0"/>
              <a:t>資源，其餘則等下一次挑選時再行比較。</a:t>
            </a:r>
            <a:endParaRPr lang="en-US" altLang="zh-TW" dirty="0"/>
          </a:p>
          <a:p>
            <a:endParaRPr lang="zh-TW" altLang="en-US" dirty="0"/>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8962306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最短工作先處理</a:t>
            </a:r>
          </a:p>
        </p:txBody>
      </p:sp>
      <p:sp>
        <p:nvSpPr>
          <p:cNvPr id="3" name="內容版面配置區 2"/>
          <p:cNvSpPr>
            <a:spLocks noGrp="1"/>
          </p:cNvSpPr>
          <p:nvPr>
            <p:ph idx="1"/>
          </p:nvPr>
        </p:nvSpPr>
        <p:spPr/>
        <p:txBody>
          <a:bodyPr/>
          <a:lstStyle/>
          <a:p>
            <a:r>
              <a:rPr lang="zh-TW" altLang="en-US" dirty="0"/>
              <a:t>如果有兩個以上的程序所需時間相同，則採用</a:t>
            </a:r>
            <a:r>
              <a:rPr lang="zh-TW" altLang="en-US" u="sng" dirty="0"/>
              <a:t>先到先服務</a:t>
            </a:r>
            <a:r>
              <a:rPr lang="zh-TW" altLang="en-US" dirty="0"/>
              <a:t>的方式挑選。</a:t>
            </a:r>
          </a:p>
          <a:p>
            <a:endParaRPr lang="zh-TW" altLang="en-US" dirty="0"/>
          </a:p>
        </p:txBody>
      </p:sp>
      <p:sp>
        <p:nvSpPr>
          <p:cNvPr id="4" name="圓角化對角線角落矩形 3">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18321279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最短工作先處理</a:t>
            </a:r>
          </a:p>
        </p:txBody>
      </p:sp>
      <p:sp>
        <p:nvSpPr>
          <p:cNvPr id="5" name="內容版面配置區 4"/>
          <p:cNvSpPr>
            <a:spLocks noGrp="1"/>
          </p:cNvSpPr>
          <p:nvPr>
            <p:ph idx="1"/>
          </p:nvPr>
        </p:nvSpPr>
        <p:spPr/>
        <p:txBody>
          <a:bodyPr/>
          <a:lstStyle/>
          <a:p>
            <a:r>
              <a:rPr lang="zh-TW" altLang="en-US"/>
              <a:t>假設程序的資訊如下所示，時間以毫秒為單位：</a:t>
            </a:r>
            <a:endParaRPr lang="en-US" altLang="zh-TW"/>
          </a:p>
          <a:p>
            <a:endParaRPr lang="en-US" altLang="zh-TW"/>
          </a:p>
          <a:p>
            <a:endParaRPr lang="en-US" altLang="zh-TW"/>
          </a:p>
          <a:p>
            <a:endParaRPr lang="en-US" altLang="zh-TW"/>
          </a:p>
          <a:p>
            <a:endParaRPr lang="zh-TW" altLang="en-US"/>
          </a:p>
          <a:p>
            <a:endParaRPr lang="zh-TW" altLang="en-US"/>
          </a:p>
          <a:p>
            <a:endParaRPr lang="zh-TW" altLang="en-US" dirty="0"/>
          </a:p>
        </p:txBody>
      </p:sp>
      <p:sp>
        <p:nvSpPr>
          <p:cNvPr id="9" name="圓角化對角線角落矩形 8">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71799" y="2166705"/>
            <a:ext cx="3367075" cy="15600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827973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最短工作先處理</a:t>
            </a:r>
          </a:p>
        </p:txBody>
      </p:sp>
      <p:sp>
        <p:nvSpPr>
          <p:cNvPr id="3" name="內容版面配置區 2"/>
          <p:cNvSpPr>
            <a:spLocks noGrp="1"/>
          </p:cNvSpPr>
          <p:nvPr>
            <p:ph idx="1"/>
          </p:nvPr>
        </p:nvSpPr>
        <p:spPr/>
        <p:txBody>
          <a:bodyPr/>
          <a:lstStyle/>
          <a:p>
            <a:r>
              <a:rPr lang="zh-TW" altLang="en-US" dirty="0"/>
              <a:t>這個例子的程式執行時序圖如下所示：</a:t>
            </a:r>
          </a:p>
          <a:p>
            <a:endParaRPr lang="zh-TW" altLang="en-US"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36685" y="2571750"/>
            <a:ext cx="5184540" cy="6835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圓角化對角線角落矩形 4">
            <a:hlinkClick r:id="rId3"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71068729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最短工作先處理</a:t>
            </a:r>
          </a:p>
        </p:txBody>
      </p:sp>
      <p:sp>
        <p:nvSpPr>
          <p:cNvPr id="5" name="內容版面配置區 4"/>
          <p:cNvSpPr>
            <a:spLocks noGrp="1"/>
          </p:cNvSpPr>
          <p:nvPr>
            <p:ph idx="1"/>
          </p:nvPr>
        </p:nvSpPr>
        <p:spPr/>
        <p:txBody>
          <a:bodyPr>
            <a:normAutofit/>
          </a:bodyPr>
          <a:lstStyle/>
          <a:p>
            <a:r>
              <a:rPr lang="zh-TW" altLang="en-US" dirty="0"/>
              <a:t>各程序的等待時間則為：</a:t>
            </a:r>
          </a:p>
          <a:p>
            <a:endParaRPr lang="zh-TW" altLang="en-US" dirty="0"/>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1600" y="2256715"/>
            <a:ext cx="6215565" cy="169449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5681702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最短工作先處理</a:t>
            </a:r>
          </a:p>
        </p:txBody>
      </p:sp>
      <p:sp>
        <p:nvSpPr>
          <p:cNvPr id="5" name="內容版面配置區 4"/>
          <p:cNvSpPr>
            <a:spLocks noGrp="1"/>
          </p:cNvSpPr>
          <p:nvPr>
            <p:ph idx="1"/>
          </p:nvPr>
        </p:nvSpPr>
        <p:spPr>
          <a:xfrm>
            <a:off x="457200" y="1660399"/>
            <a:ext cx="4384830" cy="2934224"/>
          </a:xfrm>
        </p:spPr>
        <p:txBody>
          <a:bodyPr>
            <a:normAutofit fontScale="85000" lnSpcReduction="20000"/>
          </a:bodyPr>
          <a:lstStyle/>
          <a:p>
            <a:r>
              <a:rPr lang="zh-TW" altLang="en-US" dirty="0"/>
              <a:t>使用</a:t>
            </a:r>
            <a:r>
              <a:rPr lang="en-US" altLang="zh-TW" dirty="0" err="1"/>
              <a:t>FCFS</a:t>
            </a:r>
            <a:r>
              <a:rPr lang="zh-TW" altLang="en-US" dirty="0"/>
              <a:t>的程序先後順序及其平均等待時間如右：</a:t>
            </a:r>
            <a:endParaRPr lang="en-US" altLang="zh-TW" dirty="0"/>
          </a:p>
          <a:p>
            <a:endParaRPr lang="en-US" altLang="zh-TW" dirty="0"/>
          </a:p>
          <a:p>
            <a:r>
              <a:rPr lang="zh-TW" altLang="en-US" dirty="0"/>
              <a:t>除了</a:t>
            </a:r>
            <a:r>
              <a:rPr lang="en-US" altLang="zh-TW" dirty="0" err="1"/>
              <a:t>P</a:t>
            </a:r>
            <a:r>
              <a:rPr lang="en-US" altLang="zh-TW" baseline="-25000" dirty="0" err="1"/>
              <a:t>2</a:t>
            </a:r>
            <a:r>
              <a:rPr lang="en-US" altLang="zh-TW" dirty="0" err="1"/>
              <a:t>→P</a:t>
            </a:r>
            <a:r>
              <a:rPr lang="en-US" altLang="zh-TW" baseline="-25000" dirty="0" err="1"/>
              <a:t>3</a:t>
            </a:r>
            <a:r>
              <a:rPr lang="en-US" altLang="zh-TW" dirty="0" err="1"/>
              <a:t>→P</a:t>
            </a:r>
            <a:r>
              <a:rPr lang="en-US" altLang="zh-TW" baseline="-25000" dirty="0" err="1"/>
              <a:t>1</a:t>
            </a:r>
            <a:r>
              <a:rPr lang="zh-TW" altLang="en-US" dirty="0"/>
              <a:t>剛好與最短工作先處理的順序相同，其餘的平均等待時間都比</a:t>
            </a:r>
            <a:r>
              <a:rPr lang="en-US" altLang="zh-TW" dirty="0" err="1"/>
              <a:t>SJF</a:t>
            </a:r>
            <a:r>
              <a:rPr lang="zh-TW" altLang="en-US" dirty="0"/>
              <a:t>來得長。</a:t>
            </a:r>
            <a:endParaRPr lang="en-US" altLang="zh-TW" dirty="0"/>
          </a:p>
          <a:p>
            <a:endParaRPr lang="zh-TW" altLang="en-US" dirty="0"/>
          </a:p>
          <a:p>
            <a:endParaRPr lang="zh-TW" altLang="en-US" dirty="0"/>
          </a:p>
          <a:p>
            <a:endParaRPr lang="zh-TW" altLang="en-US" dirty="0"/>
          </a:p>
        </p:txBody>
      </p:sp>
      <p:sp>
        <p:nvSpPr>
          <p:cNvPr id="8" name="圓角化對角線角落矩形 7">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67055" y="1664928"/>
            <a:ext cx="3735415" cy="24369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796566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最短工作先處理</a:t>
            </a:r>
          </a:p>
        </p:txBody>
      </p:sp>
      <p:sp>
        <p:nvSpPr>
          <p:cNvPr id="5" name="內容版面配置區 4"/>
          <p:cNvSpPr>
            <a:spLocks noGrp="1"/>
          </p:cNvSpPr>
          <p:nvPr>
            <p:ph idx="1"/>
          </p:nvPr>
        </p:nvSpPr>
        <p:spPr/>
        <p:txBody>
          <a:bodyPr>
            <a:normAutofit/>
          </a:bodyPr>
          <a:lstStyle/>
          <a:p>
            <a:r>
              <a:rPr lang="zh-TW" altLang="en-US" dirty="0"/>
              <a:t>最短工作先處理的方式可分為下列兩種：</a:t>
            </a:r>
          </a:p>
        </p:txBody>
      </p:sp>
      <p:graphicFrame>
        <p:nvGraphicFramePr>
          <p:cNvPr id="2" name="資料庫圖表 1"/>
          <p:cNvGraphicFramePr/>
          <p:nvPr>
            <p:extLst>
              <p:ext uri="{D42A27DB-BD31-4B8C-83A1-F6EECF244321}">
                <p14:modId xmlns:p14="http://schemas.microsoft.com/office/powerpoint/2010/main" val="1890975992"/>
              </p:ext>
            </p:extLst>
          </p:nvPr>
        </p:nvGraphicFramePr>
        <p:xfrm>
          <a:off x="971601" y="2072811"/>
          <a:ext cx="7335815" cy="25268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圓角化對角線角落矩形 6">
            <a:hlinkClick r:id="rId7"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9649974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最短工作先處理</a:t>
            </a:r>
          </a:p>
        </p:txBody>
      </p:sp>
      <p:sp>
        <p:nvSpPr>
          <p:cNvPr id="5" name="內容版面配置區 4"/>
          <p:cNvSpPr>
            <a:spLocks noGrp="1"/>
          </p:cNvSpPr>
          <p:nvPr>
            <p:ph idx="1"/>
          </p:nvPr>
        </p:nvSpPr>
        <p:spPr/>
        <p:txBody>
          <a:bodyPr>
            <a:normAutofit fontScale="85000" lnSpcReduction="10000"/>
          </a:bodyPr>
          <a:lstStyle/>
          <a:p>
            <a:r>
              <a:rPr lang="zh-TW" altLang="en-US" dirty="0"/>
              <a:t>若單純考慮使平均等待時間降到最低，最短工作先處理的方式是最理想的。</a:t>
            </a:r>
            <a:endParaRPr lang="en-US" altLang="zh-TW" dirty="0"/>
          </a:p>
          <a:p>
            <a:r>
              <a:rPr lang="zh-TW" altLang="en-US" dirty="0"/>
              <a:t>雖然將一個短程序排到前面，會使長程序擠到後面而增加其等待時間，然而卻可以大大減低短程序的等待時間。</a:t>
            </a:r>
            <a:endParaRPr lang="en-US" altLang="zh-TW" dirty="0"/>
          </a:p>
          <a:p>
            <a:r>
              <a:rPr lang="zh-TW" altLang="en-US" u="sng" dirty="0"/>
              <a:t>難處</a:t>
            </a:r>
            <a:r>
              <a:rPr lang="zh-TW" altLang="en-US" dirty="0"/>
              <a:t>：實際執行時，很難精準預測每一個程序將</a:t>
            </a:r>
            <a:br>
              <a:rPr lang="en-US" altLang="zh-TW" dirty="0"/>
            </a:br>
            <a:r>
              <a:rPr lang="zh-TW" altLang="en-US" dirty="0"/>
              <a:t>　　　花多少時間來完成工作。</a:t>
            </a:r>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390289264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優先權排程</a:t>
            </a:r>
          </a:p>
        </p:txBody>
      </p:sp>
      <p:sp>
        <p:nvSpPr>
          <p:cNvPr id="5" name="內容版面配置區 4"/>
          <p:cNvSpPr>
            <a:spLocks noGrp="1"/>
          </p:cNvSpPr>
          <p:nvPr>
            <p:ph idx="1"/>
          </p:nvPr>
        </p:nvSpPr>
        <p:spPr/>
        <p:txBody>
          <a:bodyPr>
            <a:normAutofit/>
          </a:bodyPr>
          <a:lstStyle/>
          <a:p>
            <a:r>
              <a:rPr lang="zh-TW" altLang="en-US" dirty="0">
                <a:solidFill>
                  <a:srgbClr val="C00000"/>
                </a:solidFill>
              </a:rPr>
              <a:t>優先權排程</a:t>
            </a:r>
            <a:r>
              <a:rPr lang="en-US" altLang="zh-TW" dirty="0"/>
              <a:t>(Priority Scheduling)</a:t>
            </a:r>
            <a:r>
              <a:rPr lang="zh-TW" altLang="en-US" dirty="0"/>
              <a:t>是指為程序們階級化，標上優先順序。</a:t>
            </a:r>
            <a:endParaRPr lang="en-US" altLang="zh-TW" dirty="0"/>
          </a:p>
          <a:p>
            <a:r>
              <a:rPr lang="zh-TW" altLang="en-US" dirty="0"/>
              <a:t>先到先處理的方式並無優先權概念，而最短工作先處理的方式，則屬優先權的特例。</a:t>
            </a:r>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196009382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優先權排程</a:t>
            </a:r>
          </a:p>
        </p:txBody>
      </p:sp>
      <p:sp>
        <p:nvSpPr>
          <p:cNvPr id="5" name="內容版面配置區 4"/>
          <p:cNvSpPr>
            <a:spLocks noGrp="1"/>
          </p:cNvSpPr>
          <p:nvPr>
            <p:ph idx="1"/>
          </p:nvPr>
        </p:nvSpPr>
        <p:spPr/>
        <p:txBody>
          <a:bodyPr/>
          <a:lstStyle/>
          <a:p>
            <a:r>
              <a:rPr lang="zh-TW" altLang="en-US"/>
              <a:t>假設有如下的程序及其優先權：</a:t>
            </a:r>
            <a:endParaRPr lang="en-US" altLang="zh-TW"/>
          </a:p>
          <a:p>
            <a:endParaRPr lang="en-US" altLang="zh-TW"/>
          </a:p>
          <a:p>
            <a:endParaRPr lang="en-US" altLang="zh-TW"/>
          </a:p>
          <a:p>
            <a:endParaRPr lang="en-US" altLang="zh-TW" dirty="0"/>
          </a:p>
        </p:txBody>
      </p:sp>
      <p:sp>
        <p:nvSpPr>
          <p:cNvPr id="9" name="圓角化對角線角落矩形 8">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14881" y="2166705"/>
            <a:ext cx="5386108" cy="13051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7201528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優先權排程</a:t>
            </a:r>
          </a:p>
        </p:txBody>
      </p:sp>
      <p:sp>
        <p:nvSpPr>
          <p:cNvPr id="3" name="內容版面配置區 2"/>
          <p:cNvSpPr>
            <a:spLocks noGrp="1"/>
          </p:cNvSpPr>
          <p:nvPr>
            <p:ph idx="1"/>
          </p:nvPr>
        </p:nvSpPr>
        <p:spPr/>
        <p:txBody>
          <a:bodyPr/>
          <a:lstStyle/>
          <a:p>
            <a:r>
              <a:rPr lang="zh-TW" altLang="en-US" dirty="0"/>
              <a:t>使用優先權為排程依據，則程式執行時序圖如下：</a:t>
            </a:r>
          </a:p>
          <a:p>
            <a:endParaRPr lang="zh-TW" altLang="en-US" dirty="0"/>
          </a:p>
          <a:p>
            <a:endParaRPr lang="zh-TW" altLang="en-US"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61710" y="2616755"/>
            <a:ext cx="4906637" cy="6318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圓角化對角線角落矩形 4">
            <a:hlinkClick r:id="rId3"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35870919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優先權排程</a:t>
            </a:r>
          </a:p>
        </p:txBody>
      </p:sp>
      <p:sp>
        <p:nvSpPr>
          <p:cNvPr id="5" name="內容版面配置區 4"/>
          <p:cNvSpPr>
            <a:spLocks noGrp="1"/>
          </p:cNvSpPr>
          <p:nvPr>
            <p:ph idx="1"/>
          </p:nvPr>
        </p:nvSpPr>
        <p:spPr/>
        <p:txBody>
          <a:bodyPr>
            <a:normAutofit fontScale="92500" lnSpcReduction="20000"/>
          </a:bodyPr>
          <a:lstStyle/>
          <a:p>
            <a:r>
              <a:rPr lang="zh-TW" altLang="en-US" dirty="0"/>
              <a:t>優先權可從多面向算計，譬如可計算：</a:t>
            </a:r>
            <a:endParaRPr lang="en-US" altLang="zh-TW" dirty="0"/>
          </a:p>
          <a:p>
            <a:pPr lvl="1"/>
            <a:r>
              <a:rPr lang="zh-TW" altLang="en-US" dirty="0"/>
              <a:t>所需時間</a:t>
            </a:r>
            <a:endParaRPr lang="en-US" altLang="zh-TW" dirty="0"/>
          </a:p>
          <a:p>
            <a:pPr lvl="1"/>
            <a:r>
              <a:rPr lang="zh-TW" altLang="en-US" dirty="0"/>
              <a:t>記憶體需求</a:t>
            </a:r>
            <a:endParaRPr lang="en-US" altLang="zh-TW" dirty="0"/>
          </a:p>
          <a:p>
            <a:pPr lvl="1"/>
            <a:r>
              <a:rPr lang="zh-TW" altLang="en-US" dirty="0"/>
              <a:t>程序大小</a:t>
            </a:r>
            <a:endParaRPr lang="en-US" altLang="zh-TW" dirty="0"/>
          </a:p>
          <a:p>
            <a:pPr lvl="1"/>
            <a:r>
              <a:rPr lang="zh-TW" altLang="en-US" dirty="0"/>
              <a:t>程序重要性</a:t>
            </a:r>
            <a:endParaRPr lang="en-US" altLang="zh-TW" dirty="0"/>
          </a:p>
          <a:p>
            <a:r>
              <a:rPr lang="zh-TW" altLang="en-US" dirty="0"/>
              <a:t>優先權排程也可分成</a:t>
            </a:r>
            <a:r>
              <a:rPr lang="zh-TW" altLang="en-US" u="sng" dirty="0"/>
              <a:t>可搶先</a:t>
            </a:r>
            <a:r>
              <a:rPr lang="zh-TW" altLang="en-US" dirty="0"/>
              <a:t>及</a:t>
            </a:r>
            <a:r>
              <a:rPr lang="zh-TW" altLang="en-US" u="sng" dirty="0"/>
              <a:t>不可搶先</a:t>
            </a:r>
            <a:r>
              <a:rPr lang="zh-TW" altLang="en-US" dirty="0"/>
              <a:t>兩種。</a:t>
            </a:r>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5710883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優先權排程</a:t>
            </a:r>
          </a:p>
        </p:txBody>
      </p:sp>
      <p:sp>
        <p:nvSpPr>
          <p:cNvPr id="5" name="內容版面配置區 4"/>
          <p:cNvSpPr>
            <a:spLocks noGrp="1"/>
          </p:cNvSpPr>
          <p:nvPr>
            <p:ph idx="1"/>
          </p:nvPr>
        </p:nvSpPr>
        <p:spPr/>
        <p:txBody>
          <a:bodyPr>
            <a:normAutofit/>
          </a:bodyPr>
          <a:lstStyle/>
          <a:p>
            <a:r>
              <a:rPr lang="zh-TW" altLang="en-US" dirty="0"/>
              <a:t>優先權排程會因程序始終得不到</a:t>
            </a:r>
            <a:r>
              <a:rPr lang="en-US" altLang="zh-TW" dirty="0"/>
              <a:t>CPU</a:t>
            </a:r>
            <a:r>
              <a:rPr lang="zh-TW" altLang="en-US" dirty="0"/>
              <a:t>資源，而變成</a:t>
            </a:r>
            <a:r>
              <a:rPr lang="zh-TW" altLang="en-US" dirty="0">
                <a:solidFill>
                  <a:srgbClr val="C00000"/>
                </a:solidFill>
              </a:rPr>
              <a:t>飢餓</a:t>
            </a:r>
            <a:r>
              <a:rPr lang="en-US" altLang="zh-TW" dirty="0"/>
              <a:t>(starvation)</a:t>
            </a:r>
            <a:r>
              <a:rPr lang="zh-TW" altLang="en-US" dirty="0"/>
              <a:t>狀況。</a:t>
            </a:r>
            <a:endParaRPr lang="en-US" altLang="zh-TW" dirty="0"/>
          </a:p>
          <a:p>
            <a:r>
              <a:rPr lang="zh-TW" altLang="en-US" dirty="0"/>
              <a:t>工作繁重的電腦系統可能會有一連串高優先權的程序不斷進入就緒佇列，而導致低優先權的程序永遠癡癡等待。</a:t>
            </a:r>
            <a:endParaRPr lang="en-US" altLang="zh-TW"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185585736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優先權排程</a:t>
            </a:r>
          </a:p>
        </p:txBody>
      </p:sp>
      <p:sp>
        <p:nvSpPr>
          <p:cNvPr id="3" name="內容版面配置區 2"/>
          <p:cNvSpPr>
            <a:spLocks noGrp="1"/>
          </p:cNvSpPr>
          <p:nvPr>
            <p:ph idx="1"/>
          </p:nvPr>
        </p:nvSpPr>
        <p:spPr/>
        <p:txBody>
          <a:bodyPr/>
          <a:lstStyle/>
          <a:p>
            <a:r>
              <a:rPr lang="zh-TW" altLang="en-US" dirty="0"/>
              <a:t>解決方式：</a:t>
            </a:r>
            <a:r>
              <a:rPr lang="zh-TW" altLang="en-US" u="sng" dirty="0"/>
              <a:t>將等待時間也列入優先權設定的考量</a:t>
            </a:r>
            <a:r>
              <a:rPr lang="zh-TW" altLang="en-US" dirty="0"/>
              <a:t>。設定等待超過一定時間，就提升該程序的優先權。</a:t>
            </a:r>
          </a:p>
          <a:p>
            <a:endParaRPr lang="zh-TW" altLang="en-US" dirty="0"/>
          </a:p>
        </p:txBody>
      </p:sp>
      <p:sp>
        <p:nvSpPr>
          <p:cNvPr id="4" name="圓角化對角線角落矩形 3">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8831191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依序循環排程</a:t>
            </a:r>
          </a:p>
        </p:txBody>
      </p:sp>
      <p:sp>
        <p:nvSpPr>
          <p:cNvPr id="5" name="內容版面配置區 4"/>
          <p:cNvSpPr>
            <a:spLocks noGrp="1"/>
          </p:cNvSpPr>
          <p:nvPr>
            <p:ph idx="1"/>
          </p:nvPr>
        </p:nvSpPr>
        <p:spPr/>
        <p:txBody>
          <a:bodyPr>
            <a:normAutofit/>
          </a:bodyPr>
          <a:lstStyle/>
          <a:p>
            <a:r>
              <a:rPr lang="zh-TW" altLang="en-US" dirty="0">
                <a:solidFill>
                  <a:srgbClr val="C00000"/>
                </a:solidFill>
              </a:rPr>
              <a:t>依序循環排程</a:t>
            </a:r>
            <a:r>
              <a:rPr lang="en-US" altLang="zh-TW" dirty="0"/>
              <a:t>(Round Robin Scheduling)</a:t>
            </a:r>
            <a:r>
              <a:rPr lang="zh-TW" altLang="en-US" dirty="0"/>
              <a:t>方式是為了</a:t>
            </a:r>
            <a:r>
              <a:rPr lang="zh-TW" altLang="en-US" u="sng" dirty="0"/>
              <a:t>分時系統</a:t>
            </a:r>
            <a:r>
              <a:rPr lang="zh-TW" altLang="en-US" dirty="0"/>
              <a:t>而設計。</a:t>
            </a:r>
            <a:endParaRPr lang="en-US" altLang="zh-TW" dirty="0"/>
          </a:p>
          <a:p>
            <a:r>
              <a:rPr lang="zh-TW" altLang="en-US" dirty="0"/>
              <a:t>基本精神與</a:t>
            </a:r>
            <a:r>
              <a:rPr lang="zh-TW" altLang="en-US" dirty="0">
                <a:solidFill>
                  <a:srgbClr val="0070C0"/>
                </a:solidFill>
              </a:rPr>
              <a:t>先到先處理</a:t>
            </a:r>
            <a:r>
              <a:rPr lang="zh-TW" altLang="en-US" dirty="0"/>
              <a:t>相同，但在使用時先設定好</a:t>
            </a:r>
            <a:r>
              <a:rPr lang="zh-TW" altLang="en-US" dirty="0">
                <a:solidFill>
                  <a:srgbClr val="C00000"/>
                </a:solidFill>
              </a:rPr>
              <a:t>間隔時間</a:t>
            </a:r>
            <a:r>
              <a:rPr lang="en-US" altLang="zh-TW" dirty="0"/>
              <a:t>(time slice)</a:t>
            </a:r>
            <a:r>
              <a:rPr lang="zh-TW" altLang="en-US" dirty="0"/>
              <a:t>。</a:t>
            </a:r>
            <a:endParaRPr lang="en-US" altLang="zh-TW" dirty="0"/>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35610170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依序循環排程</a:t>
            </a:r>
          </a:p>
        </p:txBody>
      </p:sp>
      <p:sp>
        <p:nvSpPr>
          <p:cNvPr id="3" name="內容版面配置區 2"/>
          <p:cNvSpPr>
            <a:spLocks noGrp="1"/>
          </p:cNvSpPr>
          <p:nvPr>
            <p:ph idx="1"/>
          </p:nvPr>
        </p:nvSpPr>
        <p:spPr/>
        <p:txBody>
          <a:bodyPr/>
          <a:lstStyle/>
          <a:p>
            <a:r>
              <a:rPr lang="zh-TW" altLang="en-US" dirty="0"/>
              <a:t>所有程序放在先進先出的佇列裡，首先</a:t>
            </a:r>
            <a:r>
              <a:rPr lang="en-US" altLang="zh-TW" dirty="0"/>
              <a:t>CPU</a:t>
            </a:r>
            <a:r>
              <a:rPr lang="zh-TW" altLang="en-US" dirty="0"/>
              <a:t>排程從佇列裡挑第一個程序執行，然後開始進行倒數，時間到時，就讓</a:t>
            </a:r>
            <a:r>
              <a:rPr lang="en-US" altLang="zh-TW" dirty="0"/>
              <a:t>CPU</a:t>
            </a:r>
            <a:r>
              <a:rPr lang="zh-TW" altLang="en-US" dirty="0"/>
              <a:t>處理佇列裡下一個程序。</a:t>
            </a:r>
          </a:p>
          <a:p>
            <a:endParaRPr lang="zh-TW" altLang="en-US" dirty="0"/>
          </a:p>
        </p:txBody>
      </p:sp>
      <p:sp>
        <p:nvSpPr>
          <p:cNvPr id="4" name="圓角化對角線角落矩形 3">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301095231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依序循環排程</a:t>
            </a:r>
          </a:p>
        </p:txBody>
      </p:sp>
      <p:sp>
        <p:nvSpPr>
          <p:cNvPr id="5" name="內容版面配置區 4"/>
          <p:cNvSpPr>
            <a:spLocks noGrp="1"/>
          </p:cNvSpPr>
          <p:nvPr>
            <p:ph idx="1"/>
          </p:nvPr>
        </p:nvSpPr>
        <p:spPr/>
        <p:txBody>
          <a:bodyPr>
            <a:normAutofit fontScale="92500" lnSpcReduction="10000"/>
          </a:bodyPr>
          <a:lstStyle/>
          <a:p>
            <a:r>
              <a:rPr lang="zh-TW" altLang="en-US" dirty="0">
                <a:solidFill>
                  <a:srgbClr val="C00000"/>
                </a:solidFill>
              </a:rPr>
              <a:t>程序所需時間＜間隔時間</a:t>
            </a:r>
            <a:r>
              <a:rPr lang="zh-TW" altLang="en-US" dirty="0"/>
              <a:t>：程序一執行完畢，就自動交出</a:t>
            </a:r>
            <a:r>
              <a:rPr lang="en-US" altLang="zh-TW" dirty="0"/>
              <a:t>CPU</a:t>
            </a:r>
            <a:r>
              <a:rPr lang="zh-TW" altLang="en-US" dirty="0"/>
              <a:t>，執行下一個程序。</a:t>
            </a:r>
            <a:endParaRPr lang="en-US" altLang="zh-TW" dirty="0"/>
          </a:p>
          <a:p>
            <a:r>
              <a:rPr lang="zh-TW" altLang="en-US" dirty="0">
                <a:solidFill>
                  <a:srgbClr val="C00000"/>
                </a:solidFill>
              </a:rPr>
              <a:t>程序所需時間＞間隔時間</a:t>
            </a:r>
            <a:r>
              <a:rPr lang="zh-TW" altLang="en-US" dirty="0"/>
              <a:t>：倒數完畢時，作業系統須將目前執行的內容及狀態記錄下來，寫進</a:t>
            </a:r>
            <a:r>
              <a:rPr lang="zh-TW" altLang="en-US" dirty="0">
                <a:solidFill>
                  <a:srgbClr val="C00000"/>
                </a:solidFill>
              </a:rPr>
              <a:t>程序控制表</a:t>
            </a:r>
            <a:r>
              <a:rPr lang="en-US" altLang="zh-TW" dirty="0">
                <a:solidFill>
                  <a:srgbClr val="C00000"/>
                </a:solidFill>
              </a:rPr>
              <a:t>(PCB)</a:t>
            </a:r>
            <a:r>
              <a:rPr lang="zh-TW" altLang="en-US" dirty="0"/>
              <a:t>中，然後把該程序放到佇列的尾端，從佇列開頭拿取下一個程序執行。</a:t>
            </a:r>
          </a:p>
          <a:p>
            <a:endParaRPr lang="zh-TW" altLang="en-US" dirty="0"/>
          </a:p>
          <a:p>
            <a:endParaRPr lang="zh-TW" altLang="en-US" dirty="0"/>
          </a:p>
          <a:p>
            <a:endParaRPr lang="zh-TW" altLang="en-US" dirty="0"/>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74697446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依序循環排程</a:t>
            </a:r>
          </a:p>
        </p:txBody>
      </p:sp>
      <p:sp>
        <p:nvSpPr>
          <p:cNvPr id="5" name="內容版面配置區 4"/>
          <p:cNvSpPr>
            <a:spLocks noGrp="1"/>
          </p:cNvSpPr>
          <p:nvPr>
            <p:ph idx="1"/>
          </p:nvPr>
        </p:nvSpPr>
        <p:spPr/>
        <p:txBody>
          <a:bodyPr>
            <a:normAutofit/>
          </a:bodyPr>
          <a:lstStyle/>
          <a:p>
            <a:r>
              <a:rPr lang="zh-TW" altLang="en-US" dirty="0"/>
              <a:t>假設設定時間間隔為</a:t>
            </a:r>
            <a:r>
              <a:rPr lang="en-US" altLang="zh-TW" dirty="0"/>
              <a:t>5</a:t>
            </a:r>
            <a:r>
              <a:rPr lang="zh-TW" altLang="en-US" dirty="0"/>
              <a:t>毫秒，且有如下程序：</a:t>
            </a:r>
            <a:endParaRPr lang="en-US" altLang="zh-TW" dirty="0"/>
          </a:p>
          <a:p>
            <a:endParaRPr lang="en-US" altLang="zh-TW" dirty="0"/>
          </a:p>
          <a:p>
            <a:endParaRPr lang="en-US" altLang="zh-TW" dirty="0"/>
          </a:p>
          <a:p>
            <a:endParaRPr lang="en-US" altLang="zh-TW" dirty="0"/>
          </a:p>
          <a:p>
            <a:endParaRPr lang="zh-TW" altLang="en-US" dirty="0"/>
          </a:p>
          <a:p>
            <a:endParaRPr lang="zh-TW" altLang="en-US" dirty="0"/>
          </a:p>
          <a:p>
            <a:endParaRPr lang="zh-TW" altLang="en-US" dirty="0"/>
          </a:p>
          <a:p>
            <a:endParaRPr lang="zh-TW" altLang="en-US" dirty="0"/>
          </a:p>
        </p:txBody>
      </p:sp>
      <p:sp>
        <p:nvSpPr>
          <p:cNvPr id="9" name="圓角化對角線角落矩形 8">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06715" y="2481740"/>
            <a:ext cx="4905545" cy="13058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578760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依序循環排程</a:t>
            </a:r>
          </a:p>
        </p:txBody>
      </p:sp>
      <p:sp>
        <p:nvSpPr>
          <p:cNvPr id="3" name="內容版面配置區 2"/>
          <p:cNvSpPr>
            <a:spLocks noGrp="1"/>
          </p:cNvSpPr>
          <p:nvPr>
            <p:ph idx="1"/>
          </p:nvPr>
        </p:nvSpPr>
        <p:spPr/>
        <p:txBody>
          <a:bodyPr/>
          <a:lstStyle/>
          <a:p>
            <a:r>
              <a:rPr lang="zh-TW" altLang="en-US" dirty="0"/>
              <a:t>使用依序循環排程方式之程式執行時序圖如下：</a:t>
            </a:r>
          </a:p>
          <a:p>
            <a:endParaRPr lang="zh-TW" altLang="en-US" dirty="0"/>
          </a:p>
        </p:txBody>
      </p:sp>
      <p:pic>
        <p:nvPicPr>
          <p:cNvPr id="4"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1690" y="2886785"/>
            <a:ext cx="5214802" cy="72054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圓角化對角線角落矩形 4">
            <a:hlinkClick r:id="rId3"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1786888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依序循環排程</a:t>
            </a:r>
          </a:p>
        </p:txBody>
      </p:sp>
      <p:sp>
        <p:nvSpPr>
          <p:cNvPr id="5" name="內容版面配置區 4"/>
          <p:cNvSpPr>
            <a:spLocks noGrp="1"/>
          </p:cNvSpPr>
          <p:nvPr>
            <p:ph idx="1"/>
          </p:nvPr>
        </p:nvSpPr>
        <p:spPr/>
        <p:txBody>
          <a:bodyPr>
            <a:normAutofit/>
          </a:bodyPr>
          <a:lstStyle/>
          <a:p>
            <a:r>
              <a:rPr lang="zh-TW" altLang="en-US" dirty="0"/>
              <a:t>依序循環排程方式的關鍵在於</a:t>
            </a:r>
            <a:r>
              <a:rPr lang="zh-TW" altLang="en-US" u="sng" dirty="0"/>
              <a:t>時間間隔的選擇</a:t>
            </a:r>
            <a:r>
              <a:rPr lang="zh-TW" altLang="en-US" dirty="0"/>
              <a:t>：</a:t>
            </a:r>
          </a:p>
          <a:p>
            <a:endParaRPr lang="zh-TW" altLang="en-US" dirty="0"/>
          </a:p>
          <a:p>
            <a:endParaRPr lang="zh-TW" altLang="en-US" dirty="0"/>
          </a:p>
          <a:p>
            <a:endParaRPr lang="zh-TW" altLang="en-US" dirty="0"/>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1710" y="2166705"/>
            <a:ext cx="5250402" cy="207023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7079049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依序循環排程</a:t>
            </a:r>
          </a:p>
        </p:txBody>
      </p:sp>
      <p:sp>
        <p:nvSpPr>
          <p:cNvPr id="5" name="內容版面配置區 4"/>
          <p:cNvSpPr>
            <a:spLocks noGrp="1"/>
          </p:cNvSpPr>
          <p:nvPr>
            <p:ph idx="1"/>
          </p:nvPr>
        </p:nvSpPr>
        <p:spPr/>
        <p:txBody>
          <a:bodyPr>
            <a:normAutofit/>
          </a:bodyPr>
          <a:lstStyle/>
          <a:p>
            <a:r>
              <a:rPr lang="zh-TW" altLang="en-US" dirty="0"/>
              <a:t>執行次數越多，代表程序轉進轉出</a:t>
            </a:r>
            <a:r>
              <a:rPr lang="en-US" altLang="zh-TW" dirty="0"/>
              <a:t>CPU</a:t>
            </a:r>
            <a:r>
              <a:rPr lang="zh-TW" altLang="en-US" dirty="0"/>
              <a:t>的次數越多，就會花較多時間讀取及寫入程序控制表。</a:t>
            </a:r>
            <a:endParaRPr lang="en-US" altLang="zh-TW" dirty="0"/>
          </a:p>
          <a:p>
            <a:r>
              <a:rPr lang="zh-TW" altLang="en-US" dirty="0"/>
              <a:t>若時間間隔設定太小，會導致執行次數太多；若時間間隔設定太大，排程方式會與先進先出相同。</a:t>
            </a:r>
            <a:endParaRPr lang="en-US" altLang="zh-TW" dirty="0"/>
          </a:p>
          <a:p>
            <a:endParaRPr lang="zh-TW" altLang="en-US" dirty="0"/>
          </a:p>
          <a:p>
            <a:endParaRPr lang="zh-TW" altLang="en-US" dirty="0"/>
          </a:p>
          <a:p>
            <a:endParaRPr lang="zh-TW" altLang="en-US" dirty="0"/>
          </a:p>
        </p:txBody>
      </p:sp>
      <p:sp>
        <p:nvSpPr>
          <p:cNvPr id="7" name="圓角化對角線角落矩形 6">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136986925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依序循環排程</a:t>
            </a:r>
          </a:p>
        </p:txBody>
      </p:sp>
      <p:sp>
        <p:nvSpPr>
          <p:cNvPr id="3" name="內容版面配置區 2"/>
          <p:cNvSpPr>
            <a:spLocks noGrp="1"/>
          </p:cNvSpPr>
          <p:nvPr>
            <p:ph idx="1"/>
          </p:nvPr>
        </p:nvSpPr>
        <p:spPr/>
        <p:txBody>
          <a:bodyPr/>
          <a:lstStyle/>
          <a:p>
            <a:r>
              <a:rPr lang="zh-TW" altLang="en-US" dirty="0"/>
              <a:t>通常使用「二八原則」：讓</a:t>
            </a:r>
            <a:r>
              <a:rPr lang="en-US" altLang="zh-TW" dirty="0"/>
              <a:t>20%</a:t>
            </a:r>
            <a:r>
              <a:rPr lang="zh-TW" altLang="en-US" dirty="0"/>
              <a:t>的程序所需時間大於時間間隔，而</a:t>
            </a:r>
            <a:r>
              <a:rPr lang="en-US" altLang="zh-TW" dirty="0"/>
              <a:t>80%</a:t>
            </a:r>
            <a:r>
              <a:rPr lang="zh-TW" altLang="en-US" dirty="0"/>
              <a:t>的程序所需時間會小於時間間隔。</a:t>
            </a:r>
          </a:p>
          <a:p>
            <a:endParaRPr lang="zh-TW" altLang="en-US" dirty="0"/>
          </a:p>
          <a:p>
            <a:endParaRPr lang="zh-TW" altLang="en-US" dirty="0"/>
          </a:p>
        </p:txBody>
      </p:sp>
      <p:sp>
        <p:nvSpPr>
          <p:cNvPr id="6" name="圓角化對角線角落矩形 5">
            <a:hlinkClick r:id="rId2" action="ppaction://hlinksldjump"/>
          </p:cNvPr>
          <p:cNvSpPr/>
          <p:nvPr/>
        </p:nvSpPr>
        <p:spPr>
          <a:xfrm>
            <a:off x="4166956" y="4664482"/>
            <a:ext cx="3133533"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CPU</a:t>
            </a:r>
            <a:r>
              <a:rPr lang="zh-TW" altLang="en-US" b="1" dirty="0">
                <a:latin typeface="微軟正黑體" pitchFamily="34" charset="-120"/>
                <a:ea typeface="微軟正黑體" pitchFamily="34" charset="-120"/>
              </a:rPr>
              <a:t>排班演算法」選單</a:t>
            </a:r>
          </a:p>
        </p:txBody>
      </p:sp>
    </p:spTree>
    <p:extLst>
      <p:ext uri="{BB962C8B-B14F-4D97-AF65-F5344CB8AC3E}">
        <p14:creationId xmlns:p14="http://schemas.microsoft.com/office/powerpoint/2010/main" val="25872057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4-3 CPU</a:t>
            </a:r>
            <a:r>
              <a:rPr lang="zh-TW" altLang="en-US" dirty="0"/>
              <a:t>排程</a:t>
            </a:r>
          </a:p>
        </p:txBody>
      </p:sp>
      <p:sp>
        <p:nvSpPr>
          <p:cNvPr id="5" name="內容版面配置區 4"/>
          <p:cNvSpPr>
            <a:spLocks noGrp="1"/>
          </p:cNvSpPr>
          <p:nvPr>
            <p:ph idx="1"/>
          </p:nvPr>
        </p:nvSpPr>
        <p:spPr/>
        <p:txBody>
          <a:bodyPr>
            <a:normAutofit/>
          </a:bodyPr>
          <a:lstStyle/>
          <a:p>
            <a:r>
              <a:rPr lang="zh-TW" altLang="en-US" dirty="0"/>
              <a:t>無論採用何種排程方式， 當程序需要資源時，都會循著以下順序：</a:t>
            </a:r>
            <a:endParaRPr lang="en-US" altLang="zh-TW" dirty="0"/>
          </a:p>
          <a:p>
            <a:endParaRPr lang="en-US" altLang="zh-TW" dirty="0"/>
          </a:p>
          <a:p>
            <a:endParaRPr lang="en-US" altLang="zh-TW" dirty="0"/>
          </a:p>
          <a:p>
            <a:endParaRPr lang="en-US" altLang="zh-TW" dirty="0"/>
          </a:p>
          <a:p>
            <a:endParaRPr lang="zh-TW" altLang="en-US" dirty="0"/>
          </a:p>
          <a:p>
            <a:endParaRPr lang="zh-TW" altLang="en-US" dirty="0"/>
          </a:p>
          <a:p>
            <a:endParaRPr lang="zh-TW" altLang="en-US" dirty="0"/>
          </a:p>
        </p:txBody>
      </p:sp>
      <p:graphicFrame>
        <p:nvGraphicFramePr>
          <p:cNvPr id="2" name="資料庫圖表 1"/>
          <p:cNvGraphicFramePr/>
          <p:nvPr>
            <p:extLst>
              <p:ext uri="{D42A27DB-BD31-4B8C-83A1-F6EECF244321}">
                <p14:modId xmlns:p14="http://schemas.microsoft.com/office/powerpoint/2010/main" val="3914064319"/>
              </p:ext>
            </p:extLst>
          </p:nvPr>
        </p:nvGraphicFramePr>
        <p:xfrm>
          <a:off x="1061611" y="2943041"/>
          <a:ext cx="7515835" cy="877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7736835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死結</a:t>
            </a:r>
          </a:p>
        </p:txBody>
      </p:sp>
      <p:sp>
        <p:nvSpPr>
          <p:cNvPr id="5" name="內容版面配置區 4"/>
          <p:cNvSpPr>
            <a:spLocks noGrp="1"/>
          </p:cNvSpPr>
          <p:nvPr>
            <p:ph idx="1"/>
          </p:nvPr>
        </p:nvSpPr>
        <p:spPr/>
        <p:txBody>
          <a:bodyPr>
            <a:normAutofit/>
          </a:bodyPr>
          <a:lstStyle/>
          <a:p>
            <a:r>
              <a:rPr lang="zh-TW" altLang="en-US" dirty="0"/>
              <a:t>在</a:t>
            </a:r>
            <a:r>
              <a:rPr lang="zh-TW" altLang="en-US" dirty="0">
                <a:solidFill>
                  <a:srgbClr val="C00000"/>
                </a:solidFill>
              </a:rPr>
              <a:t>多元程式規劃</a:t>
            </a:r>
            <a:r>
              <a:rPr lang="en-US" altLang="zh-TW" dirty="0"/>
              <a:t>(multiprogramming)</a:t>
            </a:r>
            <a:r>
              <a:rPr lang="zh-TW" altLang="en-US" dirty="0"/>
              <a:t>中，搶不到資源的程序進到「等待」狀態後，因其所請求的資源，可能被其他同樣在等待狀態中的程序佔用，從此陷入等待狀態無法跳脫，稱為</a:t>
            </a:r>
            <a:r>
              <a:rPr lang="zh-TW" altLang="en-US" dirty="0">
                <a:solidFill>
                  <a:srgbClr val="C00000"/>
                </a:solidFill>
              </a:rPr>
              <a:t>死結</a:t>
            </a:r>
            <a:r>
              <a:rPr lang="en-US" altLang="zh-TW" dirty="0"/>
              <a:t>(Deadlock)</a:t>
            </a:r>
            <a:r>
              <a:rPr lang="zh-TW" altLang="en-US" dirty="0"/>
              <a:t>。</a:t>
            </a:r>
            <a:endParaRPr lang="en-US" altLang="zh-TW" dirty="0"/>
          </a:p>
          <a:p>
            <a:endParaRPr lang="en-US" altLang="zh-TW" dirty="0"/>
          </a:p>
          <a:p>
            <a:endParaRPr lang="en-US" altLang="zh-TW" dirty="0"/>
          </a:p>
          <a:p>
            <a:endParaRPr lang="zh-TW" altLang="en-US" dirty="0"/>
          </a:p>
          <a:p>
            <a:endParaRPr lang="zh-TW" altLang="en-US" dirty="0"/>
          </a:p>
          <a:p>
            <a:endParaRPr lang="zh-TW" altLang="en-US" dirty="0"/>
          </a:p>
        </p:txBody>
      </p:sp>
    </p:spTree>
    <p:extLst>
      <p:ext uri="{BB962C8B-B14F-4D97-AF65-F5344CB8AC3E}">
        <p14:creationId xmlns:p14="http://schemas.microsoft.com/office/powerpoint/2010/main" val="89905408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死結</a:t>
            </a:r>
          </a:p>
        </p:txBody>
      </p:sp>
      <p:sp>
        <p:nvSpPr>
          <p:cNvPr id="3" name="內容版面配置區 2"/>
          <p:cNvSpPr>
            <a:spLocks noGrp="1"/>
          </p:cNvSpPr>
          <p:nvPr>
            <p:ph idx="1"/>
          </p:nvPr>
        </p:nvSpPr>
        <p:spPr/>
        <p:txBody>
          <a:bodyPr/>
          <a:lstStyle/>
          <a:p>
            <a:r>
              <a:rPr lang="zh-TW" altLang="en-US" dirty="0"/>
              <a:t>在死結中的程序，由於每個程序都在等待其他程序觸發事件，但卻沒有程序可以先觸發事件，導致所有程序癱瘓，彼此因無限等待而無法執行，最終呈現</a:t>
            </a:r>
            <a:r>
              <a:rPr lang="zh-TW" altLang="en-US" dirty="0">
                <a:solidFill>
                  <a:srgbClr val="C00000"/>
                </a:solidFill>
              </a:rPr>
              <a:t>餓死</a:t>
            </a:r>
            <a:r>
              <a:rPr lang="en-US" altLang="zh-TW" dirty="0"/>
              <a:t>(starvation)</a:t>
            </a:r>
            <a:r>
              <a:rPr lang="zh-TW" altLang="en-US" dirty="0"/>
              <a:t>的狀態。</a:t>
            </a:r>
          </a:p>
          <a:p>
            <a:endParaRPr lang="en-US" altLang="zh-TW" dirty="0"/>
          </a:p>
          <a:p>
            <a:endParaRPr lang="zh-TW" altLang="en-US" dirty="0"/>
          </a:p>
        </p:txBody>
      </p:sp>
    </p:spTree>
    <p:extLst>
      <p:ext uri="{BB962C8B-B14F-4D97-AF65-F5344CB8AC3E}">
        <p14:creationId xmlns:p14="http://schemas.microsoft.com/office/powerpoint/2010/main" val="9926370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死結</a:t>
            </a:r>
          </a:p>
        </p:txBody>
      </p:sp>
      <p:sp>
        <p:nvSpPr>
          <p:cNvPr id="5" name="內容版面配置區 4"/>
          <p:cNvSpPr>
            <a:spLocks noGrp="1"/>
          </p:cNvSpPr>
          <p:nvPr>
            <p:ph idx="1"/>
          </p:nvPr>
        </p:nvSpPr>
        <p:spPr/>
        <p:txBody>
          <a:bodyPr>
            <a:normAutofit/>
          </a:bodyPr>
          <a:lstStyle/>
          <a:p>
            <a:r>
              <a:rPr lang="zh-TW" altLang="en-US" dirty="0"/>
              <a:t>十字路口的車輛都在等待別的車輛空出通道，便可能發生死結。</a:t>
            </a:r>
          </a:p>
          <a:p>
            <a:endParaRPr lang="en-US" altLang="zh-TW" dirty="0"/>
          </a:p>
          <a:p>
            <a:endParaRPr lang="en-US" altLang="zh-TW" dirty="0"/>
          </a:p>
          <a:p>
            <a:endParaRPr lang="en-US" altLang="zh-TW" dirty="0"/>
          </a:p>
          <a:p>
            <a:endParaRPr lang="zh-TW" altLang="en-US" dirty="0"/>
          </a:p>
          <a:p>
            <a:endParaRPr lang="zh-TW" altLang="en-US" dirty="0"/>
          </a:p>
          <a:p>
            <a:endParaRPr lang="zh-TW" altLang="en-US" dirty="0"/>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21720" y="2301720"/>
            <a:ext cx="3833538" cy="25645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492087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4-4 </a:t>
            </a:r>
            <a:r>
              <a:rPr lang="zh-TW" altLang="en-US" dirty="0"/>
              <a:t>記憶體管理</a:t>
            </a:r>
          </a:p>
        </p:txBody>
      </p:sp>
      <p:sp>
        <p:nvSpPr>
          <p:cNvPr id="5" name="內容版面配置區 4"/>
          <p:cNvSpPr>
            <a:spLocks noGrp="1"/>
          </p:cNvSpPr>
          <p:nvPr>
            <p:ph idx="1"/>
          </p:nvPr>
        </p:nvSpPr>
        <p:spPr/>
        <p:txBody>
          <a:bodyPr/>
          <a:lstStyle/>
          <a:p>
            <a:r>
              <a:rPr lang="zh-TW" altLang="en-US" dirty="0"/>
              <a:t>記憶體管理主要是讓記憶體能夠充分被利用。</a:t>
            </a:r>
            <a:endParaRPr lang="en-US" altLang="zh-TW" dirty="0"/>
          </a:p>
          <a:p>
            <a:r>
              <a:rPr lang="zh-TW" altLang="en-US" dirty="0"/>
              <a:t>為了使</a:t>
            </a:r>
            <a:r>
              <a:rPr lang="en-US" altLang="zh-TW" dirty="0"/>
              <a:t>CPU</a:t>
            </a:r>
            <a:r>
              <a:rPr lang="zh-TW" altLang="en-US" dirty="0"/>
              <a:t>的使用效率增加，我們必須把多個程序放在佇列裡等待，也就是說，我們必須把許多程序放在記憶體中，因此各個程序必須共用記憶體。</a:t>
            </a:r>
            <a:endParaRPr lang="en-US" altLang="zh-TW" dirty="0"/>
          </a:p>
          <a:p>
            <a:endParaRPr lang="zh-TW" altLang="en-US" dirty="0"/>
          </a:p>
        </p:txBody>
      </p:sp>
    </p:spTree>
    <p:extLst>
      <p:ext uri="{BB962C8B-B14F-4D97-AF65-F5344CB8AC3E}">
        <p14:creationId xmlns:p14="http://schemas.microsoft.com/office/powerpoint/2010/main" val="20841111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記憶體管理的功能</a:t>
            </a:r>
          </a:p>
        </p:txBody>
      </p:sp>
      <p:sp>
        <p:nvSpPr>
          <p:cNvPr id="5" name="內容版面配置區 4"/>
          <p:cNvSpPr>
            <a:spLocks noGrp="1"/>
          </p:cNvSpPr>
          <p:nvPr>
            <p:ph idx="1"/>
          </p:nvPr>
        </p:nvSpPr>
        <p:spPr/>
        <p:txBody>
          <a:bodyPr/>
          <a:lstStyle/>
          <a:p>
            <a:r>
              <a:rPr lang="zh-TW" altLang="en-US" dirty="0">
                <a:solidFill>
                  <a:srgbClr val="C00000"/>
                </a:solidFill>
              </a:rPr>
              <a:t>記憶體管理</a:t>
            </a:r>
            <a:r>
              <a:rPr lang="zh-TW" altLang="en-US" dirty="0"/>
              <a:t>：要把記憶體</a:t>
            </a:r>
            <a:r>
              <a:rPr lang="zh-TW" altLang="en-US" dirty="0">
                <a:solidFill>
                  <a:srgbClr val="C00000"/>
                </a:solidFill>
              </a:rPr>
              <a:t>分割</a:t>
            </a:r>
            <a:r>
              <a:rPr lang="en-US" altLang="zh-TW" dirty="0"/>
              <a:t>(partition)</a:t>
            </a:r>
            <a:r>
              <a:rPr lang="zh-TW" altLang="en-US" dirty="0"/>
              <a:t>成各個區塊，分配給各程序，甚至是各使用者使用。</a:t>
            </a:r>
          </a:p>
          <a:p>
            <a:r>
              <a:rPr lang="zh-TW" altLang="en-US" dirty="0">
                <a:solidFill>
                  <a:srgbClr val="C00000"/>
                </a:solidFill>
              </a:rPr>
              <a:t>記憶體位址定位</a:t>
            </a:r>
            <a:r>
              <a:rPr lang="zh-TW" altLang="en-US" dirty="0"/>
              <a:t>：負責把程式所使用的邏輯位址</a:t>
            </a:r>
            <a:r>
              <a:rPr lang="en-US" altLang="zh-TW" dirty="0"/>
              <a:t>(logical address)</a:t>
            </a:r>
            <a:r>
              <a:rPr lang="zh-TW" altLang="en-US" dirty="0"/>
              <a:t>與記憶體裡的實際位址</a:t>
            </a:r>
            <a:r>
              <a:rPr lang="en-US" altLang="zh-TW" dirty="0"/>
              <a:t>(physical address)</a:t>
            </a:r>
            <a:r>
              <a:rPr lang="zh-TW" altLang="en-US" dirty="0"/>
              <a:t>做映射</a:t>
            </a:r>
            <a:r>
              <a:rPr lang="en-US" altLang="zh-TW" dirty="0"/>
              <a:t>(mapping)</a:t>
            </a:r>
            <a:r>
              <a:rPr lang="zh-TW" altLang="en-US" dirty="0"/>
              <a:t>工作。</a:t>
            </a:r>
            <a:endParaRPr lang="en-US" altLang="zh-TW" dirty="0"/>
          </a:p>
          <a:p>
            <a:endParaRPr lang="zh-TW" altLang="en-US" dirty="0"/>
          </a:p>
        </p:txBody>
      </p:sp>
    </p:spTree>
    <p:extLst>
      <p:ext uri="{BB962C8B-B14F-4D97-AF65-F5344CB8AC3E}">
        <p14:creationId xmlns:p14="http://schemas.microsoft.com/office/powerpoint/2010/main" val="33494819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記憶體管理的功能</a:t>
            </a:r>
          </a:p>
        </p:txBody>
      </p:sp>
      <p:sp>
        <p:nvSpPr>
          <p:cNvPr id="3" name="內容版面配置區 2"/>
          <p:cNvSpPr>
            <a:spLocks noGrp="1"/>
          </p:cNvSpPr>
          <p:nvPr>
            <p:ph idx="1"/>
          </p:nvPr>
        </p:nvSpPr>
        <p:spPr/>
        <p:txBody>
          <a:bodyPr/>
          <a:lstStyle/>
          <a:p>
            <a:r>
              <a:rPr lang="zh-TW" altLang="en-US" dirty="0">
                <a:solidFill>
                  <a:srgbClr val="C00000"/>
                </a:solidFill>
              </a:rPr>
              <a:t>記憶體保護與共享</a:t>
            </a:r>
            <a:r>
              <a:rPr lang="zh-TW" altLang="en-US" dirty="0"/>
              <a:t>：要保護好作業系統所使用的記憶體區塊不會被程序破壞。</a:t>
            </a:r>
          </a:p>
          <a:p>
            <a:endParaRPr lang="zh-TW" altLang="en-US" dirty="0"/>
          </a:p>
        </p:txBody>
      </p:sp>
    </p:spTree>
    <p:extLst>
      <p:ext uri="{BB962C8B-B14F-4D97-AF65-F5344CB8AC3E}">
        <p14:creationId xmlns:p14="http://schemas.microsoft.com/office/powerpoint/2010/main" val="5833328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961710" y="4088710"/>
            <a:ext cx="5282851" cy="369332"/>
          </a:xfrm>
          <a:prstGeom prst="rect">
            <a:avLst/>
          </a:prstGeom>
          <a:solidFill>
            <a:schemeClr val="accent4"/>
          </a:solidFill>
        </p:spPr>
        <p:txBody>
          <a:bodyPr wrap="square">
            <a:spAutoFit/>
          </a:bodyPr>
          <a:lstStyle/>
          <a:p>
            <a:r>
              <a:rPr lang="zh-TW" altLang="en-US" b="1" dirty="0">
                <a:solidFill>
                  <a:schemeClr val="bg1"/>
                </a:solidFill>
                <a:latin typeface="微軟正黑體" pitchFamily="34" charset="-120"/>
                <a:ea typeface="微軟正黑體" pitchFamily="34" charset="-120"/>
              </a:rPr>
              <a:t>邏輯位址轉為實體位址：透過基底暫存器進行轉換</a:t>
            </a: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938847"/>
            <a:ext cx="6454050" cy="28803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981065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單一連續記憶體配置方式</a:t>
            </a:r>
          </a:p>
        </p:txBody>
      </p:sp>
      <p:sp>
        <p:nvSpPr>
          <p:cNvPr id="4" name="內容版面配置區 3"/>
          <p:cNvSpPr>
            <a:spLocks noGrp="1"/>
          </p:cNvSpPr>
          <p:nvPr>
            <p:ph idx="1"/>
          </p:nvPr>
        </p:nvSpPr>
        <p:spPr/>
        <p:txBody>
          <a:bodyPr/>
          <a:lstStyle/>
          <a:p>
            <a:r>
              <a:rPr lang="zh-TW" altLang="en-US" dirty="0"/>
              <a:t>記憶體被分為三個連續區塊：最底層是作業系統存放的區塊，其他部分則為隨著工作負荷被動態的應用程式佔用的區塊及未使用區塊。</a:t>
            </a:r>
          </a:p>
          <a:p>
            <a:endParaRPr lang="zh-TW" altLang="en-US" dirty="0"/>
          </a:p>
        </p:txBody>
      </p:sp>
    </p:spTree>
    <p:extLst>
      <p:ext uri="{BB962C8B-B14F-4D97-AF65-F5344CB8AC3E}">
        <p14:creationId xmlns:p14="http://schemas.microsoft.com/office/powerpoint/2010/main" val="199176551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單一連續記憶體配置方式</a:t>
            </a:r>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71700" y="1761660"/>
            <a:ext cx="5500552" cy="207023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矩形 4"/>
          <p:cNvSpPr/>
          <p:nvPr/>
        </p:nvSpPr>
        <p:spPr>
          <a:xfrm>
            <a:off x="2996825" y="4056915"/>
            <a:ext cx="3647152" cy="369332"/>
          </a:xfrm>
          <a:prstGeom prst="rect">
            <a:avLst/>
          </a:prstGeom>
          <a:solidFill>
            <a:schemeClr val="accent2">
              <a:lumMod val="50000"/>
            </a:schemeClr>
          </a:solidFill>
        </p:spPr>
        <p:txBody>
          <a:bodyPr wrap="none">
            <a:spAutoFit/>
          </a:bodyPr>
          <a:lstStyle/>
          <a:p>
            <a:r>
              <a:rPr lang="zh-TW" altLang="en-US" dirty="0">
                <a:solidFill>
                  <a:schemeClr val="bg1"/>
                </a:solidFill>
                <a:latin typeface="微軟正黑體" pitchFamily="34" charset="-120"/>
                <a:ea typeface="微軟正黑體" pitchFamily="34" charset="-120"/>
              </a:rPr>
              <a:t>最早期的單一連續記憶體配置方式</a:t>
            </a:r>
          </a:p>
        </p:txBody>
      </p:sp>
    </p:spTree>
    <p:extLst>
      <p:ext uri="{BB962C8B-B14F-4D97-AF65-F5344CB8AC3E}">
        <p14:creationId xmlns:p14="http://schemas.microsoft.com/office/powerpoint/2010/main" val="285036284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dirty="0"/>
              <a:t>界線位址保護法</a:t>
            </a:r>
          </a:p>
        </p:txBody>
      </p:sp>
      <p:sp>
        <p:nvSpPr>
          <p:cNvPr id="4" name="內容版面配置區 3"/>
          <p:cNvSpPr>
            <a:spLocks noGrp="1"/>
          </p:cNvSpPr>
          <p:nvPr>
            <p:ph idx="1"/>
          </p:nvPr>
        </p:nvSpPr>
        <p:spPr/>
        <p:txBody>
          <a:bodyPr/>
          <a:lstStyle/>
          <a:p>
            <a:r>
              <a:rPr lang="zh-TW" altLang="en-US" dirty="0"/>
              <a:t>界線位址保護法是靠</a:t>
            </a:r>
            <a:r>
              <a:rPr lang="zh-TW" altLang="en-US" dirty="0">
                <a:solidFill>
                  <a:srgbClr val="C00000"/>
                </a:solidFill>
              </a:rPr>
              <a:t>界線暫存器</a:t>
            </a:r>
            <a:r>
              <a:rPr lang="zh-TW" altLang="en-US" dirty="0"/>
              <a:t>及</a:t>
            </a:r>
            <a:r>
              <a:rPr lang="zh-TW" altLang="en-US" dirty="0">
                <a:solidFill>
                  <a:srgbClr val="C00000"/>
                </a:solidFill>
              </a:rPr>
              <a:t>基底暫存器</a:t>
            </a:r>
            <a:r>
              <a:rPr lang="zh-TW" altLang="en-US" dirty="0"/>
              <a:t>來防止使用者破壞作業系統的保護機制。</a:t>
            </a:r>
            <a:endParaRPr lang="en-US" altLang="zh-TW" dirty="0"/>
          </a:p>
          <a:p>
            <a:r>
              <a:rPr lang="zh-TW" altLang="en-US" dirty="0"/>
              <a:t>若作業系統放置在高位址區域，界線暫存器就用來保護作業系統區塊最下界。</a:t>
            </a:r>
            <a:endParaRPr lang="en-US" altLang="zh-TW" dirty="0"/>
          </a:p>
          <a:p>
            <a:endParaRPr lang="zh-TW" altLang="en-US" dirty="0"/>
          </a:p>
        </p:txBody>
      </p:sp>
    </p:spTree>
    <p:extLst>
      <p:ext uri="{BB962C8B-B14F-4D97-AF65-F5344CB8AC3E}">
        <p14:creationId xmlns:p14="http://schemas.microsoft.com/office/powerpoint/2010/main" val="301065891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界線位址保護法</a:t>
            </a:r>
          </a:p>
        </p:txBody>
      </p:sp>
      <p:sp>
        <p:nvSpPr>
          <p:cNvPr id="3" name="內容版面配置區 2"/>
          <p:cNvSpPr>
            <a:spLocks noGrp="1"/>
          </p:cNvSpPr>
          <p:nvPr>
            <p:ph idx="1"/>
          </p:nvPr>
        </p:nvSpPr>
        <p:spPr/>
        <p:txBody>
          <a:bodyPr/>
          <a:lstStyle/>
          <a:p>
            <a:r>
              <a:rPr lang="zh-TW" altLang="en-US" dirty="0"/>
              <a:t>當</a:t>
            </a:r>
            <a:r>
              <a:rPr lang="en-US" altLang="zh-TW" dirty="0"/>
              <a:t>CPU</a:t>
            </a:r>
            <a:r>
              <a:rPr lang="zh-TW" altLang="en-US" dirty="0"/>
              <a:t>存取應用程式區塊時，會先檢查存取的邏輯位址是否小於界線暫存器。</a:t>
            </a:r>
            <a:endParaRPr lang="en-US" altLang="zh-TW" dirty="0"/>
          </a:p>
          <a:p>
            <a:r>
              <a:rPr lang="zh-TW" altLang="en-US" dirty="0"/>
              <a:t>若存取位址比界線暫存器內的值還高，則發出錯誤中斷訊息，要求作業系統做出錯誤處理；若沒問題，則再加上基底暫存器的值形成實際位址。</a:t>
            </a:r>
            <a:endParaRPr lang="en-US" altLang="zh-TW" dirty="0"/>
          </a:p>
          <a:p>
            <a:endParaRPr lang="zh-TW" altLang="en-US" dirty="0"/>
          </a:p>
        </p:txBody>
      </p:sp>
    </p:spTree>
    <p:extLst>
      <p:ext uri="{BB962C8B-B14F-4D97-AF65-F5344CB8AC3E}">
        <p14:creationId xmlns:p14="http://schemas.microsoft.com/office/powerpoint/2010/main" val="59356718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2054805" y="3912608"/>
            <a:ext cx="5076310" cy="369332"/>
          </a:xfrm>
          <a:prstGeom prst="rect">
            <a:avLst/>
          </a:prstGeom>
          <a:solidFill>
            <a:schemeClr val="accent2">
              <a:lumMod val="50000"/>
            </a:schemeClr>
          </a:solidFill>
        </p:spPr>
        <p:txBody>
          <a:bodyPr wrap="square">
            <a:spAutoFit/>
          </a:bodyPr>
          <a:lstStyle/>
          <a:p>
            <a:r>
              <a:rPr lang="zh-TW" altLang="en-US" b="1" dirty="0">
                <a:solidFill>
                  <a:schemeClr val="bg1"/>
                </a:solidFill>
                <a:latin typeface="微軟正黑體" pitchFamily="34" charset="-120"/>
                <a:ea typeface="微軟正黑體" pitchFamily="34" charset="-120"/>
              </a:rPr>
              <a:t>利用界線暫存器和基底暫存器來提供記憶體保護</a:t>
            </a:r>
          </a:p>
        </p:txBody>
      </p:sp>
      <p:pic>
        <p:nvPicPr>
          <p:cNvPr id="1945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22101" y="1157431"/>
            <a:ext cx="6699797" cy="240442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2524768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動態載入</a:t>
            </a:r>
          </a:p>
        </p:txBody>
      </p:sp>
      <p:sp>
        <p:nvSpPr>
          <p:cNvPr id="4" name="內容版面配置區 3"/>
          <p:cNvSpPr>
            <a:spLocks noGrp="1"/>
          </p:cNvSpPr>
          <p:nvPr>
            <p:ph idx="1"/>
          </p:nvPr>
        </p:nvSpPr>
        <p:spPr/>
        <p:txBody>
          <a:bodyPr>
            <a:normAutofit/>
          </a:bodyPr>
          <a:lstStyle/>
          <a:p>
            <a:r>
              <a:rPr lang="zh-TW" altLang="en-US" dirty="0"/>
              <a:t>動態載入（</a:t>
            </a:r>
            <a:r>
              <a:rPr lang="en-US" altLang="zh-TW" dirty="0"/>
              <a:t>Dynamic Loading</a:t>
            </a:r>
            <a:r>
              <a:rPr lang="zh-TW" altLang="en-US" dirty="0"/>
              <a:t>）是指</a:t>
            </a:r>
            <a:r>
              <a:rPr lang="zh-TW" altLang="en-US" dirty="0">
                <a:solidFill>
                  <a:srgbClr val="C00000"/>
                </a:solidFill>
              </a:rPr>
              <a:t>常式</a:t>
            </a:r>
            <a:r>
              <a:rPr lang="en-US" altLang="zh-TW" dirty="0"/>
              <a:t>(routine)</a:t>
            </a:r>
            <a:r>
              <a:rPr lang="zh-TW" altLang="en-US" dirty="0"/>
              <a:t>只有在被呼叫的時候才會載入，也就是說，將所有的常式以可重定位載入的方式存放在磁碟空間內。</a:t>
            </a:r>
            <a:endParaRPr lang="en-US" altLang="zh-TW" dirty="0"/>
          </a:p>
          <a:p>
            <a:endParaRPr lang="zh-TW" altLang="en-US" dirty="0"/>
          </a:p>
        </p:txBody>
      </p:sp>
    </p:spTree>
    <p:extLst>
      <p:ext uri="{BB962C8B-B14F-4D97-AF65-F5344CB8AC3E}">
        <p14:creationId xmlns:p14="http://schemas.microsoft.com/office/powerpoint/2010/main" val="104111706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動態載入</a:t>
            </a:r>
          </a:p>
        </p:txBody>
      </p:sp>
      <p:sp>
        <p:nvSpPr>
          <p:cNvPr id="3" name="內容版面配置區 2"/>
          <p:cNvSpPr>
            <a:spLocks noGrp="1"/>
          </p:cNvSpPr>
          <p:nvPr>
            <p:ph idx="1"/>
          </p:nvPr>
        </p:nvSpPr>
        <p:spPr/>
        <p:txBody>
          <a:bodyPr/>
          <a:lstStyle/>
          <a:p>
            <a:r>
              <a:rPr lang="zh-TW" altLang="en-US" dirty="0"/>
              <a:t>主程式存放在記憶體中，執行時，若需呼叫其他常式，先查看是否已經存在記憶體內。</a:t>
            </a:r>
            <a:endParaRPr lang="en-US" altLang="zh-TW" dirty="0"/>
          </a:p>
          <a:p>
            <a:r>
              <a:rPr lang="zh-TW" altLang="en-US" dirty="0"/>
              <a:t>如果沒有，則呼叫重疊定位連結程式，將需要的程式或資料載入記憶體中，以便執行。</a:t>
            </a:r>
          </a:p>
          <a:p>
            <a:endParaRPr lang="zh-TW" altLang="en-US" dirty="0"/>
          </a:p>
        </p:txBody>
      </p:sp>
    </p:spTree>
    <p:extLst>
      <p:ext uri="{BB962C8B-B14F-4D97-AF65-F5344CB8AC3E}">
        <p14:creationId xmlns:p14="http://schemas.microsoft.com/office/powerpoint/2010/main" val="207359069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覆蓋</a:t>
            </a:r>
          </a:p>
        </p:txBody>
      </p:sp>
      <p:sp>
        <p:nvSpPr>
          <p:cNvPr id="4" name="內容版面配置區 3"/>
          <p:cNvSpPr>
            <a:spLocks noGrp="1"/>
          </p:cNvSpPr>
          <p:nvPr>
            <p:ph idx="1"/>
          </p:nvPr>
        </p:nvSpPr>
        <p:spPr/>
        <p:txBody>
          <a:bodyPr>
            <a:normAutofit fontScale="92500" lnSpcReduction="10000"/>
          </a:bodyPr>
          <a:lstStyle/>
          <a:p>
            <a:r>
              <a:rPr lang="zh-TW" altLang="en-US" dirty="0"/>
              <a:t>覆蓋</a:t>
            </a:r>
            <a:r>
              <a:rPr lang="zh-TW" altLang="en-US" sz="2600" dirty="0"/>
              <a:t>（</a:t>
            </a:r>
            <a:r>
              <a:rPr lang="en-US" altLang="zh-TW" sz="2600" dirty="0"/>
              <a:t>Overlay</a:t>
            </a:r>
            <a:r>
              <a:rPr lang="zh-TW" altLang="en-US" sz="2600" dirty="0"/>
              <a:t>）</a:t>
            </a:r>
            <a:r>
              <a:rPr lang="zh-TW" altLang="en-US" dirty="0"/>
              <a:t>能讓大小超過記憶體容量的程式執行。</a:t>
            </a:r>
            <a:endParaRPr lang="en-US" altLang="zh-TW" dirty="0"/>
          </a:p>
          <a:p>
            <a:r>
              <a:rPr lang="zh-TW" altLang="en-US" dirty="0"/>
              <a:t>是指最主要的部分會存放在記憶體中，而只有在特定時候才需要用到的指令或資料，則只有被用到時，才會放在記憶體中，其他時候就被覆蓋掉。</a:t>
            </a:r>
            <a:endParaRPr lang="en-US" altLang="zh-TW" dirty="0"/>
          </a:p>
          <a:p>
            <a:r>
              <a:rPr lang="zh-TW" altLang="en-US" dirty="0"/>
              <a:t>藉著舊的指令被覆蓋，才有空間存放新的指令。</a:t>
            </a:r>
          </a:p>
          <a:p>
            <a:endParaRPr lang="zh-TW" altLang="en-US" dirty="0"/>
          </a:p>
        </p:txBody>
      </p:sp>
    </p:spTree>
    <p:extLst>
      <p:ext uri="{BB962C8B-B14F-4D97-AF65-F5344CB8AC3E}">
        <p14:creationId xmlns:p14="http://schemas.microsoft.com/office/powerpoint/2010/main" val="9711748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a:t>覆蓋</a:t>
            </a:r>
            <a:endParaRPr lang="zh-TW" altLang="en-US" dirty="0"/>
          </a:p>
        </p:txBody>
      </p:sp>
      <p:sp>
        <p:nvSpPr>
          <p:cNvPr id="4" name="內容版面配置區 3"/>
          <p:cNvSpPr>
            <a:spLocks noGrp="1"/>
          </p:cNvSpPr>
          <p:nvPr>
            <p:ph idx="1"/>
          </p:nvPr>
        </p:nvSpPr>
        <p:spPr/>
        <p:txBody>
          <a:bodyPr>
            <a:normAutofit fontScale="77500" lnSpcReduction="20000"/>
          </a:bodyPr>
          <a:lstStyle/>
          <a:p>
            <a:r>
              <a:rPr lang="zh-TW" altLang="en-US" dirty="0"/>
              <a:t>假設一編譯器在處理程式時：</a:t>
            </a:r>
            <a:endParaRPr lang="en-US" altLang="zh-TW" dirty="0"/>
          </a:p>
          <a:p>
            <a:pPr lvl="1"/>
            <a:r>
              <a:rPr lang="zh-TW" altLang="en-US" dirty="0"/>
              <a:t>第</a:t>
            </a:r>
            <a:r>
              <a:rPr lang="en-US" altLang="zh-TW" dirty="0"/>
              <a:t>1</a:t>
            </a:r>
            <a:r>
              <a:rPr lang="zh-TW" altLang="en-US" dirty="0"/>
              <a:t>次處理的程式碼有</a:t>
            </a:r>
            <a:r>
              <a:rPr lang="en-US" altLang="zh-TW" dirty="0"/>
              <a:t>80KB</a:t>
            </a:r>
          </a:p>
          <a:p>
            <a:pPr lvl="1"/>
            <a:r>
              <a:rPr lang="zh-TW" altLang="en-US" dirty="0"/>
              <a:t>第</a:t>
            </a:r>
            <a:r>
              <a:rPr lang="en-US" altLang="zh-TW" dirty="0"/>
              <a:t>2</a:t>
            </a:r>
            <a:r>
              <a:rPr lang="zh-TW" altLang="en-US" dirty="0"/>
              <a:t>次處理的程式碼有</a:t>
            </a:r>
            <a:r>
              <a:rPr lang="en-US" altLang="zh-TW" dirty="0"/>
              <a:t>70KB</a:t>
            </a:r>
          </a:p>
          <a:p>
            <a:pPr lvl="1"/>
            <a:r>
              <a:rPr lang="zh-TW" altLang="en-US" dirty="0"/>
              <a:t>所建立的符號表有</a:t>
            </a:r>
            <a:r>
              <a:rPr lang="en-US" altLang="zh-TW" dirty="0"/>
              <a:t>20KB</a:t>
            </a:r>
          </a:p>
          <a:p>
            <a:pPr lvl="1"/>
            <a:r>
              <a:rPr lang="zh-TW" altLang="en-US" dirty="0"/>
              <a:t>會被呼叫到的常式有</a:t>
            </a:r>
            <a:r>
              <a:rPr lang="en-US" altLang="zh-TW" dirty="0"/>
              <a:t>30KB</a:t>
            </a:r>
          </a:p>
          <a:p>
            <a:r>
              <a:rPr lang="zh-TW" altLang="en-US" dirty="0"/>
              <a:t>一共有</a:t>
            </a:r>
            <a:r>
              <a:rPr lang="en-US" altLang="zh-TW" dirty="0"/>
              <a:t>200KB</a:t>
            </a:r>
            <a:r>
              <a:rPr lang="zh-TW" altLang="en-US" dirty="0"/>
              <a:t>。假設記憶體只有</a:t>
            </a:r>
            <a:r>
              <a:rPr lang="en-US" altLang="zh-TW" dirty="0"/>
              <a:t>150KB</a:t>
            </a:r>
            <a:r>
              <a:rPr lang="zh-TW" altLang="en-US" dirty="0"/>
              <a:t>，可採用覆蓋技術。</a:t>
            </a:r>
            <a:endParaRPr lang="en-US" altLang="zh-TW" dirty="0"/>
          </a:p>
        </p:txBody>
      </p:sp>
    </p:spTree>
    <p:extLst>
      <p:ext uri="{BB962C8B-B14F-4D97-AF65-F5344CB8AC3E}">
        <p14:creationId xmlns:p14="http://schemas.microsoft.com/office/powerpoint/2010/main" val="118946845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a:t>覆蓋</a:t>
            </a:r>
            <a:endParaRPr lang="zh-TW" altLang="en-US" dirty="0"/>
          </a:p>
        </p:txBody>
      </p:sp>
      <p:sp>
        <p:nvSpPr>
          <p:cNvPr id="4" name="內容版面配置區 3"/>
          <p:cNvSpPr>
            <a:spLocks noGrp="1"/>
          </p:cNvSpPr>
          <p:nvPr>
            <p:ph idx="1"/>
          </p:nvPr>
        </p:nvSpPr>
        <p:spPr/>
        <p:txBody>
          <a:bodyPr>
            <a:normAutofit fontScale="92500"/>
          </a:bodyPr>
          <a:lstStyle/>
          <a:p>
            <a:r>
              <a:rPr lang="zh-TW" altLang="en-US"/>
              <a:t>除了符號表和常式會一直用到之外，第</a:t>
            </a:r>
            <a:r>
              <a:rPr lang="en-US" altLang="zh-TW"/>
              <a:t>1</a:t>
            </a:r>
            <a:r>
              <a:rPr lang="zh-TW" altLang="en-US"/>
              <a:t>次處理的程式碼跟第</a:t>
            </a:r>
            <a:r>
              <a:rPr lang="en-US" altLang="zh-TW"/>
              <a:t>2</a:t>
            </a:r>
            <a:r>
              <a:rPr lang="zh-TW" altLang="en-US"/>
              <a:t>次處理的程式碼分別獨立使用一次，因此：</a:t>
            </a:r>
            <a:endParaRPr lang="en-US" altLang="zh-TW"/>
          </a:p>
          <a:p>
            <a:r>
              <a:rPr lang="zh-TW" altLang="en-US"/>
              <a:t>第</a:t>
            </a:r>
            <a:r>
              <a:rPr lang="en-US" altLang="zh-TW"/>
              <a:t>1</a:t>
            </a:r>
            <a:r>
              <a:rPr lang="zh-TW" altLang="en-US"/>
              <a:t>次處理：第</a:t>
            </a:r>
            <a:r>
              <a:rPr lang="en-US" altLang="zh-TW"/>
              <a:t>1</a:t>
            </a:r>
            <a:r>
              <a:rPr lang="zh-TW" altLang="en-US"/>
              <a:t>次載入符號表、常式、第</a:t>
            </a:r>
            <a:r>
              <a:rPr lang="en-US" altLang="zh-TW"/>
              <a:t>1</a:t>
            </a:r>
            <a:r>
              <a:rPr lang="zh-TW" altLang="en-US"/>
              <a:t>次處理的程式碼、再加上覆蓋所使用到的覆蓋驅動程式</a:t>
            </a:r>
            <a:r>
              <a:rPr lang="en-US" altLang="zh-TW"/>
              <a:t>(10KB)</a:t>
            </a:r>
            <a:r>
              <a:rPr lang="zh-TW" altLang="en-US"/>
              <a:t>，一共是</a:t>
            </a:r>
            <a:r>
              <a:rPr lang="en-US" altLang="zh-TW"/>
              <a:t>140KB</a:t>
            </a:r>
            <a:r>
              <a:rPr lang="zh-TW" altLang="en-US"/>
              <a:t>。</a:t>
            </a:r>
            <a:endParaRPr lang="en-US" altLang="zh-TW"/>
          </a:p>
          <a:p>
            <a:endParaRPr lang="zh-TW" altLang="en-US" dirty="0"/>
          </a:p>
        </p:txBody>
      </p:sp>
    </p:spTree>
    <p:extLst>
      <p:ext uri="{BB962C8B-B14F-4D97-AF65-F5344CB8AC3E}">
        <p14:creationId xmlns:p14="http://schemas.microsoft.com/office/powerpoint/2010/main" val="223960862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覆蓋</a:t>
            </a:r>
            <a:endParaRPr lang="zh-TW" altLang="en-US" dirty="0"/>
          </a:p>
        </p:txBody>
      </p:sp>
      <p:sp>
        <p:nvSpPr>
          <p:cNvPr id="3" name="內容版面配置區 2"/>
          <p:cNvSpPr>
            <a:spLocks noGrp="1"/>
          </p:cNvSpPr>
          <p:nvPr>
            <p:ph idx="1"/>
          </p:nvPr>
        </p:nvSpPr>
        <p:spPr/>
        <p:txBody>
          <a:bodyPr/>
          <a:lstStyle/>
          <a:p>
            <a:r>
              <a:rPr lang="zh-TW" altLang="en-US"/>
              <a:t>第</a:t>
            </a:r>
            <a:r>
              <a:rPr lang="en-US" altLang="zh-TW"/>
              <a:t>2</a:t>
            </a:r>
            <a:r>
              <a:rPr lang="zh-TW" altLang="en-US"/>
              <a:t>次處理：跳到重疊驅動程式，把第</a:t>
            </a:r>
            <a:r>
              <a:rPr lang="en-US" altLang="zh-TW"/>
              <a:t>2</a:t>
            </a:r>
            <a:r>
              <a:rPr lang="zh-TW" altLang="en-US"/>
              <a:t>次處理程式碼覆蓋在第</a:t>
            </a:r>
            <a:r>
              <a:rPr lang="en-US" altLang="zh-TW"/>
              <a:t>1</a:t>
            </a:r>
            <a:r>
              <a:rPr lang="zh-TW" altLang="en-US"/>
              <a:t>次處理程式碼的區塊上，然後控制權交給第</a:t>
            </a:r>
            <a:r>
              <a:rPr lang="en-US" altLang="zh-TW"/>
              <a:t>2</a:t>
            </a:r>
            <a:r>
              <a:rPr lang="zh-TW" altLang="en-US"/>
              <a:t>次處理程式碼，第</a:t>
            </a:r>
            <a:r>
              <a:rPr lang="en-US" altLang="zh-TW"/>
              <a:t>2</a:t>
            </a:r>
            <a:r>
              <a:rPr lang="zh-TW" altLang="en-US"/>
              <a:t>次的程式大小也只有</a:t>
            </a:r>
            <a:r>
              <a:rPr lang="en-US" altLang="zh-TW"/>
              <a:t>130KB</a:t>
            </a:r>
            <a:r>
              <a:rPr lang="zh-TW" altLang="en-US"/>
              <a:t>。</a:t>
            </a:r>
          </a:p>
          <a:p>
            <a:endParaRPr lang="zh-TW" altLang="en-US" dirty="0"/>
          </a:p>
        </p:txBody>
      </p:sp>
    </p:spTree>
    <p:extLst>
      <p:ext uri="{BB962C8B-B14F-4D97-AF65-F5344CB8AC3E}">
        <p14:creationId xmlns:p14="http://schemas.microsoft.com/office/powerpoint/2010/main" val="158068932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2089651" y="4137633"/>
            <a:ext cx="5265585" cy="369332"/>
          </a:xfrm>
          <a:prstGeom prst="rect">
            <a:avLst/>
          </a:prstGeom>
          <a:solidFill>
            <a:schemeClr val="accent3">
              <a:lumMod val="50000"/>
            </a:schemeClr>
          </a:solidFill>
        </p:spPr>
        <p:txBody>
          <a:bodyPr wrap="square">
            <a:spAutoFit/>
          </a:bodyPr>
          <a:lstStyle/>
          <a:p>
            <a:r>
              <a:rPr lang="zh-TW" altLang="en-US" b="1" dirty="0">
                <a:solidFill>
                  <a:schemeClr val="bg1"/>
                </a:solidFill>
                <a:latin typeface="微軟正黑體" pitchFamily="34" charset="-120"/>
                <a:ea typeface="微軟正黑體" pitchFamily="34" charset="-120"/>
              </a:rPr>
              <a:t>利用覆蓋的方式使大小大於記憶體的程式得以執行</a:t>
            </a:r>
          </a:p>
        </p:txBody>
      </p:sp>
      <p:pic>
        <p:nvPicPr>
          <p:cNvPr id="2048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31740" y="966227"/>
            <a:ext cx="4631405" cy="30006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412462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置換</a:t>
            </a:r>
          </a:p>
        </p:txBody>
      </p:sp>
      <p:sp>
        <p:nvSpPr>
          <p:cNvPr id="4" name="內容版面配置區 3"/>
          <p:cNvSpPr>
            <a:spLocks noGrp="1"/>
          </p:cNvSpPr>
          <p:nvPr>
            <p:ph idx="1"/>
          </p:nvPr>
        </p:nvSpPr>
        <p:spPr>
          <a:xfrm>
            <a:off x="457200" y="1660399"/>
            <a:ext cx="4204809" cy="2934224"/>
          </a:xfrm>
        </p:spPr>
        <p:txBody>
          <a:bodyPr/>
          <a:lstStyle/>
          <a:p>
            <a:r>
              <a:rPr lang="zh-TW" altLang="en-US" dirty="0"/>
              <a:t>程序可能會在記憶體與磁碟之間</a:t>
            </a:r>
            <a:r>
              <a:rPr lang="zh-TW" altLang="en-US" dirty="0">
                <a:solidFill>
                  <a:srgbClr val="C00000"/>
                </a:solidFill>
              </a:rPr>
              <a:t>置換</a:t>
            </a:r>
            <a:r>
              <a:rPr lang="en-US" altLang="zh-TW" dirty="0"/>
              <a:t>(swapping)</a:t>
            </a:r>
            <a:r>
              <a:rPr lang="zh-TW" altLang="en-US" dirty="0"/>
              <a:t>備份儲存。</a:t>
            </a:r>
            <a:endParaRPr lang="en-US" altLang="zh-TW" dirty="0"/>
          </a:p>
          <a:p>
            <a:endParaRPr lang="zh-TW" altLang="en-US" dirty="0"/>
          </a:p>
        </p:txBody>
      </p:sp>
      <p:sp>
        <p:nvSpPr>
          <p:cNvPr id="6" name="矩形 5"/>
          <p:cNvSpPr/>
          <p:nvPr/>
        </p:nvSpPr>
        <p:spPr>
          <a:xfrm>
            <a:off x="1150874" y="3831890"/>
            <a:ext cx="3061086" cy="646331"/>
          </a:xfrm>
          <a:prstGeom prst="rect">
            <a:avLst/>
          </a:prstGeom>
          <a:solidFill>
            <a:schemeClr val="accent2"/>
          </a:solidFill>
        </p:spPr>
        <p:txBody>
          <a:bodyPr wrap="square">
            <a:spAutoFit/>
          </a:bodyPr>
          <a:lstStyle/>
          <a:p>
            <a:r>
              <a:rPr lang="zh-TW" altLang="en-US" b="1" dirty="0">
                <a:solidFill>
                  <a:schemeClr val="bg1"/>
                </a:solidFill>
                <a:latin typeface="微軟正黑體" pitchFamily="34" charset="-120"/>
                <a:ea typeface="微軟正黑體" pitchFamily="34" charset="-120"/>
              </a:rPr>
              <a:t>利用磁碟當作備份的儲存體，用以置換兩個程序</a:t>
            </a:r>
          </a:p>
        </p:txBody>
      </p:sp>
      <p:pic>
        <p:nvPicPr>
          <p:cNvPr id="2150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2009" y="1407227"/>
            <a:ext cx="4128167" cy="307099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03828927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置換</a:t>
            </a:r>
          </a:p>
        </p:txBody>
      </p:sp>
      <p:sp>
        <p:nvSpPr>
          <p:cNvPr id="4" name="內容版面配置區 3"/>
          <p:cNvSpPr>
            <a:spLocks noGrp="1"/>
          </p:cNvSpPr>
          <p:nvPr>
            <p:ph idx="1"/>
          </p:nvPr>
        </p:nvSpPr>
        <p:spPr/>
        <p:txBody>
          <a:bodyPr>
            <a:normAutofit/>
          </a:bodyPr>
          <a:lstStyle/>
          <a:p>
            <a:r>
              <a:rPr lang="zh-TW" altLang="en-US" dirty="0"/>
              <a:t>可搭配</a:t>
            </a:r>
            <a:r>
              <a:rPr lang="zh-TW" altLang="en-US" u="sng" dirty="0"/>
              <a:t>優先權排程</a:t>
            </a:r>
            <a:r>
              <a:rPr lang="zh-TW" altLang="en-US" dirty="0"/>
              <a:t>來使用，當較高優先權程序到來，低優先權的程序就先置換到磁碟，等高優先權結束執行，再置換低優先權程序進來。</a:t>
            </a:r>
            <a:endParaRPr lang="en-US" altLang="zh-TW" dirty="0"/>
          </a:p>
          <a:p>
            <a:endParaRPr lang="zh-TW" altLang="en-US" dirty="0"/>
          </a:p>
        </p:txBody>
      </p:sp>
    </p:spTree>
    <p:extLst>
      <p:ext uri="{BB962C8B-B14F-4D97-AF65-F5344CB8AC3E}">
        <p14:creationId xmlns:p14="http://schemas.microsoft.com/office/powerpoint/2010/main" val="8204402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置換</a:t>
            </a:r>
          </a:p>
        </p:txBody>
      </p:sp>
      <p:sp>
        <p:nvSpPr>
          <p:cNvPr id="3" name="內容版面配置區 2"/>
          <p:cNvSpPr>
            <a:spLocks noGrp="1"/>
          </p:cNvSpPr>
          <p:nvPr>
            <p:ph idx="1"/>
          </p:nvPr>
        </p:nvSpPr>
        <p:spPr/>
        <p:txBody>
          <a:bodyPr/>
          <a:lstStyle/>
          <a:p>
            <a:r>
              <a:rPr lang="zh-TW" altLang="en-US" dirty="0"/>
              <a:t>由於程序在記憶體上進進出出，因此也被稱作「</a:t>
            </a:r>
            <a:r>
              <a:rPr lang="zh-TW" altLang="en-US" dirty="0">
                <a:solidFill>
                  <a:srgbClr val="C00000"/>
                </a:solidFill>
              </a:rPr>
              <a:t>轉進轉出</a:t>
            </a:r>
            <a:r>
              <a:rPr lang="en-US" altLang="zh-TW" dirty="0"/>
              <a:t>(roll-in-roll-out)</a:t>
            </a:r>
            <a:r>
              <a:rPr lang="zh-TW" altLang="en-US" dirty="0"/>
              <a:t>」方式。</a:t>
            </a:r>
            <a:endParaRPr lang="en-US" altLang="zh-TW" dirty="0"/>
          </a:p>
          <a:p>
            <a:r>
              <a:rPr lang="zh-TW" altLang="en-US" dirty="0"/>
              <a:t>原則上，任一時間點應該都要有一程序在記憶體中被執行。</a:t>
            </a:r>
          </a:p>
          <a:p>
            <a:endParaRPr lang="zh-TW" altLang="en-US" dirty="0"/>
          </a:p>
        </p:txBody>
      </p:sp>
    </p:spTree>
    <p:extLst>
      <p:ext uri="{BB962C8B-B14F-4D97-AF65-F5344CB8AC3E}">
        <p14:creationId xmlns:p14="http://schemas.microsoft.com/office/powerpoint/2010/main" val="168606512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zh-TW" altLang="en-US" dirty="0"/>
              <a:t>置換</a:t>
            </a:r>
          </a:p>
        </p:txBody>
      </p:sp>
      <p:sp>
        <p:nvSpPr>
          <p:cNvPr id="4" name="內容版面配置區 3"/>
          <p:cNvSpPr>
            <a:spLocks noGrp="1"/>
          </p:cNvSpPr>
          <p:nvPr>
            <p:ph idx="1"/>
          </p:nvPr>
        </p:nvSpPr>
        <p:spPr/>
        <p:txBody>
          <a:bodyPr>
            <a:normAutofit/>
          </a:bodyPr>
          <a:lstStyle/>
          <a:p>
            <a:r>
              <a:rPr lang="zh-TW" altLang="en-US" dirty="0"/>
              <a:t>置換方式中使用洋蔥皮演算法：</a:t>
            </a:r>
          </a:p>
          <a:p>
            <a:endParaRPr lang="zh-TW" altLang="en-US" dirty="0"/>
          </a:p>
        </p:txBody>
      </p:sp>
      <p:pic>
        <p:nvPicPr>
          <p:cNvPr id="2253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730" y="2307590"/>
            <a:ext cx="5243845" cy="260441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3322195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2557E85-BC87-D83A-6432-0AA99150C1C1}"/>
              </a:ext>
            </a:extLst>
          </p:cNvPr>
          <p:cNvSpPr>
            <a:spLocks noGrp="1"/>
          </p:cNvSpPr>
          <p:nvPr>
            <p:ph type="title"/>
          </p:nvPr>
        </p:nvSpPr>
        <p:spPr/>
        <p:txBody>
          <a:bodyPr/>
          <a:lstStyle/>
          <a:p>
            <a:r>
              <a:rPr lang="zh-TW" altLang="en-US" dirty="0"/>
              <a:t>分頁</a:t>
            </a:r>
          </a:p>
        </p:txBody>
      </p:sp>
      <p:sp>
        <p:nvSpPr>
          <p:cNvPr id="3" name="內容版面配置區 2">
            <a:extLst>
              <a:ext uri="{FF2B5EF4-FFF2-40B4-BE49-F238E27FC236}">
                <a16:creationId xmlns:a16="http://schemas.microsoft.com/office/drawing/2014/main" id="{446890C0-F557-0064-13C7-51F45C132F82}"/>
              </a:ext>
            </a:extLst>
          </p:cNvPr>
          <p:cNvSpPr>
            <a:spLocks noGrp="1"/>
          </p:cNvSpPr>
          <p:nvPr>
            <p:ph idx="1"/>
          </p:nvPr>
        </p:nvSpPr>
        <p:spPr/>
        <p:txBody>
          <a:bodyPr>
            <a:normAutofit/>
          </a:bodyPr>
          <a:lstStyle/>
          <a:p>
            <a:r>
              <a:rPr lang="zh-TW" altLang="en-US" dirty="0">
                <a:solidFill>
                  <a:srgbClr val="C00000"/>
                </a:solidFill>
              </a:rPr>
              <a:t>記憶體分頁</a:t>
            </a:r>
            <a:r>
              <a:rPr lang="zh-TW" altLang="en-US" dirty="0"/>
              <a:t>（</a:t>
            </a:r>
            <a:r>
              <a:rPr lang="en-US" altLang="zh-TW" dirty="0"/>
              <a:t>memory paging</a:t>
            </a:r>
            <a:r>
              <a:rPr lang="zh-TW" altLang="en-US" dirty="0"/>
              <a:t>）將一個程序的記憶體需求，分割成大小相同的頁面（</a:t>
            </a:r>
            <a:r>
              <a:rPr lang="en-US" altLang="zh-TW" dirty="0"/>
              <a:t>page</a:t>
            </a:r>
            <a:r>
              <a:rPr lang="zh-TW" altLang="en-US" dirty="0"/>
              <a:t>），以便更有效管理。</a:t>
            </a:r>
            <a:endParaRPr lang="en-US" altLang="zh-TW" dirty="0"/>
          </a:p>
          <a:p>
            <a:r>
              <a:rPr lang="zh-TW" altLang="en-US" dirty="0">
                <a:solidFill>
                  <a:srgbClr val="C00000"/>
                </a:solidFill>
              </a:rPr>
              <a:t>快閃記憶體</a:t>
            </a:r>
            <a:r>
              <a:rPr lang="zh-TW" altLang="en-US" dirty="0"/>
              <a:t>（</a:t>
            </a:r>
            <a:r>
              <a:rPr lang="en-US" altLang="zh-TW" dirty="0"/>
              <a:t>flash memory</a:t>
            </a:r>
            <a:r>
              <a:rPr lang="zh-TW" altLang="en-US" dirty="0"/>
              <a:t>）在某些特定裝置有潛力取代硬碟和主記憶體。</a:t>
            </a:r>
          </a:p>
        </p:txBody>
      </p:sp>
    </p:spTree>
    <p:extLst>
      <p:ext uri="{BB962C8B-B14F-4D97-AF65-F5344CB8AC3E}">
        <p14:creationId xmlns:p14="http://schemas.microsoft.com/office/powerpoint/2010/main" val="198753325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4-5 </a:t>
            </a:r>
            <a:r>
              <a:rPr lang="zh-TW" altLang="en-US" dirty="0"/>
              <a:t>檔案系統</a:t>
            </a:r>
          </a:p>
        </p:txBody>
      </p:sp>
      <p:sp>
        <p:nvSpPr>
          <p:cNvPr id="5" name="內容版面配置區 4"/>
          <p:cNvSpPr>
            <a:spLocks noGrp="1"/>
          </p:cNvSpPr>
          <p:nvPr>
            <p:ph idx="1"/>
          </p:nvPr>
        </p:nvSpPr>
        <p:spPr/>
        <p:txBody>
          <a:bodyPr>
            <a:normAutofit/>
          </a:bodyPr>
          <a:lstStyle/>
          <a:p>
            <a:r>
              <a:rPr lang="zh-TW" altLang="en-US" dirty="0"/>
              <a:t>檔案系統，是指負責存取和管理檔案資料的軟體。</a:t>
            </a:r>
          </a:p>
          <a:p>
            <a:r>
              <a:rPr lang="zh-TW" altLang="en-US" dirty="0"/>
              <a:t>對使用者而言，檔案系統應該要具有操作簡單、安全可靠、能夠共享或是保密等特性。</a:t>
            </a:r>
            <a:endParaRPr lang="en-US" altLang="zh-TW" dirty="0"/>
          </a:p>
        </p:txBody>
      </p:sp>
    </p:spTree>
    <p:extLst>
      <p:ext uri="{BB962C8B-B14F-4D97-AF65-F5344CB8AC3E}">
        <p14:creationId xmlns:p14="http://schemas.microsoft.com/office/powerpoint/2010/main" val="17325696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4-5 </a:t>
            </a:r>
            <a:r>
              <a:rPr lang="zh-TW" altLang="en-US" dirty="0"/>
              <a:t>檔案系統</a:t>
            </a:r>
          </a:p>
        </p:txBody>
      </p:sp>
      <p:sp>
        <p:nvSpPr>
          <p:cNvPr id="3" name="內容版面配置區 2"/>
          <p:cNvSpPr>
            <a:spLocks noGrp="1"/>
          </p:cNvSpPr>
          <p:nvPr>
            <p:ph idx="1"/>
          </p:nvPr>
        </p:nvSpPr>
        <p:spPr/>
        <p:txBody>
          <a:bodyPr/>
          <a:lstStyle/>
          <a:p>
            <a:r>
              <a:rPr lang="zh-TW" altLang="en-US" dirty="0"/>
              <a:t>對作業系統而言，檔案系統要能管好檔案使用空間，使存取更有效率等。</a:t>
            </a:r>
            <a:endParaRPr lang="en-US" altLang="zh-TW" dirty="0"/>
          </a:p>
          <a:p>
            <a:r>
              <a:rPr lang="zh-TW" altLang="en-US" dirty="0"/>
              <a:t>檔案系統中，最重要的兩個部分就是</a:t>
            </a:r>
            <a:r>
              <a:rPr lang="zh-TW" altLang="en-US" dirty="0">
                <a:solidFill>
                  <a:srgbClr val="C00000"/>
                </a:solidFill>
              </a:rPr>
              <a:t>檔案</a:t>
            </a:r>
            <a:r>
              <a:rPr lang="zh-TW" altLang="en-US" dirty="0"/>
              <a:t>與</a:t>
            </a:r>
            <a:r>
              <a:rPr lang="zh-TW" altLang="en-US" dirty="0">
                <a:solidFill>
                  <a:srgbClr val="C00000"/>
                </a:solidFill>
              </a:rPr>
              <a:t>目錄</a:t>
            </a:r>
            <a:r>
              <a:rPr lang="zh-TW" altLang="en-US" dirty="0"/>
              <a:t>結構。</a:t>
            </a:r>
          </a:p>
          <a:p>
            <a:endParaRPr lang="zh-TW" altLang="en-US" dirty="0"/>
          </a:p>
          <a:p>
            <a:endParaRPr lang="zh-TW" altLang="en-US" dirty="0"/>
          </a:p>
        </p:txBody>
      </p:sp>
    </p:spTree>
    <p:extLst>
      <p:ext uri="{BB962C8B-B14F-4D97-AF65-F5344CB8AC3E}">
        <p14:creationId xmlns:p14="http://schemas.microsoft.com/office/powerpoint/2010/main" val="361057452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檔案屬性</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431811230"/>
              </p:ext>
            </p:extLst>
          </p:nvPr>
        </p:nvGraphicFramePr>
        <p:xfrm>
          <a:off x="457200" y="1660399"/>
          <a:ext cx="8229600" cy="29342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9018345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檔案屬性</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1465842915"/>
              </p:ext>
            </p:extLst>
          </p:nvPr>
        </p:nvGraphicFramePr>
        <p:xfrm>
          <a:off x="457200" y="1660399"/>
          <a:ext cx="8229600" cy="29342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5436814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a:t>4-5 </a:t>
            </a:r>
            <a:r>
              <a:rPr lang="zh-TW" altLang="en-US"/>
              <a:t>檔案系統</a:t>
            </a:r>
            <a:endParaRPr lang="zh-TW" altLang="en-US" dirty="0"/>
          </a:p>
        </p:txBody>
      </p:sp>
      <p:sp>
        <p:nvSpPr>
          <p:cNvPr id="5" name="內容版面配置區 4"/>
          <p:cNvSpPr>
            <a:spLocks noGrp="1"/>
          </p:cNvSpPr>
          <p:nvPr>
            <p:ph idx="1"/>
          </p:nvPr>
        </p:nvSpPr>
        <p:spPr/>
        <p:txBody>
          <a:bodyPr/>
          <a:lstStyle/>
          <a:p>
            <a:r>
              <a:rPr lang="zh-TW" altLang="en-US"/>
              <a:t>所有的檔案屬性等資訊都存在目錄結構中。</a:t>
            </a:r>
            <a:endParaRPr lang="en-US" altLang="zh-TW"/>
          </a:p>
          <a:p>
            <a:r>
              <a:rPr lang="zh-TW" altLang="en-US"/>
              <a:t>目錄結構包含檔名和識別符號，識別符號再指到其他檔案屬性。</a:t>
            </a:r>
            <a:endParaRPr lang="en-US" altLang="zh-TW"/>
          </a:p>
          <a:p>
            <a:r>
              <a:rPr lang="zh-TW" altLang="en-US"/>
              <a:t>一個檔案的屬性大概需要</a:t>
            </a:r>
            <a:r>
              <a:rPr lang="en-US" altLang="zh-TW"/>
              <a:t>1KB</a:t>
            </a:r>
            <a:r>
              <a:rPr lang="zh-TW" altLang="en-US"/>
              <a:t>來記錄。</a:t>
            </a:r>
            <a:endParaRPr lang="zh-TW" altLang="en-US" dirty="0"/>
          </a:p>
        </p:txBody>
      </p:sp>
    </p:spTree>
    <p:extLst>
      <p:ext uri="{BB962C8B-B14F-4D97-AF65-F5344CB8AC3E}">
        <p14:creationId xmlns:p14="http://schemas.microsoft.com/office/powerpoint/2010/main" val="289306604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a:t>檔案的基本操作</a:t>
            </a:r>
            <a:endParaRPr lang="zh-TW" altLang="en-US" dirty="0"/>
          </a:p>
        </p:txBody>
      </p:sp>
      <p:sp>
        <p:nvSpPr>
          <p:cNvPr id="5" name="內容版面配置區 4"/>
          <p:cNvSpPr>
            <a:spLocks noGrp="1"/>
          </p:cNvSpPr>
          <p:nvPr>
            <p:ph idx="1"/>
          </p:nvPr>
        </p:nvSpPr>
        <p:spPr/>
        <p:txBody>
          <a:bodyPr>
            <a:normAutofit fontScale="92500"/>
          </a:bodyPr>
          <a:lstStyle/>
          <a:p>
            <a:r>
              <a:rPr lang="zh-TW" altLang="en-US"/>
              <a:t>建立檔案：首先，在磁碟中找到空間存放這個檔案；接著，在目錄中增添一個新的檔案項目。</a:t>
            </a:r>
          </a:p>
          <a:p>
            <a:r>
              <a:rPr lang="zh-TW" altLang="en-US"/>
              <a:t>寫入檔案：做系統呼叫，給予參數設定。在目錄中會儲存指標指到檔案結尾，寫檔時依照指標目前位置把新資料加在後頭，最後儲存最新的指標位置。</a:t>
            </a:r>
            <a:endParaRPr lang="zh-TW" altLang="en-US" dirty="0"/>
          </a:p>
        </p:txBody>
      </p:sp>
    </p:spTree>
    <p:extLst>
      <p:ext uri="{BB962C8B-B14F-4D97-AF65-F5344CB8AC3E}">
        <p14:creationId xmlns:p14="http://schemas.microsoft.com/office/powerpoint/2010/main" val="211374111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檔案的基本操作</a:t>
            </a:r>
            <a:endParaRPr lang="zh-TW" altLang="en-US" dirty="0"/>
          </a:p>
        </p:txBody>
      </p:sp>
      <p:sp>
        <p:nvSpPr>
          <p:cNvPr id="3" name="內容版面配置區 2"/>
          <p:cNvSpPr>
            <a:spLocks noGrp="1"/>
          </p:cNvSpPr>
          <p:nvPr>
            <p:ph idx="1"/>
          </p:nvPr>
        </p:nvSpPr>
        <p:spPr/>
        <p:txBody>
          <a:bodyPr/>
          <a:lstStyle/>
          <a:p>
            <a:r>
              <a:rPr lang="zh-TW" altLang="en-US"/>
              <a:t>讀取檔案：做系統呼叫，指定要讀的檔案及其位置。目錄裡也存放指標指向下次將被讀的位置，若有資料又被讀出，再更新指標位置。</a:t>
            </a:r>
          </a:p>
          <a:p>
            <a:r>
              <a:rPr lang="zh-TW" altLang="en-US"/>
              <a:t>刪除檔案：搜尋目錄找到檔案所在位置，釋放檔案佔用空間，並將登記在目錄裡的檔案項目刪除。</a:t>
            </a:r>
          </a:p>
          <a:p>
            <a:endParaRPr lang="zh-TW" altLang="en-US" dirty="0"/>
          </a:p>
        </p:txBody>
      </p:sp>
    </p:spTree>
    <p:extLst>
      <p:ext uri="{BB962C8B-B14F-4D97-AF65-F5344CB8AC3E}">
        <p14:creationId xmlns:p14="http://schemas.microsoft.com/office/powerpoint/2010/main" val="186365959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a:t>目錄結構的操作功能</a:t>
            </a:r>
            <a:endParaRPr lang="zh-TW" altLang="en-US" dirty="0"/>
          </a:p>
        </p:txBody>
      </p:sp>
      <p:sp>
        <p:nvSpPr>
          <p:cNvPr id="5" name="內容版面配置區 4"/>
          <p:cNvSpPr>
            <a:spLocks noGrp="1"/>
          </p:cNvSpPr>
          <p:nvPr>
            <p:ph idx="1"/>
          </p:nvPr>
        </p:nvSpPr>
        <p:spPr/>
        <p:txBody>
          <a:bodyPr/>
          <a:lstStyle/>
          <a:p>
            <a:r>
              <a:rPr lang="zh-TW" altLang="en-US"/>
              <a:t>搜尋：由於檔案有不同的屬性，因此可根據某一屬性特色進行檔案的搜尋。</a:t>
            </a:r>
          </a:p>
          <a:p>
            <a:r>
              <a:rPr lang="zh-TW" altLang="en-US"/>
              <a:t>建檔：當有新檔案被建立時，目錄必須要能夠為其增加一個檔案項目。</a:t>
            </a:r>
            <a:endParaRPr lang="zh-TW" altLang="en-US" dirty="0"/>
          </a:p>
        </p:txBody>
      </p:sp>
    </p:spTree>
    <p:extLst>
      <p:ext uri="{BB962C8B-B14F-4D97-AF65-F5344CB8AC3E}">
        <p14:creationId xmlns:p14="http://schemas.microsoft.com/office/powerpoint/2010/main" val="245333441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目錄結構的操作功能</a:t>
            </a:r>
            <a:endParaRPr lang="zh-TW" altLang="en-US" dirty="0"/>
          </a:p>
        </p:txBody>
      </p:sp>
      <p:sp>
        <p:nvSpPr>
          <p:cNvPr id="3" name="內容版面配置區 2"/>
          <p:cNvSpPr>
            <a:spLocks noGrp="1"/>
          </p:cNvSpPr>
          <p:nvPr>
            <p:ph idx="1"/>
          </p:nvPr>
        </p:nvSpPr>
        <p:spPr/>
        <p:txBody>
          <a:bodyPr/>
          <a:lstStyle/>
          <a:p>
            <a:r>
              <a:rPr lang="zh-TW" altLang="en-US"/>
              <a:t>刪除檔案：當檔案被刪除時，必須要把該檔案相關的資訊刪除。</a:t>
            </a:r>
          </a:p>
          <a:p>
            <a:r>
              <a:rPr lang="zh-TW" altLang="en-US"/>
              <a:t>更改檔名：當檔案名稱被使用者改變時，目錄結構裡所記載的檔案資訊也必須一起改變。</a:t>
            </a:r>
          </a:p>
          <a:p>
            <a:endParaRPr lang="zh-TW" altLang="en-US" dirty="0"/>
          </a:p>
        </p:txBody>
      </p:sp>
    </p:spTree>
    <p:extLst>
      <p:ext uri="{BB962C8B-B14F-4D97-AF65-F5344CB8AC3E}">
        <p14:creationId xmlns:p14="http://schemas.microsoft.com/office/powerpoint/2010/main" val="48321235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單層目錄</a:t>
            </a:r>
          </a:p>
        </p:txBody>
      </p:sp>
      <p:sp>
        <p:nvSpPr>
          <p:cNvPr id="5" name="內容版面配置區 4"/>
          <p:cNvSpPr>
            <a:spLocks noGrp="1"/>
          </p:cNvSpPr>
          <p:nvPr>
            <p:ph idx="1"/>
          </p:nvPr>
        </p:nvSpPr>
        <p:spPr/>
        <p:txBody>
          <a:bodyPr>
            <a:normAutofit/>
          </a:bodyPr>
          <a:lstStyle/>
          <a:p>
            <a:r>
              <a:rPr lang="zh-TW" altLang="en-US" dirty="0"/>
              <a:t>所有檔案都裝在同一層目錄中，是目錄結構中最簡單的架構。</a:t>
            </a:r>
            <a:endParaRPr lang="en-US" altLang="zh-TW" dirty="0"/>
          </a:p>
          <a:p>
            <a:r>
              <a:rPr lang="zh-TW" altLang="en-US" dirty="0"/>
              <a:t>所有使用者檔案都放在一起，當檔案數目變多，就不夠實用。</a:t>
            </a:r>
          </a:p>
        </p:txBody>
      </p:sp>
    </p:spTree>
    <p:extLst>
      <p:ext uri="{BB962C8B-B14F-4D97-AF65-F5344CB8AC3E}">
        <p14:creationId xmlns:p14="http://schemas.microsoft.com/office/powerpoint/2010/main" val="222253700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單層目錄</a:t>
            </a:r>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1650" y="2121700"/>
            <a:ext cx="6598073" cy="190385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9230689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雙層目錄</a:t>
            </a:r>
          </a:p>
        </p:txBody>
      </p:sp>
      <p:sp>
        <p:nvSpPr>
          <p:cNvPr id="5" name="內容版面配置區 4"/>
          <p:cNvSpPr>
            <a:spLocks noGrp="1"/>
          </p:cNvSpPr>
          <p:nvPr>
            <p:ph idx="1"/>
          </p:nvPr>
        </p:nvSpPr>
        <p:spPr/>
        <p:txBody>
          <a:bodyPr>
            <a:normAutofit/>
          </a:bodyPr>
          <a:lstStyle/>
          <a:p>
            <a:r>
              <a:rPr lang="zh-TW" altLang="en-US" sz="2400" dirty="0"/>
              <a:t>最簡單的作法是為每一使用者建立一個目錄夾，每個使用者的目錄夾裡的結構類似。</a:t>
            </a:r>
          </a:p>
        </p:txBody>
      </p:sp>
      <p:pic>
        <p:nvPicPr>
          <p:cNvPr id="24579"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38623" y="2571750"/>
            <a:ext cx="5666753" cy="24926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273791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絕對路徑和相對路徑</a:t>
            </a:r>
            <a:endParaRPr lang="zh-TW" altLang="en-US" dirty="0"/>
          </a:p>
        </p:txBody>
      </p:sp>
      <p:sp>
        <p:nvSpPr>
          <p:cNvPr id="3" name="內容版面配置區 2"/>
          <p:cNvSpPr>
            <a:spLocks noGrp="1"/>
          </p:cNvSpPr>
          <p:nvPr>
            <p:ph idx="1"/>
          </p:nvPr>
        </p:nvSpPr>
        <p:spPr/>
        <p:txBody>
          <a:bodyPr/>
          <a:lstStyle/>
          <a:p>
            <a:pPr lvl="0"/>
            <a:r>
              <a:rPr lang="zh-TW" altLang="zh-TW" dirty="0"/>
              <a:t>絕對路徑</a:t>
            </a:r>
          </a:p>
          <a:p>
            <a:pPr lvl="1"/>
            <a:r>
              <a:rPr lang="zh-TW" altLang="en-US" dirty="0"/>
              <a:t>是由根部開始，一路指定目錄夾，直到該檔案所在的目錄。</a:t>
            </a:r>
          </a:p>
          <a:p>
            <a:pPr lvl="0"/>
            <a:r>
              <a:rPr lang="zh-TW" altLang="zh-TW" dirty="0"/>
              <a:t>相對路徑</a:t>
            </a:r>
          </a:p>
          <a:p>
            <a:pPr lvl="1"/>
            <a:r>
              <a:rPr lang="zh-TW" altLang="en-US" dirty="0"/>
              <a:t>是由當前目錄去定義要開啟的檔案所在的位置。</a:t>
            </a:r>
          </a:p>
          <a:p>
            <a:endParaRPr lang="zh-TW" altLang="en-US" dirty="0"/>
          </a:p>
        </p:txBody>
      </p:sp>
    </p:spTree>
    <p:extLst>
      <p:ext uri="{BB962C8B-B14F-4D97-AF65-F5344CB8AC3E}">
        <p14:creationId xmlns:p14="http://schemas.microsoft.com/office/powerpoint/2010/main" val="59539111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60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46675" y="843340"/>
            <a:ext cx="6030043" cy="387413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矩形 2"/>
          <p:cNvSpPr/>
          <p:nvPr/>
        </p:nvSpPr>
        <p:spPr>
          <a:xfrm>
            <a:off x="701570" y="843340"/>
            <a:ext cx="2262158" cy="369332"/>
          </a:xfrm>
          <a:prstGeom prst="rect">
            <a:avLst/>
          </a:prstGeom>
          <a:solidFill>
            <a:schemeClr val="accent2"/>
          </a:solidFill>
        </p:spPr>
        <p:txBody>
          <a:bodyPr wrap="none">
            <a:spAutoFit/>
          </a:bodyPr>
          <a:lstStyle/>
          <a:p>
            <a:r>
              <a:rPr lang="zh-TW" altLang="en-US" b="1" dirty="0">
                <a:solidFill>
                  <a:schemeClr val="bg1"/>
                </a:solidFill>
                <a:latin typeface="微軟正黑體" pitchFamily="34" charset="-120"/>
                <a:ea typeface="微軟正黑體" pitchFamily="34" charset="-120"/>
              </a:rPr>
              <a:t>絕對路徑與相對路徑</a:t>
            </a:r>
          </a:p>
        </p:txBody>
      </p:sp>
    </p:spTree>
    <p:extLst>
      <p:ext uri="{BB962C8B-B14F-4D97-AF65-F5344CB8AC3E}">
        <p14:creationId xmlns:p14="http://schemas.microsoft.com/office/powerpoint/2010/main" val="337947043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4-6 </a:t>
            </a:r>
            <a:r>
              <a:rPr lang="zh-TW" altLang="en-US" dirty="0"/>
              <a:t>熱門作業系統介紹</a:t>
            </a:r>
          </a:p>
        </p:txBody>
      </p:sp>
      <p:graphicFrame>
        <p:nvGraphicFramePr>
          <p:cNvPr id="5" name="內容版面配置區 4"/>
          <p:cNvGraphicFramePr>
            <a:graphicFrameLocks noGrp="1"/>
          </p:cNvGraphicFramePr>
          <p:nvPr>
            <p:ph idx="1"/>
            <p:extLst>
              <p:ext uri="{D42A27DB-BD31-4B8C-83A1-F6EECF244321}">
                <p14:modId xmlns:p14="http://schemas.microsoft.com/office/powerpoint/2010/main" val="287138098"/>
              </p:ext>
            </p:extLst>
          </p:nvPr>
        </p:nvGraphicFramePr>
        <p:xfrm>
          <a:off x="457200" y="1660399"/>
          <a:ext cx="8229600" cy="29342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189373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Linux</a:t>
            </a:r>
            <a:endParaRPr lang="zh-TW" altLang="en-US" dirty="0"/>
          </a:p>
        </p:txBody>
      </p:sp>
      <p:sp>
        <p:nvSpPr>
          <p:cNvPr id="5" name="內容版面配置區 4"/>
          <p:cNvSpPr>
            <a:spLocks noGrp="1"/>
          </p:cNvSpPr>
          <p:nvPr>
            <p:ph idx="1"/>
          </p:nvPr>
        </p:nvSpPr>
        <p:spPr/>
        <p:txBody>
          <a:bodyPr/>
          <a:lstStyle/>
          <a:p>
            <a:r>
              <a:rPr lang="zh-TW" altLang="en-US"/>
              <a:t>個人電腦發展以後，微軟始終佔著霸業，如果說誰曾經讓比爾蓋茲心驚驚半夜睡不著，恐怕就只有</a:t>
            </a:r>
            <a:r>
              <a:rPr lang="en-US" altLang="zh-TW"/>
              <a:t>Linux</a:t>
            </a:r>
            <a:r>
              <a:rPr lang="zh-TW" altLang="en-US"/>
              <a:t>的創始人托瓦茲（</a:t>
            </a:r>
            <a:r>
              <a:rPr lang="en-US" altLang="zh-TW"/>
              <a:t>Linus Torvalds</a:t>
            </a:r>
            <a:r>
              <a:rPr lang="zh-TW" altLang="en-US"/>
              <a:t>）吧。</a:t>
            </a:r>
            <a:endParaRPr lang="en-US" altLang="zh-TW"/>
          </a:p>
          <a:p>
            <a:endParaRPr lang="zh-TW" altLang="en-US" dirty="0"/>
          </a:p>
        </p:txBody>
      </p:sp>
      <p:sp>
        <p:nvSpPr>
          <p:cNvPr id="7" name="矩形 6"/>
          <p:cNvSpPr/>
          <p:nvPr/>
        </p:nvSpPr>
        <p:spPr>
          <a:xfrm>
            <a:off x="5352400" y="4035674"/>
            <a:ext cx="1933543" cy="369332"/>
          </a:xfrm>
          <a:prstGeom prst="rect">
            <a:avLst/>
          </a:prstGeom>
          <a:solidFill>
            <a:schemeClr val="accent2"/>
          </a:solidFill>
        </p:spPr>
        <p:txBody>
          <a:bodyPr wrap="none">
            <a:spAutoFit/>
          </a:bodyPr>
          <a:lstStyle/>
          <a:p>
            <a:r>
              <a:rPr lang="en-US" altLang="zh-TW" b="1" dirty="0">
                <a:solidFill>
                  <a:schemeClr val="bg1"/>
                </a:solidFill>
                <a:latin typeface="微軟正黑體" pitchFamily="34" charset="-120"/>
                <a:ea typeface="微軟正黑體" pitchFamily="34" charset="-120"/>
              </a:rPr>
              <a:t>Linux</a:t>
            </a:r>
            <a:r>
              <a:rPr lang="zh-TW" altLang="en-US" b="1" dirty="0">
                <a:solidFill>
                  <a:schemeClr val="bg1"/>
                </a:solidFill>
                <a:latin typeface="微軟正黑體" pitchFamily="34" charset="-120"/>
                <a:ea typeface="微軟正黑體" pitchFamily="34" charset="-120"/>
              </a:rPr>
              <a:t>的象徵圖案</a:t>
            </a:r>
          </a:p>
        </p:txBody>
      </p:sp>
      <p:sp>
        <p:nvSpPr>
          <p:cNvPr id="8" name="圓角化對角線角落矩形 7">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pic>
        <p:nvPicPr>
          <p:cNvPr id="9" name="Picture 2"/>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7285943" y="3220251"/>
            <a:ext cx="1035115" cy="13003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9429497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Linux</a:t>
            </a:r>
            <a:endParaRPr lang="zh-TW" altLang="en-US" dirty="0"/>
          </a:p>
        </p:txBody>
      </p:sp>
      <p:sp>
        <p:nvSpPr>
          <p:cNvPr id="3" name="內容版面配置區 2"/>
          <p:cNvSpPr>
            <a:spLocks noGrp="1"/>
          </p:cNvSpPr>
          <p:nvPr>
            <p:ph idx="1"/>
          </p:nvPr>
        </p:nvSpPr>
        <p:spPr/>
        <p:txBody>
          <a:bodyPr/>
          <a:lstStyle/>
          <a:p>
            <a:r>
              <a:rPr lang="zh-TW" altLang="en-US" dirty="0"/>
              <a:t>托瓦茲高喊</a:t>
            </a:r>
            <a:r>
              <a:rPr lang="zh-TW" altLang="en-US" dirty="0">
                <a:solidFill>
                  <a:srgbClr val="C00000"/>
                </a:solidFill>
              </a:rPr>
              <a:t>反版權</a:t>
            </a:r>
            <a:r>
              <a:rPr lang="en-US" altLang="zh-TW" dirty="0"/>
              <a:t>(</a:t>
            </a:r>
            <a:r>
              <a:rPr lang="en-US" altLang="zh-TW" dirty="0" err="1"/>
              <a:t>copyleft</a:t>
            </a:r>
            <a:r>
              <a:rPr lang="en-US" altLang="zh-TW" dirty="0"/>
              <a:t>)</a:t>
            </a:r>
            <a:r>
              <a:rPr lang="zh-TW" altLang="en-US" dirty="0"/>
              <a:t>，認為軟體應該透過分享的概念，才能更快速傳遍世界，讓更多人受惠。</a:t>
            </a:r>
          </a:p>
          <a:p>
            <a:endParaRPr lang="zh-TW" altLang="en-US" dirty="0"/>
          </a:p>
        </p:txBody>
      </p:sp>
    </p:spTree>
    <p:extLst>
      <p:ext uri="{BB962C8B-B14F-4D97-AF65-F5344CB8AC3E}">
        <p14:creationId xmlns:p14="http://schemas.microsoft.com/office/powerpoint/2010/main" val="236233866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Linux</a:t>
            </a:r>
            <a:endParaRPr lang="zh-TW" altLang="en-US" dirty="0"/>
          </a:p>
        </p:txBody>
      </p:sp>
      <p:sp>
        <p:nvSpPr>
          <p:cNvPr id="5" name="內容版面配置區 4"/>
          <p:cNvSpPr>
            <a:spLocks noGrp="1"/>
          </p:cNvSpPr>
          <p:nvPr>
            <p:ph idx="1"/>
          </p:nvPr>
        </p:nvSpPr>
        <p:spPr/>
        <p:txBody>
          <a:bodyPr>
            <a:normAutofit/>
          </a:bodyPr>
          <a:lstStyle/>
          <a:p>
            <a:r>
              <a:rPr lang="en-US" altLang="zh-TW" dirty="0"/>
              <a:t>1991</a:t>
            </a:r>
            <a:r>
              <a:rPr lang="zh-TW" altLang="en-US" dirty="0"/>
              <a:t>年，還在芬蘭大學唸書的托瓦茲將發展尚未成熟的作業系統</a:t>
            </a:r>
            <a:r>
              <a:rPr lang="en-US" altLang="zh-TW" dirty="0"/>
              <a:t>Linux 0.02</a:t>
            </a:r>
            <a:r>
              <a:rPr lang="zh-TW" altLang="en-US" dirty="0"/>
              <a:t>版本放上學校的</a:t>
            </a:r>
            <a:r>
              <a:rPr lang="en-US" altLang="zh-TW" dirty="0"/>
              <a:t>FTP</a:t>
            </a:r>
            <a:r>
              <a:rPr lang="zh-TW" altLang="en-US" dirty="0"/>
              <a:t>站。</a:t>
            </a:r>
            <a:endParaRPr lang="en-US" altLang="zh-TW" dirty="0"/>
          </a:p>
          <a:p>
            <a:r>
              <a:rPr lang="zh-TW" altLang="en-US" dirty="0"/>
              <a:t>托瓦茲當時是想在</a:t>
            </a:r>
            <a:r>
              <a:rPr lang="en-US" altLang="zh-TW" dirty="0"/>
              <a:t>386</a:t>
            </a:r>
            <a:r>
              <a:rPr lang="zh-TW" altLang="en-US" dirty="0"/>
              <a:t>個人電腦上執行類似</a:t>
            </a:r>
            <a:r>
              <a:rPr lang="en-US" altLang="zh-TW" dirty="0"/>
              <a:t>Unix</a:t>
            </a:r>
            <a:r>
              <a:rPr lang="zh-TW" altLang="en-US" dirty="0"/>
              <a:t>的分時多工作業系統，結果受到廣大迴響。</a:t>
            </a:r>
            <a:endParaRPr lang="en-US" altLang="zh-TW" dirty="0"/>
          </a:p>
        </p:txBody>
      </p:sp>
      <p:sp>
        <p:nvSpPr>
          <p:cNvPr id="8" name="圓角化對角線角落矩形 7">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234537646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Linux</a:t>
            </a:r>
            <a:endParaRPr lang="zh-TW" altLang="en-US" dirty="0"/>
          </a:p>
        </p:txBody>
      </p:sp>
      <p:sp>
        <p:nvSpPr>
          <p:cNvPr id="3" name="內容版面配置區 2"/>
          <p:cNvSpPr>
            <a:spLocks noGrp="1"/>
          </p:cNvSpPr>
          <p:nvPr>
            <p:ph idx="1"/>
          </p:nvPr>
        </p:nvSpPr>
        <p:spPr/>
        <p:txBody>
          <a:bodyPr/>
          <a:lstStyle/>
          <a:p>
            <a:r>
              <a:rPr lang="zh-TW" altLang="en-US" dirty="0"/>
              <a:t>所採用的策略是</a:t>
            </a:r>
            <a:r>
              <a:rPr lang="zh-TW" altLang="en-US" dirty="0">
                <a:solidFill>
                  <a:srgbClr val="C00000"/>
                </a:solidFill>
              </a:rPr>
              <a:t>史托曼</a:t>
            </a:r>
            <a:r>
              <a:rPr lang="en-US" altLang="zh-TW" dirty="0"/>
              <a:t>(Richard Stallman)</a:t>
            </a:r>
            <a:r>
              <a:rPr lang="zh-TW" altLang="en-US" dirty="0"/>
              <a:t>所提倡的</a:t>
            </a:r>
            <a:r>
              <a:rPr lang="zh-TW" altLang="en-US" dirty="0">
                <a:solidFill>
                  <a:srgbClr val="C00000"/>
                </a:solidFill>
              </a:rPr>
              <a:t>通用公共授權</a:t>
            </a:r>
            <a:r>
              <a:rPr lang="en-US" altLang="zh-TW" dirty="0"/>
              <a:t>(GPL)</a:t>
            </a:r>
            <a:r>
              <a:rPr lang="zh-TW" altLang="en-US" dirty="0"/>
              <a:t>，讓每個人都可在</a:t>
            </a:r>
            <a:r>
              <a:rPr lang="en-US" altLang="zh-TW" dirty="0"/>
              <a:t>GPL</a:t>
            </a:r>
            <a:r>
              <a:rPr lang="zh-TW" altLang="en-US" dirty="0"/>
              <a:t>授權下，免費使用或修改</a:t>
            </a:r>
            <a:r>
              <a:rPr lang="en-US" altLang="zh-TW" dirty="0"/>
              <a:t>Linux</a:t>
            </a:r>
            <a:r>
              <a:rPr lang="zh-TW" altLang="en-US" dirty="0"/>
              <a:t>程式碼。</a:t>
            </a:r>
          </a:p>
          <a:p>
            <a:endParaRPr lang="zh-TW" altLang="en-US"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423810677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Linux</a:t>
            </a:r>
            <a:r>
              <a:rPr lang="zh-TW" altLang="en-US" dirty="0"/>
              <a:t>的特點</a:t>
            </a:r>
          </a:p>
        </p:txBody>
      </p:sp>
      <p:sp>
        <p:nvSpPr>
          <p:cNvPr id="5" name="內容版面配置區 4"/>
          <p:cNvSpPr>
            <a:spLocks noGrp="1"/>
          </p:cNvSpPr>
          <p:nvPr>
            <p:ph idx="1"/>
          </p:nvPr>
        </p:nvSpPr>
        <p:spPr/>
        <p:txBody>
          <a:bodyPr>
            <a:normAutofit fontScale="92500" lnSpcReduction="20000"/>
          </a:bodyPr>
          <a:lstStyle/>
          <a:p>
            <a:r>
              <a:rPr lang="zh-TW" altLang="en-US" dirty="0"/>
              <a:t>真正意義上的多工、多用戶作業系統。</a:t>
            </a:r>
          </a:p>
          <a:p>
            <a:r>
              <a:rPr lang="zh-TW" altLang="en-US" dirty="0"/>
              <a:t>支援數十種檔案系統格式。</a:t>
            </a:r>
          </a:p>
          <a:p>
            <a:r>
              <a:rPr lang="zh-TW" altLang="en-US" dirty="0"/>
              <a:t>提供先進的網路支援。</a:t>
            </a:r>
          </a:p>
          <a:p>
            <a:r>
              <a:rPr lang="zh-TW" altLang="en-US" dirty="0"/>
              <a:t>採用先進的記憶體管理機制，更有效地利用實體記憶體。</a:t>
            </a:r>
          </a:p>
          <a:p>
            <a:r>
              <a:rPr lang="zh-TW" altLang="en-US" dirty="0"/>
              <a:t>開放原始碼，用戶可以自己對系統進行改進。</a:t>
            </a:r>
          </a:p>
        </p:txBody>
      </p:sp>
      <p:sp>
        <p:nvSpPr>
          <p:cNvPr id="8" name="圓角化對角線角落矩形 7">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372752139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93472" y="2491212"/>
            <a:ext cx="3081344" cy="1956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標題 3"/>
          <p:cNvSpPr>
            <a:spLocks noGrp="1"/>
          </p:cNvSpPr>
          <p:nvPr>
            <p:ph type="title"/>
          </p:nvPr>
        </p:nvSpPr>
        <p:spPr/>
        <p:txBody>
          <a:bodyPr>
            <a:normAutofit/>
          </a:bodyPr>
          <a:lstStyle/>
          <a:p>
            <a:r>
              <a:rPr lang="en-US" altLang="zh-TW" dirty="0"/>
              <a:t>Mac</a:t>
            </a:r>
            <a:endParaRPr lang="zh-TW" altLang="en-US" dirty="0"/>
          </a:p>
        </p:txBody>
      </p:sp>
      <p:sp>
        <p:nvSpPr>
          <p:cNvPr id="5" name="內容版面配置區 4"/>
          <p:cNvSpPr>
            <a:spLocks noGrp="1"/>
          </p:cNvSpPr>
          <p:nvPr>
            <p:ph idx="1"/>
          </p:nvPr>
        </p:nvSpPr>
        <p:spPr/>
        <p:txBody>
          <a:bodyPr>
            <a:normAutofit/>
          </a:bodyPr>
          <a:lstStyle/>
          <a:p>
            <a:endParaRPr lang="zh-TW" altLang="en-US" dirty="0"/>
          </a:p>
        </p:txBody>
      </p:sp>
      <p:sp>
        <p:nvSpPr>
          <p:cNvPr id="8" name="圓角化對角線角落矩形 7">
            <a:hlinkClick r:id="rId3"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
        <p:nvSpPr>
          <p:cNvPr id="7" name="矩形 6"/>
          <p:cNvSpPr/>
          <p:nvPr/>
        </p:nvSpPr>
        <p:spPr>
          <a:xfrm>
            <a:off x="6534144" y="2276895"/>
            <a:ext cx="1800493" cy="369332"/>
          </a:xfrm>
          <a:prstGeom prst="rect">
            <a:avLst/>
          </a:prstGeom>
          <a:solidFill>
            <a:schemeClr val="accent2"/>
          </a:solidFill>
        </p:spPr>
        <p:txBody>
          <a:bodyPr wrap="none">
            <a:spAutoFit/>
          </a:bodyPr>
          <a:lstStyle/>
          <a:p>
            <a:r>
              <a:rPr lang="zh-TW" altLang="en-US" b="1" dirty="0">
                <a:solidFill>
                  <a:schemeClr val="bg1"/>
                </a:solidFill>
                <a:latin typeface="微軟正黑體" pitchFamily="34" charset="-120"/>
                <a:ea typeface="微軟正黑體" pitchFamily="34" charset="-120"/>
              </a:rPr>
              <a:t>蘋果電腦的造型</a:t>
            </a:r>
          </a:p>
        </p:txBody>
      </p:sp>
      <p:pic>
        <p:nvPicPr>
          <p:cNvPr id="12" name="Picture 2"/>
          <p:cNvPicPr>
            <a:picLocks noChangeAspect="1" noChangeArrowheads="1"/>
          </p:cNvPicPr>
          <p:nvPr/>
        </p:nvPicPr>
        <p:blipFill>
          <a:blip r:embed="rId4"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2515491" y="2819115"/>
            <a:ext cx="1749972" cy="1511170"/>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
        <p:nvSpPr>
          <p:cNvPr id="10" name="矩形 9"/>
          <p:cNvSpPr/>
          <p:nvPr/>
        </p:nvSpPr>
        <p:spPr>
          <a:xfrm rot="21094054">
            <a:off x="898938" y="3154057"/>
            <a:ext cx="1800493" cy="369332"/>
          </a:xfrm>
          <a:prstGeom prst="rect">
            <a:avLst/>
          </a:prstGeom>
          <a:solidFill>
            <a:schemeClr val="accent2"/>
          </a:solidFill>
        </p:spPr>
        <p:txBody>
          <a:bodyPr wrap="none">
            <a:spAutoFit/>
          </a:bodyPr>
          <a:lstStyle/>
          <a:p>
            <a:r>
              <a:rPr lang="zh-TW" altLang="en-US" b="1" dirty="0">
                <a:solidFill>
                  <a:srgbClr val="FFFF00"/>
                </a:solidFill>
                <a:latin typeface="微軟正黑體" pitchFamily="34" charset="-120"/>
                <a:ea typeface="微軟正黑體" pitchFamily="34" charset="-120"/>
              </a:rPr>
              <a:t>蘋果電腦的標誌</a:t>
            </a:r>
          </a:p>
        </p:txBody>
      </p:sp>
    </p:spTree>
    <p:extLst>
      <p:ext uri="{BB962C8B-B14F-4D97-AF65-F5344CB8AC3E}">
        <p14:creationId xmlns:p14="http://schemas.microsoft.com/office/powerpoint/2010/main" val="196449816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Mac</a:t>
            </a:r>
            <a:endParaRPr lang="zh-TW" altLang="en-US" dirty="0"/>
          </a:p>
        </p:txBody>
      </p:sp>
      <p:sp>
        <p:nvSpPr>
          <p:cNvPr id="5" name="內容版面配置區 4"/>
          <p:cNvSpPr>
            <a:spLocks noGrp="1"/>
          </p:cNvSpPr>
          <p:nvPr>
            <p:ph idx="1"/>
          </p:nvPr>
        </p:nvSpPr>
        <p:spPr/>
        <p:txBody>
          <a:bodyPr>
            <a:normAutofit fontScale="92500" lnSpcReduction="10000"/>
          </a:bodyPr>
          <a:lstStyle/>
          <a:p>
            <a:r>
              <a:rPr lang="en-US" altLang="zh-TW" dirty="0"/>
              <a:t>Mac OS</a:t>
            </a:r>
            <a:r>
              <a:rPr lang="zh-TW" altLang="en-US" dirty="0"/>
              <a:t>的使用者介面，不論是按鈕、顯示圖示，或是邊框設計，都是經過精心設計。</a:t>
            </a:r>
            <a:endParaRPr lang="en-US" altLang="zh-TW" dirty="0"/>
          </a:p>
          <a:p>
            <a:r>
              <a:rPr lang="zh-TW" altLang="en-US" dirty="0"/>
              <a:t>使用者介面的設計，是指研究人類的行為與操作電腦之間的關係，讓使用者能夠盡可能方便地找到如何使用某功能，或者讓使用者很快捷地選取常用的軟體。</a:t>
            </a:r>
          </a:p>
        </p:txBody>
      </p:sp>
      <p:sp>
        <p:nvSpPr>
          <p:cNvPr id="8" name="圓角化對角線角落矩形 7">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43665228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6625" y="816555"/>
            <a:ext cx="6456056" cy="3627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圓角化對角線角落矩形 3">
            <a:hlinkClick r:id="rId3"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
        <p:nvSpPr>
          <p:cNvPr id="3" name="矩形 2"/>
          <p:cNvSpPr/>
          <p:nvPr/>
        </p:nvSpPr>
        <p:spPr>
          <a:xfrm>
            <a:off x="7812361" y="1120339"/>
            <a:ext cx="901209" cy="369332"/>
          </a:xfrm>
          <a:prstGeom prst="rect">
            <a:avLst/>
          </a:prstGeom>
          <a:solidFill>
            <a:schemeClr val="accent3">
              <a:lumMod val="50000"/>
            </a:schemeClr>
          </a:solidFill>
        </p:spPr>
        <p:txBody>
          <a:bodyPr wrap="none">
            <a:spAutoFit/>
          </a:bodyPr>
          <a:lstStyle/>
          <a:p>
            <a:r>
              <a:rPr lang="en-US" altLang="zh-TW" dirty="0">
                <a:solidFill>
                  <a:schemeClr val="bg1"/>
                </a:solidFill>
              </a:rPr>
              <a:t>Mac OS</a:t>
            </a:r>
            <a:endParaRPr lang="zh-TW" altLang="en-US" dirty="0">
              <a:solidFill>
                <a:schemeClr val="bg1"/>
              </a:solidFill>
            </a:endParaRPr>
          </a:p>
        </p:txBody>
      </p:sp>
    </p:spTree>
    <p:extLst>
      <p:ext uri="{BB962C8B-B14F-4D97-AF65-F5344CB8AC3E}">
        <p14:creationId xmlns:p14="http://schemas.microsoft.com/office/powerpoint/2010/main" val="112980862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en-US" altLang="zh-TW" dirty="0"/>
              <a:t>Windows</a:t>
            </a:r>
            <a:endParaRPr lang="zh-TW" altLang="en-US" dirty="0"/>
          </a:p>
        </p:txBody>
      </p:sp>
      <p:sp>
        <p:nvSpPr>
          <p:cNvPr id="5" name="內容版面配置區 4"/>
          <p:cNvSpPr>
            <a:spLocks noGrp="1"/>
          </p:cNvSpPr>
          <p:nvPr>
            <p:ph idx="1"/>
          </p:nvPr>
        </p:nvSpPr>
        <p:spPr/>
        <p:txBody>
          <a:bodyPr>
            <a:normAutofit fontScale="92500" lnSpcReduction="10000"/>
          </a:bodyPr>
          <a:lstStyle/>
          <a:p>
            <a:r>
              <a:rPr lang="en-US" altLang="zh-TW" dirty="0"/>
              <a:t>1985</a:t>
            </a:r>
            <a:r>
              <a:rPr lang="zh-TW" altLang="en-US" dirty="0"/>
              <a:t>年，</a:t>
            </a:r>
            <a:r>
              <a:rPr lang="en-US" altLang="zh-TW" dirty="0"/>
              <a:t>Windows</a:t>
            </a:r>
            <a:r>
              <a:rPr lang="zh-TW" altLang="en-US" dirty="0"/>
              <a:t>推出</a:t>
            </a:r>
            <a:r>
              <a:rPr lang="en-US" altLang="zh-TW" dirty="0"/>
              <a:t>Windows 1.0</a:t>
            </a:r>
            <a:r>
              <a:rPr lang="zh-TW" altLang="en-US" dirty="0"/>
              <a:t>版本。</a:t>
            </a:r>
            <a:endParaRPr lang="en-US" altLang="zh-TW" dirty="0"/>
          </a:p>
          <a:p>
            <a:r>
              <a:rPr lang="zh-TW" altLang="en-US" dirty="0"/>
              <a:t>在</a:t>
            </a:r>
            <a:r>
              <a:rPr lang="en-US" altLang="zh-TW" dirty="0"/>
              <a:t>Windows</a:t>
            </a:r>
            <a:r>
              <a:rPr lang="zh-TW" altLang="en-US" dirty="0"/>
              <a:t>之前，使用者用的是</a:t>
            </a:r>
            <a:r>
              <a:rPr lang="en-US" altLang="zh-TW" dirty="0"/>
              <a:t>MS-DOS</a:t>
            </a:r>
            <a:r>
              <a:rPr lang="zh-TW" altLang="en-US" dirty="0"/>
              <a:t>命令列模式，只能靠著在命令列中以文字模式操作電腦。</a:t>
            </a:r>
            <a:endParaRPr lang="en-US" altLang="zh-TW" dirty="0"/>
          </a:p>
          <a:p>
            <a:r>
              <a:rPr lang="zh-TW" altLang="en-US" dirty="0"/>
              <a:t>有了</a:t>
            </a:r>
            <a:r>
              <a:rPr lang="en-US" altLang="zh-TW" dirty="0"/>
              <a:t>Windows</a:t>
            </a:r>
            <a:r>
              <a:rPr lang="zh-TW" altLang="en-US" dirty="0"/>
              <a:t>之後，使用者開始能用滑鼠來點選執行工作。此外，</a:t>
            </a:r>
            <a:r>
              <a:rPr lang="en-US" altLang="zh-TW" dirty="0"/>
              <a:t>Windows 1.0</a:t>
            </a:r>
            <a:r>
              <a:rPr lang="zh-TW" altLang="en-US" dirty="0"/>
              <a:t>已提供時間、月曆、小算盤等桌面應用程式。</a:t>
            </a:r>
          </a:p>
        </p:txBody>
      </p:sp>
      <p:sp>
        <p:nvSpPr>
          <p:cNvPr id="8" name="圓角化對角線角落矩形 7">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82584616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Windows</a:t>
            </a:r>
            <a:endParaRPr lang="zh-TW" altLang="en-US" dirty="0"/>
          </a:p>
        </p:txBody>
      </p:sp>
      <p:sp>
        <p:nvSpPr>
          <p:cNvPr id="3" name="內容版面配置區 2"/>
          <p:cNvSpPr>
            <a:spLocks noGrp="1"/>
          </p:cNvSpPr>
          <p:nvPr>
            <p:ph idx="1"/>
          </p:nvPr>
        </p:nvSpPr>
        <p:spPr/>
        <p:txBody>
          <a:bodyPr>
            <a:normAutofit/>
          </a:bodyPr>
          <a:lstStyle/>
          <a:p>
            <a:r>
              <a:rPr lang="zh-TW" altLang="en-US" dirty="0"/>
              <a:t>使用者介面設計方面：從</a:t>
            </a:r>
            <a:r>
              <a:rPr lang="en-US" altLang="zh-TW" dirty="0"/>
              <a:t>Windows 95</a:t>
            </a:r>
            <a:r>
              <a:rPr lang="zh-TW" altLang="en-US" dirty="0"/>
              <a:t>出現所謂的「開始功能表」後，就一直延用至今。</a:t>
            </a:r>
            <a:endParaRPr lang="en-US" altLang="zh-TW" dirty="0"/>
          </a:p>
          <a:p>
            <a:r>
              <a:rPr lang="zh-TW" altLang="en-US" dirty="0"/>
              <a:t>每間隔三至五年，微軟就會推出新版的</a:t>
            </a:r>
            <a:r>
              <a:rPr lang="en-US" altLang="zh-TW" dirty="0"/>
              <a:t>Windows</a:t>
            </a:r>
            <a:r>
              <a:rPr lang="zh-TW" altLang="en-US" dirty="0"/>
              <a:t>系統，以提升系統效能、強化系統安全或是開發新的功能。</a:t>
            </a:r>
            <a:endParaRPr lang="en-US" altLang="zh-TW"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10510588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Windows</a:t>
            </a:r>
            <a:endParaRPr lang="zh-TW" altLang="en-US" dirty="0"/>
          </a:p>
        </p:txBody>
      </p:sp>
      <p:sp>
        <p:nvSpPr>
          <p:cNvPr id="3" name="內容版面配置區 2"/>
          <p:cNvSpPr>
            <a:spLocks noGrp="1"/>
          </p:cNvSpPr>
          <p:nvPr>
            <p:ph idx="1"/>
          </p:nvPr>
        </p:nvSpPr>
        <p:spPr/>
        <p:txBody>
          <a:bodyPr>
            <a:normAutofit/>
          </a:bodyPr>
          <a:lstStyle/>
          <a:p>
            <a:r>
              <a:rPr lang="zh-TW" altLang="en-US" dirty="0"/>
              <a:t>隨著開放原始碼社群的活躍和</a:t>
            </a:r>
            <a:r>
              <a:rPr lang="en-US" altLang="zh-TW" dirty="0"/>
              <a:t>Linux</a:t>
            </a:r>
            <a:r>
              <a:rPr lang="zh-TW" altLang="en-US" dirty="0"/>
              <a:t>作業系統的普及，微軟在</a:t>
            </a:r>
            <a:r>
              <a:rPr lang="en-US" altLang="zh-TW" dirty="0"/>
              <a:t>Windows 10</a:t>
            </a:r>
            <a:r>
              <a:rPr lang="zh-TW" altLang="en-US" dirty="0"/>
              <a:t>系統中甚至推出了</a:t>
            </a:r>
            <a:r>
              <a:rPr lang="en-US" altLang="zh-TW" dirty="0"/>
              <a:t>WSL</a:t>
            </a:r>
            <a:r>
              <a:rPr lang="zh-TW" altLang="en-US" dirty="0"/>
              <a:t>（</a:t>
            </a:r>
            <a:r>
              <a:rPr lang="en-US" altLang="zh-TW" dirty="0"/>
              <a:t>Windows Subsystem for Linux</a:t>
            </a:r>
            <a:r>
              <a:rPr lang="zh-TW" altLang="en-US" dirty="0"/>
              <a:t>）功能。</a:t>
            </a:r>
            <a:endParaRPr lang="en-US" altLang="zh-TW"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236485439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Windows</a:t>
            </a:r>
            <a:endParaRPr lang="zh-TW" altLang="en-US" dirty="0"/>
          </a:p>
        </p:txBody>
      </p:sp>
      <p:sp>
        <p:nvSpPr>
          <p:cNvPr id="3" name="內容版面配置區 2"/>
          <p:cNvSpPr>
            <a:spLocks noGrp="1"/>
          </p:cNvSpPr>
          <p:nvPr>
            <p:ph idx="1"/>
          </p:nvPr>
        </p:nvSpPr>
        <p:spPr/>
        <p:txBody>
          <a:bodyPr/>
          <a:lstStyle/>
          <a:p>
            <a:r>
              <a:rPr lang="zh-TW" altLang="en-US" dirty="0"/>
              <a:t>在</a:t>
            </a:r>
            <a:r>
              <a:rPr lang="en-US" altLang="zh-TW" dirty="0"/>
              <a:t>Windows</a:t>
            </a:r>
            <a:r>
              <a:rPr lang="zh-TW" altLang="en-US" dirty="0"/>
              <a:t>作業系統中內建</a:t>
            </a:r>
            <a:r>
              <a:rPr lang="en-US" altLang="zh-TW" dirty="0"/>
              <a:t>Linux</a:t>
            </a:r>
            <a:r>
              <a:rPr lang="zh-TW" altLang="en-US" dirty="0"/>
              <a:t>作業系統的</a:t>
            </a:r>
            <a:r>
              <a:rPr lang="zh-TW" altLang="en-US" dirty="0">
                <a:solidFill>
                  <a:srgbClr val="FF0000"/>
                </a:solidFill>
              </a:rPr>
              <a:t>核心</a:t>
            </a:r>
            <a:r>
              <a:rPr lang="zh-TW" altLang="en-US" dirty="0"/>
              <a:t>（</a:t>
            </a:r>
            <a:r>
              <a:rPr lang="en-US" altLang="zh-TW" dirty="0"/>
              <a:t>kernel</a:t>
            </a:r>
            <a:r>
              <a:rPr lang="zh-TW" altLang="en-US" dirty="0"/>
              <a:t>），使得原本只能在</a:t>
            </a:r>
            <a:r>
              <a:rPr lang="en-US" altLang="zh-TW" dirty="0"/>
              <a:t>Linux</a:t>
            </a:r>
            <a:r>
              <a:rPr lang="zh-TW" altLang="en-US" dirty="0"/>
              <a:t>系統中運作的程式，也可以不需要修改就可以直接搬到</a:t>
            </a:r>
            <a:r>
              <a:rPr lang="en-US" altLang="zh-TW" dirty="0"/>
              <a:t>Windows</a:t>
            </a:r>
            <a:r>
              <a:rPr lang="zh-TW" altLang="en-US" dirty="0"/>
              <a:t>上，透過</a:t>
            </a:r>
            <a:r>
              <a:rPr lang="en-US" altLang="zh-TW" dirty="0"/>
              <a:t>WSL</a:t>
            </a:r>
            <a:r>
              <a:rPr lang="zh-TW" altLang="en-US" dirty="0"/>
              <a:t>的機制運行。</a:t>
            </a:r>
          </a:p>
          <a:p>
            <a:endParaRPr lang="zh-TW" altLang="en-US"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230594097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Windows</a:t>
            </a:r>
            <a:endParaRPr lang="zh-TW" altLang="en-US" dirty="0"/>
          </a:p>
        </p:txBody>
      </p:sp>
      <p:sp>
        <p:nvSpPr>
          <p:cNvPr id="3" name="內容版面配置區 2"/>
          <p:cNvSpPr>
            <a:spLocks noGrp="1"/>
          </p:cNvSpPr>
          <p:nvPr>
            <p:ph idx="1"/>
          </p:nvPr>
        </p:nvSpPr>
        <p:spPr/>
        <p:txBody>
          <a:bodyPr>
            <a:normAutofit fontScale="85000" lnSpcReduction="10000"/>
          </a:bodyPr>
          <a:lstStyle/>
          <a:p>
            <a:r>
              <a:rPr lang="en-US" altLang="zh-TW" dirty="0"/>
              <a:t>Windows</a:t>
            </a:r>
            <a:r>
              <a:rPr lang="zh-TW" altLang="en-US" dirty="0"/>
              <a:t>的開發環境也對開放原始碼社群愈來愈友善。</a:t>
            </a:r>
            <a:endParaRPr lang="en-US" altLang="zh-TW" dirty="0"/>
          </a:p>
          <a:p>
            <a:r>
              <a:rPr lang="zh-TW" altLang="en-US" dirty="0"/>
              <a:t>除了官方</a:t>
            </a:r>
            <a:r>
              <a:rPr lang="en-US" altLang="zh-TW" dirty="0" err="1"/>
              <a:t>github</a:t>
            </a:r>
            <a:r>
              <a:rPr lang="zh-TW" altLang="en-US" dirty="0"/>
              <a:t>（</a:t>
            </a:r>
            <a:r>
              <a:rPr lang="en-US" altLang="zh-TW" dirty="0"/>
              <a:t>https://github.com/microsoft</a:t>
            </a:r>
            <a:r>
              <a:rPr lang="zh-TW" altLang="en-US" dirty="0"/>
              <a:t>）提供許多相關軟體的開源資訊，微軟提供的免費</a:t>
            </a:r>
            <a:r>
              <a:rPr lang="en-US" altLang="zh-TW" dirty="0"/>
              <a:t>Visual Studio Code</a:t>
            </a:r>
            <a:r>
              <a:rPr lang="zh-TW" altLang="en-US" dirty="0"/>
              <a:t>程式碼整合開發介面也頗受好評。</a:t>
            </a:r>
            <a:endParaRPr lang="en-US" altLang="zh-TW" dirty="0"/>
          </a:p>
          <a:p>
            <a:r>
              <a:rPr lang="en-US" altLang="zh-TW" dirty="0"/>
              <a:t>Windows</a:t>
            </a:r>
            <a:r>
              <a:rPr lang="zh-TW" altLang="en-US" dirty="0"/>
              <a:t>系統在開源社群和伺服器市場更具有競爭力。</a:t>
            </a:r>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407640756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dirty="0"/>
          </a:p>
        </p:txBody>
      </p:sp>
      <p:sp>
        <p:nvSpPr>
          <p:cNvPr id="4" name="內容版面配置區 3"/>
          <p:cNvSpPr>
            <a:spLocks noGrp="1"/>
          </p:cNvSpPr>
          <p:nvPr>
            <p:ph idx="1"/>
          </p:nvPr>
        </p:nvSpPr>
        <p:spPr/>
        <p:txBody>
          <a:bodyPr/>
          <a:lstStyle/>
          <a:p>
            <a:endParaRPr lang="zh-TW" altLang="en-US"/>
          </a:p>
        </p:txBody>
      </p:sp>
      <p:sp>
        <p:nvSpPr>
          <p:cNvPr id="6" name="文字方塊 5"/>
          <p:cNvSpPr txBox="1"/>
          <p:nvPr/>
        </p:nvSpPr>
        <p:spPr>
          <a:xfrm>
            <a:off x="2906816" y="4698236"/>
            <a:ext cx="3645405" cy="369332"/>
          </a:xfrm>
          <a:prstGeom prst="rect">
            <a:avLst/>
          </a:prstGeom>
          <a:solidFill>
            <a:schemeClr val="accent2"/>
          </a:solidFill>
        </p:spPr>
        <p:txBody>
          <a:bodyPr wrap="square" rtlCol="0">
            <a:spAutoFit/>
          </a:bodyPr>
          <a:lstStyle/>
          <a:p>
            <a:r>
              <a:rPr lang="zh-TW" altLang="en-US" b="1" dirty="0">
                <a:solidFill>
                  <a:schemeClr val="bg1"/>
                </a:solidFill>
                <a:latin typeface="微軟正黑體" panose="020B0604030504040204" pitchFamily="34" charset="-120"/>
                <a:ea typeface="微軟正黑體" panose="020B0604030504040204" pitchFamily="34" charset="-120"/>
              </a:rPr>
              <a:t> </a:t>
            </a:r>
            <a:r>
              <a:rPr lang="en-US" altLang="zh-TW" b="1" dirty="0">
                <a:solidFill>
                  <a:schemeClr val="bg1"/>
                </a:solidFill>
                <a:latin typeface="微軟正黑體" panose="020B0604030504040204" pitchFamily="34" charset="-120"/>
                <a:ea typeface="微軟正黑體" panose="020B0604030504040204" pitchFamily="34" charset="-120"/>
              </a:rPr>
              <a:t>Windows</a:t>
            </a:r>
            <a:r>
              <a:rPr lang="zh-TW" altLang="en-US" b="1" dirty="0">
                <a:solidFill>
                  <a:schemeClr val="bg1"/>
                </a:solidFill>
                <a:latin typeface="微軟正黑體" panose="020B0604030504040204" pitchFamily="34" charset="-120"/>
                <a:ea typeface="微軟正黑體" panose="020B0604030504040204" pitchFamily="34" charset="-120"/>
              </a:rPr>
              <a:t>系統的使用者介面</a:t>
            </a:r>
          </a:p>
        </p:txBody>
      </p:sp>
      <p:pic>
        <p:nvPicPr>
          <p:cNvPr id="7"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62690" y="927820"/>
            <a:ext cx="5126818" cy="364442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88243811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Windows</a:t>
            </a:r>
            <a:endParaRPr lang="zh-TW" altLang="en-US" dirty="0"/>
          </a:p>
        </p:txBody>
      </p:sp>
      <p:sp>
        <p:nvSpPr>
          <p:cNvPr id="3" name="內容版面配置區 2"/>
          <p:cNvSpPr>
            <a:spLocks noGrp="1"/>
          </p:cNvSpPr>
          <p:nvPr>
            <p:ph idx="1"/>
          </p:nvPr>
        </p:nvSpPr>
        <p:spPr/>
        <p:txBody>
          <a:bodyPr/>
          <a:lstStyle/>
          <a:p>
            <a:r>
              <a:rPr lang="zh-TW" altLang="en-US" dirty="0"/>
              <a:t>微軟</a:t>
            </a:r>
            <a:r>
              <a:rPr lang="en-US" altLang="zh-TW" dirty="0"/>
              <a:t>Windows</a:t>
            </a:r>
            <a:r>
              <a:rPr lang="zh-TW" altLang="en-US" dirty="0"/>
              <a:t>作業系統上最受歡迎且最不容易被取代的軟體，大概就是</a:t>
            </a:r>
            <a:r>
              <a:rPr lang="en-US" altLang="zh-TW" dirty="0"/>
              <a:t>Office</a:t>
            </a:r>
            <a:r>
              <a:rPr lang="zh-TW" altLang="en-US" dirty="0"/>
              <a:t>軟體。</a:t>
            </a:r>
            <a:endParaRPr lang="en-US" altLang="zh-TW" dirty="0"/>
          </a:p>
          <a:p>
            <a:r>
              <a:rPr lang="zh-TW" altLang="en-US" dirty="0"/>
              <a:t>微軟的</a:t>
            </a:r>
            <a:r>
              <a:rPr lang="en-US" altLang="zh-TW" dirty="0"/>
              <a:t>Office</a:t>
            </a:r>
            <a:r>
              <a:rPr lang="zh-TW" altLang="en-US" dirty="0"/>
              <a:t>軟體以使用自訂的封閉格式為主。</a:t>
            </a:r>
            <a:endParaRPr lang="en-US" altLang="zh-TW"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210803257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Windows</a:t>
            </a:r>
            <a:endParaRPr lang="zh-TW" altLang="en-US" dirty="0"/>
          </a:p>
        </p:txBody>
      </p:sp>
      <p:sp>
        <p:nvSpPr>
          <p:cNvPr id="3" name="內容版面配置區 2"/>
          <p:cNvSpPr>
            <a:spLocks noGrp="1"/>
          </p:cNvSpPr>
          <p:nvPr>
            <p:ph idx="1"/>
          </p:nvPr>
        </p:nvSpPr>
        <p:spPr/>
        <p:txBody>
          <a:bodyPr>
            <a:normAutofit/>
          </a:bodyPr>
          <a:lstStyle/>
          <a:p>
            <a:r>
              <a:rPr lang="zh-TW" altLang="en-US" dirty="0"/>
              <a:t>在</a:t>
            </a:r>
            <a:r>
              <a:rPr lang="zh-TW" altLang="en-US" dirty="0">
                <a:solidFill>
                  <a:srgbClr val="C00000"/>
                </a:solidFill>
              </a:rPr>
              <a:t>開源文化</a:t>
            </a:r>
            <a:r>
              <a:rPr lang="zh-TW" altLang="en-US" dirty="0"/>
              <a:t>和</a:t>
            </a:r>
            <a:r>
              <a:rPr lang="zh-TW" altLang="en-US" dirty="0">
                <a:solidFill>
                  <a:srgbClr val="C00000"/>
                </a:solidFill>
              </a:rPr>
              <a:t>開放文件格式</a:t>
            </a:r>
            <a:r>
              <a:rPr lang="zh-TW" altLang="en-US" dirty="0"/>
              <a:t>（</a:t>
            </a:r>
            <a:r>
              <a:rPr lang="en-US" altLang="zh-TW" dirty="0"/>
              <a:t>Open Document Format</a:t>
            </a:r>
            <a:r>
              <a:rPr lang="zh-TW" altLang="en-US" dirty="0"/>
              <a:t>；</a:t>
            </a:r>
            <a:r>
              <a:rPr lang="en-US" altLang="zh-TW" dirty="0"/>
              <a:t>ODF</a:t>
            </a:r>
            <a:r>
              <a:rPr lang="zh-TW" altLang="en-US" dirty="0"/>
              <a:t>）興起，以及其他作業系統使用者大幅成長的情況下，未來微軟要維持</a:t>
            </a:r>
            <a:r>
              <a:rPr lang="en-US" altLang="zh-TW" dirty="0"/>
              <a:t>Office</a:t>
            </a:r>
            <a:r>
              <a:rPr lang="zh-TW" altLang="en-US" dirty="0"/>
              <a:t>軟體和</a:t>
            </a:r>
            <a:r>
              <a:rPr lang="en-US" altLang="zh-TW" dirty="0"/>
              <a:t>Windows</a:t>
            </a:r>
            <a:r>
              <a:rPr lang="zh-TW" altLang="en-US" dirty="0"/>
              <a:t>作業系統霸主的地位，還是得小心經營。</a:t>
            </a:r>
          </a:p>
          <a:p>
            <a:pPr marL="0" indent="0">
              <a:buNone/>
            </a:pPr>
            <a:endParaRPr lang="en-US" altLang="zh-TW" dirty="0"/>
          </a:p>
        </p:txBody>
      </p:sp>
      <p:sp>
        <p:nvSpPr>
          <p:cNvPr id="4" name="圓角化對角線角落矩形 3">
            <a:hlinkClick r:id="rId2" action="ppaction://hlinksldjump"/>
          </p:cNvPr>
          <p:cNvSpPr/>
          <p:nvPr/>
        </p:nvSpPr>
        <p:spPr>
          <a:xfrm>
            <a:off x="5860328" y="4664482"/>
            <a:ext cx="1440160" cy="337538"/>
          </a:xfrm>
          <a:prstGeom prst="round2DiagRect">
            <a:avLst>
              <a:gd name="adj1" fmla="val 16667"/>
              <a:gd name="adj2" fmla="val 50000"/>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zh-TW" altLang="en-US" b="1" dirty="0">
                <a:latin typeface="微軟正黑體" pitchFamily="34" charset="-120"/>
                <a:ea typeface="微軟正黑體" pitchFamily="34" charset="-120"/>
              </a:rPr>
              <a:t>回</a:t>
            </a:r>
            <a:r>
              <a:rPr lang="en-US" altLang="zh-TW" b="1" dirty="0">
                <a:latin typeface="微軟正黑體" pitchFamily="34" charset="-120"/>
                <a:ea typeface="微軟正黑體" pitchFamily="34" charset="-120"/>
              </a:rPr>
              <a:t>4-6</a:t>
            </a:r>
            <a:r>
              <a:rPr lang="zh-TW" altLang="en-US" b="1" dirty="0">
                <a:latin typeface="微軟正黑體" pitchFamily="34" charset="-120"/>
                <a:ea typeface="微軟正黑體" pitchFamily="34" charset="-120"/>
              </a:rPr>
              <a:t>選單</a:t>
            </a:r>
          </a:p>
        </p:txBody>
      </p:sp>
    </p:spTree>
    <p:extLst>
      <p:ext uri="{BB962C8B-B14F-4D97-AF65-F5344CB8AC3E}">
        <p14:creationId xmlns:p14="http://schemas.microsoft.com/office/powerpoint/2010/main" val="346168459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p:cNvSpPr>
            <a:spLocks noGrp="1"/>
          </p:cNvSpPr>
          <p:nvPr>
            <p:ph idx="1"/>
          </p:nvPr>
        </p:nvSpPr>
        <p:spPr/>
        <p:txBody>
          <a:bodyPr/>
          <a:lstStyle/>
          <a:p>
            <a:r>
              <a:rPr lang="en-US" altLang="zh-TW" dirty="0"/>
              <a:t>Office</a:t>
            </a:r>
            <a:r>
              <a:rPr lang="zh-TW" altLang="en-US" dirty="0"/>
              <a:t>軟體自版本</a:t>
            </a:r>
            <a:r>
              <a:rPr lang="en-US" altLang="zh-TW" dirty="0"/>
              <a:t>2007</a:t>
            </a:r>
            <a:r>
              <a:rPr lang="zh-TW" altLang="en-US" dirty="0"/>
              <a:t>以來，最顯著的改變是使用者介面的設計。</a:t>
            </a:r>
            <a:endParaRPr lang="en-US" altLang="zh-TW" dirty="0"/>
          </a:p>
          <a:p>
            <a:r>
              <a:rPr lang="zh-TW" altLang="en-US" dirty="0"/>
              <a:t>在預設情況下儲存</a:t>
            </a:r>
            <a:r>
              <a:rPr lang="en-US" altLang="zh-TW" dirty="0"/>
              <a:t>Word</a:t>
            </a:r>
            <a:r>
              <a:rPr lang="zh-TW" altLang="en-US" dirty="0"/>
              <a:t>、</a:t>
            </a:r>
            <a:r>
              <a:rPr lang="en-US" altLang="zh-TW" dirty="0"/>
              <a:t>Excel</a:t>
            </a:r>
            <a:r>
              <a:rPr lang="zh-TW" altLang="en-US" dirty="0"/>
              <a:t>、</a:t>
            </a:r>
            <a:r>
              <a:rPr lang="en-US" altLang="zh-TW" dirty="0"/>
              <a:t>PowerPoint</a:t>
            </a:r>
            <a:r>
              <a:rPr lang="zh-TW" altLang="en-US" dirty="0"/>
              <a:t>檔案時，會使用新的</a:t>
            </a:r>
            <a:r>
              <a:rPr lang="en-US" altLang="zh-TW" dirty="0"/>
              <a:t>XML</a:t>
            </a:r>
            <a:r>
              <a:rPr lang="zh-TW" altLang="en-US" dirty="0"/>
              <a:t>檔案格式，稱為</a:t>
            </a:r>
            <a:r>
              <a:rPr lang="en-US" altLang="zh-TW" dirty="0"/>
              <a:t>Microsoft Office Open XML Formats</a:t>
            </a:r>
            <a:r>
              <a:rPr lang="zh-TW" altLang="en-US" dirty="0"/>
              <a:t>。</a:t>
            </a:r>
            <a:endParaRPr lang="en-US" altLang="zh-TW" dirty="0"/>
          </a:p>
        </p:txBody>
      </p:sp>
    </p:spTree>
    <p:extLst>
      <p:ext uri="{BB962C8B-B14F-4D97-AF65-F5344CB8AC3E}">
        <p14:creationId xmlns:p14="http://schemas.microsoft.com/office/powerpoint/2010/main" val="161129249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p:cNvSpPr>
            <a:spLocks noGrp="1"/>
          </p:cNvSpPr>
          <p:nvPr>
            <p:ph idx="1"/>
          </p:nvPr>
        </p:nvSpPr>
        <p:spPr/>
        <p:txBody>
          <a:bodyPr>
            <a:normAutofit lnSpcReduction="10000"/>
          </a:bodyPr>
          <a:lstStyle/>
          <a:p>
            <a:pPr>
              <a:lnSpc>
                <a:spcPct val="140000"/>
              </a:lnSpc>
            </a:pPr>
            <a:r>
              <a:rPr lang="en-US" altLang="zh-TW" dirty="0"/>
              <a:t>Office XML</a:t>
            </a:r>
            <a:r>
              <a:rPr lang="zh-TW" altLang="en-US" dirty="0"/>
              <a:t>採用</a:t>
            </a:r>
            <a:r>
              <a:rPr lang="en-US" altLang="zh-TW" dirty="0"/>
              <a:t>ZIP</a:t>
            </a:r>
            <a:r>
              <a:rPr lang="zh-TW" altLang="en-US" dirty="0"/>
              <a:t>壓縮技術，能縮小各種</a:t>
            </a:r>
            <a:r>
              <a:rPr lang="en-US" altLang="zh-TW" dirty="0"/>
              <a:t>Office</a:t>
            </a:r>
            <a:r>
              <a:rPr lang="zh-TW" altLang="en-US" dirty="0"/>
              <a:t>的檔案，因為重新調整過檔案架構，因此檔案存取、檔案內容的管理都更有效率。</a:t>
            </a:r>
            <a:endParaRPr lang="en-US" altLang="zh-TW" dirty="0"/>
          </a:p>
          <a:p>
            <a:pPr>
              <a:lnSpc>
                <a:spcPct val="140000"/>
              </a:lnSpc>
            </a:pPr>
            <a:r>
              <a:rPr lang="en-US" altLang="zh-TW" dirty="0"/>
              <a:t>Office XML</a:t>
            </a:r>
            <a:r>
              <a:rPr lang="zh-TW" altLang="en-US" dirty="0"/>
              <a:t>格式是開放標準，其他軟體開發商或開發者，都能開發出存取</a:t>
            </a:r>
            <a:r>
              <a:rPr lang="en-US" altLang="zh-TW" dirty="0"/>
              <a:t>Office XML</a:t>
            </a:r>
            <a:r>
              <a:rPr lang="zh-TW" altLang="en-US" dirty="0"/>
              <a:t>檔案格式的程式。</a:t>
            </a:r>
          </a:p>
          <a:p>
            <a:endParaRPr lang="zh-TW" altLang="en-US" dirty="0"/>
          </a:p>
        </p:txBody>
      </p:sp>
    </p:spTree>
    <p:extLst>
      <p:ext uri="{BB962C8B-B14F-4D97-AF65-F5344CB8AC3E}">
        <p14:creationId xmlns:p14="http://schemas.microsoft.com/office/powerpoint/2010/main" val="84026098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4099447" y="3394845"/>
            <a:ext cx="2565285" cy="155770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標題 3"/>
          <p:cNvSpPr>
            <a:spLocks noGrp="1"/>
          </p:cNvSpPr>
          <p:nvPr>
            <p:ph type="title"/>
          </p:nvPr>
        </p:nvSpPr>
        <p:spPr/>
        <p:txBody>
          <a:bodyPr/>
          <a:lstStyle/>
          <a:p>
            <a:r>
              <a:rPr lang="en-US" altLang="zh-TW" dirty="0"/>
              <a:t>4-7 </a:t>
            </a:r>
            <a:r>
              <a:rPr lang="zh-TW" altLang="en-US" dirty="0"/>
              <a:t>行動裝置作業系統</a:t>
            </a:r>
          </a:p>
        </p:txBody>
      </p:sp>
      <p:sp>
        <p:nvSpPr>
          <p:cNvPr id="5" name="內容版面配置區 4"/>
          <p:cNvSpPr>
            <a:spLocks noGrp="1"/>
          </p:cNvSpPr>
          <p:nvPr>
            <p:ph idx="1"/>
          </p:nvPr>
        </p:nvSpPr>
        <p:spPr/>
        <p:txBody>
          <a:bodyPr>
            <a:normAutofit/>
          </a:bodyPr>
          <a:lstStyle/>
          <a:p>
            <a:r>
              <a:rPr lang="zh-TW" altLang="en-US" sz="2400" dirty="0"/>
              <a:t>行動裝置從早期的傳統手機，演進到現在的智慧型手機和平板，其功能也愈來愈強大複雜。</a:t>
            </a:r>
            <a:endParaRPr lang="en-US" altLang="zh-TW" sz="2400" dirty="0"/>
          </a:p>
          <a:p>
            <a:r>
              <a:rPr lang="zh-TW" altLang="en-US" sz="2400" dirty="0"/>
              <a:t>目前市佔率最高的作業系統，就是</a:t>
            </a:r>
            <a:r>
              <a:rPr lang="en-US" altLang="zh-TW" sz="2400" dirty="0"/>
              <a:t>Google</a:t>
            </a:r>
            <a:r>
              <a:rPr lang="zh-TW" altLang="en-US" sz="2400" dirty="0"/>
              <a:t>的</a:t>
            </a:r>
            <a:r>
              <a:rPr lang="en-US" altLang="zh-TW" sz="2400" dirty="0"/>
              <a:t>Android</a:t>
            </a:r>
            <a:r>
              <a:rPr lang="zh-TW" altLang="en-US" sz="2400" dirty="0"/>
              <a:t>和</a:t>
            </a:r>
            <a:r>
              <a:rPr lang="en-US" altLang="zh-TW" sz="2400" dirty="0"/>
              <a:t>Apple</a:t>
            </a:r>
            <a:r>
              <a:rPr lang="zh-TW" altLang="en-US" sz="2400" dirty="0"/>
              <a:t>的</a:t>
            </a:r>
            <a:r>
              <a:rPr lang="en-US" altLang="zh-TW" sz="2400" dirty="0"/>
              <a:t>iOS</a:t>
            </a:r>
            <a:r>
              <a:rPr lang="zh-TW" altLang="en-US" sz="2400" dirty="0"/>
              <a:t>作業系統。</a:t>
            </a:r>
          </a:p>
        </p:txBody>
      </p:sp>
      <p:sp>
        <p:nvSpPr>
          <p:cNvPr id="7" name="直線圖說文字 2 6"/>
          <p:cNvSpPr/>
          <p:nvPr/>
        </p:nvSpPr>
        <p:spPr>
          <a:xfrm>
            <a:off x="6597225" y="3191931"/>
            <a:ext cx="2249270" cy="369332"/>
          </a:xfrm>
          <a:prstGeom prst="borderCallout2">
            <a:avLst>
              <a:gd name="adj1" fmla="val 18750"/>
              <a:gd name="adj2" fmla="val -8333"/>
              <a:gd name="adj3" fmla="val 18750"/>
              <a:gd name="adj4" fmla="val -16667"/>
              <a:gd name="adj5" fmla="val 139346"/>
              <a:gd name="adj6" fmla="val -34263"/>
            </a:avLst>
          </a:prstGeom>
        </p:spPr>
        <p:style>
          <a:lnRef idx="2">
            <a:schemeClr val="accent2">
              <a:shade val="50000"/>
            </a:schemeClr>
          </a:lnRef>
          <a:fillRef idx="1">
            <a:schemeClr val="accent2"/>
          </a:fillRef>
          <a:effectRef idx="0">
            <a:schemeClr val="accent2"/>
          </a:effectRef>
          <a:fontRef idx="minor">
            <a:schemeClr val="lt1"/>
          </a:fontRef>
        </p:style>
        <p:txBody>
          <a:bodyPr wrap="none">
            <a:spAutoFit/>
          </a:bodyPr>
          <a:lstStyle/>
          <a:p>
            <a:r>
              <a:rPr lang="en-US" altLang="zh-TW" b="1" dirty="0">
                <a:latin typeface="微軟正黑體" pitchFamily="34" charset="-120"/>
                <a:ea typeface="微軟正黑體" pitchFamily="34" charset="-120"/>
              </a:rPr>
              <a:t>Android</a:t>
            </a:r>
            <a:r>
              <a:rPr lang="zh-TW" altLang="en-US" b="1" dirty="0">
                <a:latin typeface="微軟正黑體" pitchFamily="34" charset="-120"/>
                <a:ea typeface="微軟正黑體" pitchFamily="34" charset="-120"/>
              </a:rPr>
              <a:t>的象徵圖案</a:t>
            </a:r>
          </a:p>
        </p:txBody>
      </p:sp>
    </p:spTree>
    <p:extLst>
      <p:ext uri="{BB962C8B-B14F-4D97-AF65-F5344CB8AC3E}">
        <p14:creationId xmlns:p14="http://schemas.microsoft.com/office/powerpoint/2010/main" val="311647261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Android</a:t>
            </a:r>
            <a:endParaRPr lang="zh-TW" altLang="en-US" dirty="0"/>
          </a:p>
        </p:txBody>
      </p:sp>
      <p:sp>
        <p:nvSpPr>
          <p:cNvPr id="3" name="內容版面配置區 2"/>
          <p:cNvSpPr>
            <a:spLocks noGrp="1"/>
          </p:cNvSpPr>
          <p:nvPr>
            <p:ph idx="1"/>
          </p:nvPr>
        </p:nvSpPr>
        <p:spPr/>
        <p:txBody>
          <a:bodyPr/>
          <a:lstStyle/>
          <a:p>
            <a:r>
              <a:rPr lang="en-US" altLang="zh-TW" dirty="0"/>
              <a:t>Android</a:t>
            </a:r>
            <a:r>
              <a:rPr lang="zh-TW" altLang="en-US" dirty="0"/>
              <a:t>是一個專門為嵌入式和手持式裝置開放的作業系統。</a:t>
            </a:r>
            <a:endParaRPr lang="en-US" altLang="zh-TW" dirty="0"/>
          </a:p>
          <a:p>
            <a:r>
              <a:rPr lang="en-US" altLang="zh-TW" dirty="0"/>
              <a:t>Android</a:t>
            </a:r>
            <a:r>
              <a:rPr lang="zh-TW" altLang="en-US" dirty="0"/>
              <a:t>一開始是由一家叫做</a:t>
            </a:r>
            <a:r>
              <a:rPr lang="en-US" altLang="zh-TW" dirty="0"/>
              <a:t>Android</a:t>
            </a:r>
            <a:r>
              <a:rPr lang="zh-TW" altLang="en-US" dirty="0"/>
              <a:t>的公司自</a:t>
            </a:r>
            <a:r>
              <a:rPr lang="en-US" altLang="zh-TW" dirty="0"/>
              <a:t>2003</a:t>
            </a:r>
            <a:r>
              <a:rPr lang="zh-TW" altLang="en-US" dirty="0"/>
              <a:t>年起進行研發的作業系統。以像數位相機這樣的小型嵌入式系統為目標。</a:t>
            </a:r>
          </a:p>
          <a:p>
            <a:endParaRPr lang="zh-TW" altLang="en-US" dirty="0"/>
          </a:p>
        </p:txBody>
      </p:sp>
    </p:spTree>
    <p:extLst>
      <p:ext uri="{BB962C8B-B14F-4D97-AF65-F5344CB8AC3E}">
        <p14:creationId xmlns:p14="http://schemas.microsoft.com/office/powerpoint/2010/main" val="375170370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Android</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2175569611"/>
              </p:ext>
            </p:extLst>
          </p:nvPr>
        </p:nvGraphicFramePr>
        <p:xfrm>
          <a:off x="71500" y="1356615"/>
          <a:ext cx="8583317" cy="30603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382359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Android</a:t>
            </a:r>
          </a:p>
        </p:txBody>
      </p:sp>
      <p:sp>
        <p:nvSpPr>
          <p:cNvPr id="5" name="內容版面配置區 4"/>
          <p:cNvSpPr>
            <a:spLocks noGrp="1"/>
          </p:cNvSpPr>
          <p:nvPr>
            <p:ph idx="1"/>
          </p:nvPr>
        </p:nvSpPr>
        <p:spPr/>
        <p:txBody>
          <a:bodyPr>
            <a:normAutofit/>
          </a:bodyPr>
          <a:lstStyle/>
          <a:p>
            <a:r>
              <a:rPr lang="zh-TW" altLang="en-US" dirty="0"/>
              <a:t>隨著</a:t>
            </a:r>
            <a:r>
              <a:rPr lang="en-US" altLang="zh-TW" dirty="0"/>
              <a:t>Android</a:t>
            </a:r>
            <a:r>
              <a:rPr lang="zh-TW" altLang="en-US" dirty="0"/>
              <a:t>新版本的推出，其開發工具的</a:t>
            </a:r>
            <a:r>
              <a:rPr lang="en-US" altLang="zh-TW" dirty="0"/>
              <a:t>API</a:t>
            </a:r>
            <a:r>
              <a:rPr lang="zh-TW" altLang="en-US" dirty="0"/>
              <a:t>等級也一直提升。</a:t>
            </a:r>
            <a:r>
              <a:rPr lang="en-US" altLang="zh-TW" dirty="0"/>
              <a:t>Android</a:t>
            </a:r>
            <a:r>
              <a:rPr lang="zh-TW" altLang="en-US" dirty="0"/>
              <a:t>軟體開發人員需小心挑選開發工具的</a:t>
            </a:r>
            <a:r>
              <a:rPr lang="en-US" altLang="zh-TW" dirty="0"/>
              <a:t>API</a:t>
            </a:r>
            <a:r>
              <a:rPr lang="zh-TW" altLang="en-US" dirty="0"/>
              <a:t>等級，以支援最多的使用者 。</a:t>
            </a:r>
          </a:p>
          <a:p>
            <a:endParaRPr lang="zh-TW" altLang="en-US" dirty="0"/>
          </a:p>
        </p:txBody>
      </p:sp>
    </p:spTree>
    <p:extLst>
      <p:ext uri="{BB962C8B-B14F-4D97-AF65-F5344CB8AC3E}">
        <p14:creationId xmlns:p14="http://schemas.microsoft.com/office/powerpoint/2010/main" val="245125024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Android</a:t>
            </a:r>
          </a:p>
        </p:txBody>
      </p:sp>
      <p:sp>
        <p:nvSpPr>
          <p:cNvPr id="5" name="內容版面配置區 4"/>
          <p:cNvSpPr>
            <a:spLocks noGrp="1"/>
          </p:cNvSpPr>
          <p:nvPr>
            <p:ph idx="1"/>
          </p:nvPr>
        </p:nvSpPr>
        <p:spPr/>
        <p:txBody>
          <a:bodyPr>
            <a:normAutofit fontScale="92500" lnSpcReduction="10000"/>
          </a:bodyPr>
          <a:lstStyle/>
          <a:p>
            <a:r>
              <a:rPr lang="en-US" altLang="zh-TW" dirty="0"/>
              <a:t>Android</a:t>
            </a:r>
            <a:r>
              <a:rPr lang="zh-TW" altLang="en-US" dirty="0"/>
              <a:t>是一個基於</a:t>
            </a:r>
            <a:r>
              <a:rPr lang="en-US" altLang="zh-TW" dirty="0"/>
              <a:t>Linux</a:t>
            </a:r>
            <a:r>
              <a:rPr lang="zh-TW" altLang="en-US" dirty="0"/>
              <a:t>核心開發的作業系統，但它和一般的</a:t>
            </a:r>
            <a:r>
              <a:rPr lang="en-US" altLang="zh-TW" dirty="0"/>
              <a:t>GNU/Linux</a:t>
            </a:r>
            <a:r>
              <a:rPr lang="zh-TW" altLang="en-US" dirty="0"/>
              <a:t>作業系統的差異很大。</a:t>
            </a:r>
            <a:endParaRPr lang="en-US" altLang="zh-TW" dirty="0"/>
          </a:p>
          <a:p>
            <a:r>
              <a:rPr lang="en-US" altLang="zh-TW" dirty="0"/>
              <a:t>Android</a:t>
            </a:r>
            <a:r>
              <a:rPr lang="zh-TW" altLang="en-US" dirty="0"/>
              <a:t>系統使用的視窗圖形界面系統及系統函式庫，與大部份</a:t>
            </a:r>
            <a:r>
              <a:rPr lang="en-US" altLang="zh-TW" dirty="0"/>
              <a:t>POSIX</a:t>
            </a:r>
            <a:r>
              <a:rPr lang="zh-TW" altLang="en-US" dirty="0"/>
              <a:t>函式相容，但並不是完全相同。因此某些</a:t>
            </a:r>
            <a:r>
              <a:rPr lang="en-US" altLang="zh-TW" dirty="0"/>
              <a:t>GNU/Linux</a:t>
            </a:r>
            <a:r>
              <a:rPr lang="zh-TW" altLang="en-US" dirty="0"/>
              <a:t>環境下的工具，不易被移植到</a:t>
            </a:r>
            <a:r>
              <a:rPr lang="en-US" altLang="zh-TW" dirty="0"/>
              <a:t>Android</a:t>
            </a:r>
            <a:r>
              <a:rPr lang="zh-TW" altLang="en-US" dirty="0"/>
              <a:t>系統裡。</a:t>
            </a:r>
            <a:endParaRPr lang="en-US" altLang="zh-TW" dirty="0"/>
          </a:p>
        </p:txBody>
      </p:sp>
    </p:spTree>
    <p:extLst>
      <p:ext uri="{BB962C8B-B14F-4D97-AF65-F5344CB8AC3E}">
        <p14:creationId xmlns:p14="http://schemas.microsoft.com/office/powerpoint/2010/main" val="123399282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Android</a:t>
            </a:r>
            <a:endParaRPr lang="zh-TW" altLang="en-US" dirty="0"/>
          </a:p>
        </p:txBody>
      </p:sp>
      <p:sp>
        <p:nvSpPr>
          <p:cNvPr id="3" name="內容版面配置區 2"/>
          <p:cNvSpPr>
            <a:spLocks noGrp="1"/>
          </p:cNvSpPr>
          <p:nvPr>
            <p:ph idx="1"/>
          </p:nvPr>
        </p:nvSpPr>
        <p:spPr/>
        <p:txBody>
          <a:bodyPr/>
          <a:lstStyle/>
          <a:p>
            <a:r>
              <a:rPr lang="en-US" altLang="zh-TW" dirty="0"/>
              <a:t>Android</a:t>
            </a:r>
            <a:r>
              <a:rPr lang="zh-TW" altLang="en-US" dirty="0"/>
              <a:t>應用程式大都使用</a:t>
            </a:r>
            <a:r>
              <a:rPr lang="en-US" altLang="zh-TW" dirty="0"/>
              <a:t>Java</a:t>
            </a:r>
            <a:r>
              <a:rPr lang="zh-TW" altLang="en-US" dirty="0"/>
              <a:t>編寫，執行時是透過</a:t>
            </a:r>
            <a:r>
              <a:rPr lang="en-US" altLang="zh-TW" dirty="0" err="1">
                <a:solidFill>
                  <a:srgbClr val="C00000"/>
                </a:solidFill>
              </a:rPr>
              <a:t>Dalvik</a:t>
            </a:r>
            <a:r>
              <a:rPr lang="zh-TW" altLang="en-US" dirty="0"/>
              <a:t>的類</a:t>
            </a:r>
            <a:r>
              <a:rPr lang="en-US" altLang="zh-TW" dirty="0"/>
              <a:t>Java</a:t>
            </a:r>
            <a:r>
              <a:rPr lang="zh-TW" altLang="en-US" dirty="0"/>
              <a:t>虛擬機器來執行。</a:t>
            </a:r>
            <a:endParaRPr lang="en-US" altLang="zh-TW" dirty="0"/>
          </a:p>
          <a:p>
            <a:r>
              <a:rPr lang="en-US" altLang="zh-TW" dirty="0"/>
              <a:t>Android</a:t>
            </a:r>
            <a:r>
              <a:rPr lang="zh-TW" altLang="en-US" dirty="0"/>
              <a:t>有一套自己的系統資源權限管理機制，所有程式都是在獨立的</a:t>
            </a:r>
            <a:r>
              <a:rPr lang="zh-TW" altLang="en-US" dirty="0">
                <a:solidFill>
                  <a:srgbClr val="C00000"/>
                </a:solidFill>
              </a:rPr>
              <a:t>沙盒</a:t>
            </a:r>
            <a:r>
              <a:rPr lang="en-US" altLang="zh-TW" dirty="0"/>
              <a:t>(sandbox)</a:t>
            </a:r>
            <a:r>
              <a:rPr lang="zh-TW" altLang="en-US" dirty="0"/>
              <a:t>內執行。</a:t>
            </a:r>
            <a:endParaRPr lang="en-US" altLang="zh-TW" dirty="0"/>
          </a:p>
          <a:p>
            <a:endParaRPr lang="zh-TW" altLang="en-US" dirty="0"/>
          </a:p>
          <a:p>
            <a:endParaRPr lang="zh-TW" altLang="en-US" dirty="0"/>
          </a:p>
          <a:p>
            <a:endParaRPr lang="zh-TW" altLang="en-US" dirty="0"/>
          </a:p>
        </p:txBody>
      </p:sp>
    </p:spTree>
    <p:extLst>
      <p:ext uri="{BB962C8B-B14F-4D97-AF65-F5344CB8AC3E}">
        <p14:creationId xmlns:p14="http://schemas.microsoft.com/office/powerpoint/2010/main" val="313768295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Android</a:t>
            </a:r>
          </a:p>
        </p:txBody>
      </p:sp>
      <p:sp>
        <p:nvSpPr>
          <p:cNvPr id="5" name="內容版面配置區 4"/>
          <p:cNvSpPr>
            <a:spLocks noGrp="1"/>
          </p:cNvSpPr>
          <p:nvPr>
            <p:ph idx="1"/>
          </p:nvPr>
        </p:nvSpPr>
        <p:spPr/>
        <p:txBody>
          <a:bodyPr>
            <a:normAutofit/>
          </a:bodyPr>
          <a:lstStyle/>
          <a:p>
            <a:r>
              <a:rPr lang="zh-TW" altLang="en-US" dirty="0"/>
              <a:t>自</a:t>
            </a:r>
            <a:r>
              <a:rPr lang="en-US" altLang="zh-TW" dirty="0"/>
              <a:t>Android 4.4</a:t>
            </a:r>
            <a:r>
              <a:rPr lang="zh-TW" altLang="en-US" dirty="0"/>
              <a:t>版起，</a:t>
            </a:r>
            <a:r>
              <a:rPr lang="en-US" altLang="zh-TW" dirty="0"/>
              <a:t>Google</a:t>
            </a:r>
            <a:r>
              <a:rPr lang="zh-TW" altLang="en-US" dirty="0"/>
              <a:t>提出</a:t>
            </a:r>
            <a:r>
              <a:rPr lang="en-US" altLang="zh-TW" dirty="0"/>
              <a:t>Android ART (Android Runtime)</a:t>
            </a:r>
            <a:r>
              <a:rPr lang="zh-TW" altLang="en-US" dirty="0"/>
              <a:t>，嘗試取代舊有效率較差的</a:t>
            </a:r>
            <a:r>
              <a:rPr lang="en-US" altLang="zh-TW" dirty="0" err="1"/>
              <a:t>Dalvik</a:t>
            </a:r>
            <a:r>
              <a:rPr lang="zh-TW" altLang="en-US" dirty="0"/>
              <a:t>執行環境。</a:t>
            </a:r>
            <a:endParaRPr lang="en-US" altLang="zh-TW" dirty="0"/>
          </a:p>
          <a:p>
            <a:r>
              <a:rPr lang="zh-TW" altLang="en-US" dirty="0"/>
              <a:t>自</a:t>
            </a:r>
            <a:r>
              <a:rPr lang="en-US" altLang="zh-TW" dirty="0"/>
              <a:t>Android 5.0</a:t>
            </a:r>
            <a:r>
              <a:rPr lang="zh-TW" altLang="en-US" dirty="0"/>
              <a:t>，</a:t>
            </a:r>
            <a:r>
              <a:rPr lang="en-US" altLang="zh-TW" dirty="0"/>
              <a:t>ART</a:t>
            </a:r>
            <a:r>
              <a:rPr lang="zh-TW" altLang="en-US" dirty="0"/>
              <a:t>成為內建且唯一的執行環境。</a:t>
            </a:r>
          </a:p>
        </p:txBody>
      </p:sp>
    </p:spTree>
    <p:extLst>
      <p:ext uri="{BB962C8B-B14F-4D97-AF65-F5344CB8AC3E}">
        <p14:creationId xmlns:p14="http://schemas.microsoft.com/office/powerpoint/2010/main" val="270407318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形箭號 1"/>
          <p:cNvSpPr/>
          <p:nvPr/>
        </p:nvSpPr>
        <p:spPr>
          <a:xfrm>
            <a:off x="415271" y="881951"/>
            <a:ext cx="3510390" cy="337538"/>
          </a:xfrm>
          <a:prstGeom prst="chevron">
            <a:avLst>
              <a:gd name="adj" fmla="val 24603"/>
            </a:avLst>
          </a:prstGeom>
          <a:scene3d>
            <a:camera prst="perspectiveLeft"/>
            <a:lightRig rig="threePt" dir="t"/>
          </a:scene3d>
          <a:sp3d>
            <a:bevelT w="139700" prst="cross"/>
          </a:sp3d>
        </p:spPr>
        <p:style>
          <a:lnRef idx="3">
            <a:schemeClr val="lt1"/>
          </a:lnRef>
          <a:fillRef idx="1">
            <a:schemeClr val="accent2"/>
          </a:fillRef>
          <a:effectRef idx="1">
            <a:schemeClr val="accent2"/>
          </a:effectRef>
          <a:fontRef idx="minor">
            <a:schemeClr val="lt1"/>
          </a:fontRef>
        </p:style>
        <p:txBody>
          <a:bodyPr rtlCol="0" anchor="ctr"/>
          <a:lstStyle/>
          <a:p>
            <a:pPr algn="ctr"/>
            <a:r>
              <a:rPr lang="en-US" altLang="zh-TW" sz="2400" dirty="0">
                <a:latin typeface="微軟正黑體" pitchFamily="34" charset="-120"/>
                <a:ea typeface="微軟正黑體" pitchFamily="34" charset="-120"/>
              </a:rPr>
              <a:t>Android</a:t>
            </a:r>
            <a:r>
              <a:rPr lang="zh-TW" altLang="en-US" sz="2400" dirty="0">
                <a:latin typeface="微軟正黑體" pitchFamily="34" charset="-120"/>
                <a:ea typeface="微軟正黑體" pitchFamily="34" charset="-120"/>
              </a:rPr>
              <a:t>操作界面畫面</a:t>
            </a:r>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1550" y="1356615"/>
            <a:ext cx="7993342" cy="31889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5462552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形箭號 1"/>
          <p:cNvSpPr/>
          <p:nvPr/>
        </p:nvSpPr>
        <p:spPr>
          <a:xfrm>
            <a:off x="415271" y="881951"/>
            <a:ext cx="3510390" cy="337538"/>
          </a:xfrm>
          <a:prstGeom prst="chevron">
            <a:avLst>
              <a:gd name="adj" fmla="val 24603"/>
            </a:avLst>
          </a:prstGeom>
          <a:scene3d>
            <a:camera prst="perspectiveLeft"/>
            <a:lightRig rig="threePt" dir="t"/>
          </a:scene3d>
          <a:sp3d>
            <a:bevelT w="139700" prst="cross"/>
          </a:sp3d>
        </p:spPr>
        <p:style>
          <a:lnRef idx="3">
            <a:schemeClr val="lt1"/>
          </a:lnRef>
          <a:fillRef idx="1">
            <a:schemeClr val="accent2"/>
          </a:fillRef>
          <a:effectRef idx="1">
            <a:schemeClr val="accent2"/>
          </a:effectRef>
          <a:fontRef idx="minor">
            <a:schemeClr val="lt1"/>
          </a:fontRef>
        </p:style>
        <p:txBody>
          <a:bodyPr rtlCol="0" anchor="ctr"/>
          <a:lstStyle/>
          <a:p>
            <a:pPr algn="ctr"/>
            <a:r>
              <a:rPr lang="en-US" altLang="zh-TW" sz="2400" dirty="0">
                <a:latin typeface="微軟正黑體" pitchFamily="34" charset="-120"/>
                <a:ea typeface="微軟正黑體" pitchFamily="34" charset="-120"/>
              </a:rPr>
              <a:t>Android</a:t>
            </a:r>
            <a:r>
              <a:rPr lang="zh-TW" altLang="en-US" sz="2400" dirty="0">
                <a:latin typeface="微軟正黑體" pitchFamily="34" charset="-120"/>
                <a:ea typeface="微軟正黑體" pitchFamily="34" charset="-120"/>
              </a:rPr>
              <a:t>操作界面畫面</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1590" y="1536635"/>
            <a:ext cx="7454010" cy="29015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6843738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p:cNvSpPr>
            <a:spLocks noGrp="1"/>
          </p:cNvSpPr>
          <p:nvPr>
            <p:ph idx="1"/>
          </p:nvPr>
        </p:nvSpPr>
        <p:spPr>
          <a:xfrm>
            <a:off x="406095" y="1692374"/>
            <a:ext cx="8441379" cy="2668325"/>
          </a:xfrm>
        </p:spPr>
        <p:txBody>
          <a:bodyPr>
            <a:normAutofit fontScale="92500"/>
          </a:bodyPr>
          <a:lstStyle/>
          <a:p>
            <a:r>
              <a:rPr lang="zh-TW" altLang="en-US" dirty="0"/>
              <a:t>根據網路公司在</a:t>
            </a:r>
            <a:r>
              <a:rPr lang="en-US" altLang="zh-TW" dirty="0"/>
              <a:t>2025</a:t>
            </a:r>
            <a:r>
              <a:rPr lang="zh-TW" altLang="en-US" dirty="0"/>
              <a:t>年</a:t>
            </a:r>
            <a:r>
              <a:rPr lang="en-US" altLang="zh-TW" dirty="0"/>
              <a:t>12</a:t>
            </a:r>
            <a:r>
              <a:rPr lang="zh-TW" altLang="en-US" dirty="0"/>
              <a:t>月的統計，在所有的</a:t>
            </a:r>
            <a:r>
              <a:rPr lang="en-US" altLang="zh-TW" dirty="0"/>
              <a:t>Android</a:t>
            </a:r>
            <a:r>
              <a:rPr lang="zh-TW" altLang="en-US" dirty="0"/>
              <a:t>使用者中，大約僅有約</a:t>
            </a:r>
            <a:r>
              <a:rPr lang="en-US" altLang="zh-TW" dirty="0"/>
              <a:t>9.2%</a:t>
            </a:r>
            <a:r>
              <a:rPr lang="zh-TW" altLang="en-US" dirty="0"/>
              <a:t>的手機還在運行</a:t>
            </a:r>
            <a:r>
              <a:rPr lang="en-US" altLang="zh-TW" dirty="0"/>
              <a:t>Android 9</a:t>
            </a:r>
            <a:r>
              <a:rPr lang="zh-TW" altLang="en-US" dirty="0"/>
              <a:t>（含）以下的版本。</a:t>
            </a:r>
            <a:endParaRPr lang="en-US" altLang="zh-TW" dirty="0"/>
          </a:p>
          <a:p>
            <a:r>
              <a:rPr lang="zh-TW" altLang="en-US" dirty="0"/>
              <a:t>統計下來，運行最新版</a:t>
            </a:r>
            <a:r>
              <a:rPr lang="en-US" altLang="zh-TW" dirty="0"/>
              <a:t>Android 16</a:t>
            </a:r>
            <a:r>
              <a:rPr lang="zh-TW" altLang="en-US" dirty="0"/>
              <a:t>的手機約佔</a:t>
            </a:r>
            <a:r>
              <a:rPr lang="en-US" altLang="zh-TW" dirty="0"/>
              <a:t>7.4%</a:t>
            </a:r>
            <a:r>
              <a:rPr lang="zh-TW" altLang="en-US" dirty="0"/>
              <a:t>；而最多手機運行的則是次新版</a:t>
            </a:r>
            <a:r>
              <a:rPr lang="en-US" altLang="zh-TW" dirty="0"/>
              <a:t>Android 15</a:t>
            </a:r>
            <a:r>
              <a:rPr lang="zh-TW" altLang="en-US" dirty="0"/>
              <a:t>，約佔</a:t>
            </a:r>
            <a:r>
              <a:rPr lang="en-US" altLang="zh-TW" dirty="0"/>
              <a:t>19.3%</a:t>
            </a:r>
            <a:r>
              <a:rPr lang="zh-TW" altLang="en-US" dirty="0"/>
              <a:t>。</a:t>
            </a:r>
            <a:r>
              <a:rPr lang="en-US" altLang="zh-TW" dirty="0"/>
              <a:t>Android 10</a:t>
            </a:r>
            <a:r>
              <a:rPr lang="zh-TW" altLang="en-US" dirty="0"/>
              <a:t>到</a:t>
            </a:r>
            <a:r>
              <a:rPr lang="en-US" altLang="zh-TW" dirty="0"/>
              <a:t>Android 14</a:t>
            </a:r>
            <a:r>
              <a:rPr lang="zh-TW" altLang="en-US" dirty="0"/>
              <a:t>之間的各個版本也都還有一定比例的手機在運行。</a:t>
            </a:r>
            <a:endParaRPr lang="en-US" altLang="zh-TW" dirty="0"/>
          </a:p>
          <a:p>
            <a:endParaRPr lang="zh-TW" altLang="en-US" dirty="0"/>
          </a:p>
        </p:txBody>
      </p:sp>
    </p:spTree>
    <p:extLst>
      <p:ext uri="{BB962C8B-B14F-4D97-AF65-F5344CB8AC3E}">
        <p14:creationId xmlns:p14="http://schemas.microsoft.com/office/powerpoint/2010/main" val="240080504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p:cNvSpPr>
            <a:spLocks noGrp="1"/>
          </p:cNvSpPr>
          <p:nvPr>
            <p:ph idx="1"/>
          </p:nvPr>
        </p:nvSpPr>
        <p:spPr/>
        <p:txBody>
          <a:bodyPr>
            <a:normAutofit/>
          </a:bodyPr>
          <a:lstStyle/>
          <a:p>
            <a:r>
              <a:rPr lang="en-US" altLang="zh-TW" dirty="0" err="1">
                <a:solidFill>
                  <a:srgbClr val="C00000"/>
                </a:solidFill>
              </a:rPr>
              <a:t>Kotlin</a:t>
            </a:r>
            <a:r>
              <a:rPr lang="zh-TW" altLang="en-US" dirty="0">
                <a:solidFill>
                  <a:srgbClr val="C00000"/>
                </a:solidFill>
              </a:rPr>
              <a:t>程式語言</a:t>
            </a:r>
            <a:endParaRPr lang="en-US" altLang="zh-TW" dirty="0">
              <a:solidFill>
                <a:srgbClr val="C00000"/>
              </a:solidFill>
            </a:endParaRPr>
          </a:p>
          <a:p>
            <a:r>
              <a:rPr lang="en-US" altLang="zh-TW" dirty="0" err="1"/>
              <a:t>Kotlin</a:t>
            </a:r>
            <a:r>
              <a:rPr lang="zh-TW" altLang="en-US" dirty="0"/>
              <a:t>是</a:t>
            </a:r>
            <a:r>
              <a:rPr lang="en-US" altLang="zh-TW" dirty="0"/>
              <a:t>2011</a:t>
            </a:r>
            <a:r>
              <a:rPr lang="zh-TW" altLang="en-US" dirty="0"/>
              <a:t>年才出生的新興程式語言，它可以生成可在</a:t>
            </a:r>
            <a:r>
              <a:rPr lang="en-US" altLang="zh-TW" dirty="0"/>
              <a:t>Java</a:t>
            </a:r>
            <a:r>
              <a:rPr lang="zh-TW" altLang="en-US" dirty="0"/>
              <a:t>虛擬機上執行的程式。</a:t>
            </a:r>
          </a:p>
        </p:txBody>
      </p:sp>
    </p:spTree>
    <p:extLst>
      <p:ext uri="{BB962C8B-B14F-4D97-AF65-F5344CB8AC3E}">
        <p14:creationId xmlns:p14="http://schemas.microsoft.com/office/powerpoint/2010/main" val="27738337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en-US" altLang="zh-TW" dirty="0" err="1"/>
              <a:t>Kotlin</a:t>
            </a:r>
            <a:r>
              <a:rPr lang="zh-TW" altLang="en-US" dirty="0"/>
              <a:t>的理念是打造一個與</a:t>
            </a:r>
            <a:r>
              <a:rPr lang="en-US" altLang="zh-TW" dirty="0"/>
              <a:t>Java</a:t>
            </a:r>
            <a:r>
              <a:rPr lang="zh-TW" altLang="en-US" dirty="0"/>
              <a:t>相容、安全且簡潔的語言。</a:t>
            </a:r>
            <a:endParaRPr lang="en-US" altLang="zh-TW" dirty="0"/>
          </a:p>
          <a:p>
            <a:r>
              <a:rPr lang="zh-TW" altLang="en-US" dirty="0"/>
              <a:t>對</a:t>
            </a:r>
            <a:r>
              <a:rPr lang="en-US" altLang="zh-TW" dirty="0"/>
              <a:t>Google</a:t>
            </a:r>
            <a:r>
              <a:rPr lang="zh-TW" altLang="en-US" dirty="0"/>
              <a:t>而言，更重要的可能是</a:t>
            </a:r>
            <a:r>
              <a:rPr lang="en-US" altLang="zh-TW" dirty="0" err="1"/>
              <a:t>Kotlin</a:t>
            </a:r>
            <a:r>
              <a:rPr lang="zh-TW" altLang="en-US" dirty="0"/>
              <a:t>的使用授權是</a:t>
            </a:r>
            <a:r>
              <a:rPr lang="en-US" altLang="zh-TW" dirty="0"/>
              <a:t>Apache 2.0</a:t>
            </a:r>
            <a:r>
              <a:rPr lang="zh-TW" altLang="en-US" dirty="0"/>
              <a:t>授權，這表示使用</a:t>
            </a:r>
            <a:r>
              <a:rPr lang="en-US" altLang="zh-TW" dirty="0" err="1"/>
              <a:t>Kotlin</a:t>
            </a:r>
            <a:r>
              <a:rPr lang="zh-TW" altLang="en-US" dirty="0"/>
              <a:t>會比使用目前由</a:t>
            </a:r>
            <a:r>
              <a:rPr lang="en-US" altLang="zh-TW" dirty="0"/>
              <a:t>Oracle</a:t>
            </a:r>
            <a:r>
              <a:rPr lang="zh-TW" altLang="en-US" dirty="0"/>
              <a:t>公司持有的</a:t>
            </a:r>
            <a:r>
              <a:rPr lang="en-US" altLang="zh-TW" dirty="0"/>
              <a:t>Java</a:t>
            </a:r>
            <a:r>
              <a:rPr lang="zh-TW" altLang="en-US" dirty="0"/>
              <a:t>語言來得更為自由。</a:t>
            </a:r>
            <a:endParaRPr lang="en-US" altLang="zh-TW" dirty="0"/>
          </a:p>
          <a:p>
            <a:endParaRPr lang="zh-TW" altLang="en-US" dirty="0"/>
          </a:p>
        </p:txBody>
      </p:sp>
    </p:spTree>
    <p:extLst>
      <p:ext uri="{BB962C8B-B14F-4D97-AF65-F5344CB8AC3E}">
        <p14:creationId xmlns:p14="http://schemas.microsoft.com/office/powerpoint/2010/main" val="4214573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en-US" altLang="zh-TW" dirty="0"/>
              <a:t>Google</a:t>
            </a:r>
            <a:r>
              <a:rPr lang="zh-TW" altLang="en-US" dirty="0"/>
              <a:t>官方自</a:t>
            </a:r>
            <a:r>
              <a:rPr lang="en-US" altLang="zh-TW" dirty="0"/>
              <a:t>2017</a:t>
            </a:r>
            <a:r>
              <a:rPr lang="zh-TW" altLang="en-US" dirty="0"/>
              <a:t>年起就大力推廣</a:t>
            </a:r>
            <a:r>
              <a:rPr lang="en-US" altLang="zh-TW" dirty="0" err="1"/>
              <a:t>Kotlin</a:t>
            </a:r>
            <a:r>
              <a:rPr lang="zh-TW" altLang="en-US" dirty="0"/>
              <a:t>。</a:t>
            </a:r>
            <a:endParaRPr lang="en-US" altLang="zh-TW" dirty="0"/>
          </a:p>
          <a:p>
            <a:r>
              <a:rPr lang="en-US" altLang="zh-TW" dirty="0"/>
              <a:t>Android Studio</a:t>
            </a:r>
            <a:r>
              <a:rPr lang="zh-TW" altLang="en-US" dirty="0"/>
              <a:t>開發環境，立刻就導入了使用</a:t>
            </a:r>
            <a:r>
              <a:rPr lang="en-US" altLang="zh-TW" dirty="0" err="1"/>
              <a:t>Kotlin</a:t>
            </a:r>
            <a:r>
              <a:rPr lang="zh-TW" altLang="en-US" dirty="0"/>
              <a:t>進行開發的相關工具。</a:t>
            </a:r>
            <a:endParaRPr lang="en-US" altLang="zh-TW" dirty="0"/>
          </a:p>
          <a:p>
            <a:r>
              <a:rPr lang="zh-TW" altLang="en-US" dirty="0"/>
              <a:t>更有人稱</a:t>
            </a:r>
            <a:r>
              <a:rPr lang="en-US" altLang="zh-TW" dirty="0" err="1"/>
              <a:t>Kotlin</a:t>
            </a:r>
            <a:r>
              <a:rPr lang="zh-TW" altLang="en-US" dirty="0"/>
              <a:t>可以說是</a:t>
            </a:r>
            <a:r>
              <a:rPr lang="en-US" altLang="zh-TW" dirty="0"/>
              <a:t>Android</a:t>
            </a:r>
            <a:r>
              <a:rPr lang="zh-TW" altLang="en-US" dirty="0"/>
              <a:t>界的</a:t>
            </a:r>
            <a:r>
              <a:rPr lang="en-US" altLang="zh-TW" dirty="0"/>
              <a:t>Swift</a:t>
            </a:r>
            <a:r>
              <a:rPr lang="zh-TW" altLang="en-US" dirty="0"/>
              <a:t>呢。</a:t>
            </a:r>
          </a:p>
          <a:p>
            <a:endParaRPr lang="zh-TW" altLang="en-US" dirty="0"/>
          </a:p>
        </p:txBody>
      </p:sp>
    </p:spTree>
    <p:extLst>
      <p:ext uri="{BB962C8B-B14F-4D97-AF65-F5344CB8AC3E}">
        <p14:creationId xmlns:p14="http://schemas.microsoft.com/office/powerpoint/2010/main" val="350845577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iOS</a:t>
            </a:r>
          </a:p>
        </p:txBody>
      </p:sp>
      <p:sp>
        <p:nvSpPr>
          <p:cNvPr id="5" name="內容版面配置區 4"/>
          <p:cNvSpPr>
            <a:spLocks noGrp="1"/>
          </p:cNvSpPr>
          <p:nvPr>
            <p:ph idx="1"/>
          </p:nvPr>
        </p:nvSpPr>
        <p:spPr/>
        <p:txBody>
          <a:bodyPr>
            <a:normAutofit/>
          </a:bodyPr>
          <a:lstStyle/>
          <a:p>
            <a:r>
              <a:rPr lang="zh-TW" altLang="en-US" dirty="0"/>
              <a:t>蘋果電腦作業系統是</a:t>
            </a:r>
            <a:r>
              <a:rPr lang="en-US" altLang="zh-TW" dirty="0">
                <a:solidFill>
                  <a:srgbClr val="C00000"/>
                </a:solidFill>
              </a:rPr>
              <a:t>Mac OS X</a:t>
            </a:r>
            <a:r>
              <a:rPr lang="zh-TW" altLang="en-US" dirty="0"/>
              <a:t>，</a:t>
            </a:r>
            <a:r>
              <a:rPr lang="en-US" altLang="zh-TW" dirty="0"/>
              <a:t>iPhone</a:t>
            </a:r>
            <a:r>
              <a:rPr lang="zh-TW" altLang="en-US" dirty="0"/>
              <a:t>手機的作業系統則是</a:t>
            </a:r>
            <a:r>
              <a:rPr lang="en-US" altLang="zh-TW" dirty="0">
                <a:solidFill>
                  <a:srgbClr val="C00000"/>
                </a:solidFill>
              </a:rPr>
              <a:t>iOS</a:t>
            </a:r>
            <a:r>
              <a:rPr lang="zh-TW" altLang="en-US" dirty="0"/>
              <a:t>。</a:t>
            </a:r>
            <a:endParaRPr lang="en-US" altLang="zh-TW" dirty="0"/>
          </a:p>
          <a:p>
            <a:r>
              <a:rPr lang="zh-TW" altLang="en-US" dirty="0"/>
              <a:t>雖然兩者外觀和界面有所不同，但作業系統核心是同一套：都是基於</a:t>
            </a:r>
            <a:r>
              <a:rPr lang="en-US" altLang="zh-TW" dirty="0"/>
              <a:t>Darwin</a:t>
            </a:r>
            <a:r>
              <a:rPr lang="zh-TW" altLang="en-US" dirty="0"/>
              <a:t>核心所建構起來的作業系統。</a:t>
            </a:r>
          </a:p>
        </p:txBody>
      </p:sp>
    </p:spTree>
    <p:extLst>
      <p:ext uri="{BB962C8B-B14F-4D97-AF65-F5344CB8AC3E}">
        <p14:creationId xmlns:p14="http://schemas.microsoft.com/office/powerpoint/2010/main" val="2618308284"/>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iOS</a:t>
            </a:r>
            <a:endParaRPr lang="zh-TW" altLang="en-US" dirty="0"/>
          </a:p>
        </p:txBody>
      </p:sp>
      <p:sp>
        <p:nvSpPr>
          <p:cNvPr id="3" name="內容版面配置區 2"/>
          <p:cNvSpPr>
            <a:spLocks noGrp="1"/>
          </p:cNvSpPr>
          <p:nvPr>
            <p:ph idx="1"/>
          </p:nvPr>
        </p:nvSpPr>
        <p:spPr/>
        <p:txBody>
          <a:bodyPr/>
          <a:lstStyle/>
          <a:p>
            <a:r>
              <a:rPr lang="en-US" altLang="zh-TW" dirty="0"/>
              <a:t>iOS</a:t>
            </a:r>
            <a:r>
              <a:rPr lang="zh-TW" altLang="en-US" dirty="0"/>
              <a:t>最早的版本是在</a:t>
            </a:r>
            <a:r>
              <a:rPr lang="en-US" altLang="zh-TW" dirty="0"/>
              <a:t>2007</a:t>
            </a:r>
            <a:r>
              <a:rPr lang="zh-TW" altLang="en-US" dirty="0"/>
              <a:t>年發行的</a:t>
            </a:r>
            <a:r>
              <a:rPr lang="en-US" altLang="zh-TW" dirty="0"/>
              <a:t>iOS 1.0</a:t>
            </a:r>
            <a:r>
              <a:rPr lang="zh-TW" altLang="en-US" dirty="0"/>
              <a:t>版，最早用在第一代的</a:t>
            </a:r>
            <a:r>
              <a:rPr lang="en-US" altLang="zh-TW" dirty="0"/>
              <a:t>iPhone</a:t>
            </a:r>
            <a:r>
              <a:rPr lang="zh-TW" altLang="en-US" dirty="0"/>
              <a:t>手機和</a:t>
            </a:r>
            <a:r>
              <a:rPr lang="en-US" altLang="zh-TW" dirty="0"/>
              <a:t>iPod Touch</a:t>
            </a:r>
            <a:r>
              <a:rPr lang="zh-TW" altLang="en-US" dirty="0"/>
              <a:t>裝置上。</a:t>
            </a:r>
            <a:endParaRPr lang="en-US" altLang="zh-TW" dirty="0"/>
          </a:p>
          <a:p>
            <a:r>
              <a:rPr lang="en-US" altLang="zh-TW" dirty="0"/>
              <a:t>iOS</a:t>
            </a:r>
            <a:r>
              <a:rPr lang="zh-TW" altLang="en-US" dirty="0"/>
              <a:t>作業系統只能在蘋果智慧型手機上才能使用。</a:t>
            </a:r>
          </a:p>
          <a:p>
            <a:endParaRPr lang="zh-TW" altLang="en-US" dirty="0"/>
          </a:p>
        </p:txBody>
      </p:sp>
    </p:spTree>
    <p:extLst>
      <p:ext uri="{BB962C8B-B14F-4D97-AF65-F5344CB8AC3E}">
        <p14:creationId xmlns:p14="http://schemas.microsoft.com/office/powerpoint/2010/main" val="197512933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en-US" altLang="zh-TW" dirty="0"/>
              <a:t>Android </a:t>
            </a:r>
            <a:r>
              <a:rPr lang="en-US" altLang="zh-TW" dirty="0" err="1"/>
              <a:t>v.s</a:t>
            </a:r>
            <a:r>
              <a:rPr lang="en-US" altLang="zh-TW" dirty="0"/>
              <a:t>. iOS</a:t>
            </a:r>
          </a:p>
        </p:txBody>
      </p:sp>
      <p:sp>
        <p:nvSpPr>
          <p:cNvPr id="5" name="內容版面配置區 4"/>
          <p:cNvSpPr>
            <a:spLocks noGrp="1"/>
          </p:cNvSpPr>
          <p:nvPr>
            <p:ph idx="1"/>
          </p:nvPr>
        </p:nvSpPr>
        <p:spPr/>
        <p:txBody>
          <a:bodyPr>
            <a:normAutofit/>
          </a:bodyPr>
          <a:lstStyle/>
          <a:p>
            <a:r>
              <a:rPr lang="en-US" altLang="zh-TW" dirty="0"/>
              <a:t>iOS</a:t>
            </a:r>
            <a:r>
              <a:rPr lang="zh-TW" altLang="en-US" dirty="0"/>
              <a:t>系統是比較封閉的系統。</a:t>
            </a:r>
            <a:endParaRPr lang="en-US" altLang="zh-TW" dirty="0"/>
          </a:p>
          <a:p>
            <a:r>
              <a:rPr lang="zh-TW" altLang="en-US" dirty="0"/>
              <a:t>二者官方網站均提供「軟體市集」服務供使用者下載和安裝應用程式。但</a:t>
            </a:r>
            <a:r>
              <a:rPr lang="en-US" altLang="zh-TW" dirty="0"/>
              <a:t>iOS</a:t>
            </a:r>
            <a:r>
              <a:rPr lang="zh-TW" altLang="en-US" dirty="0"/>
              <a:t>不允許使用者從第三方網站安裝未經蘋果公司檢驗的軟體。</a:t>
            </a:r>
            <a:endParaRPr lang="en-US" altLang="zh-TW" dirty="0"/>
          </a:p>
        </p:txBody>
      </p:sp>
      <p:pic>
        <p:nvPicPr>
          <p:cNvPr id="6" name="圖片 5"/>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6867255" y="668165"/>
            <a:ext cx="778460" cy="778460"/>
          </a:xfrm>
          <a:prstGeom prst="rect">
            <a:avLst/>
          </a:prstGeom>
        </p:spPr>
      </p:pic>
      <p:pic>
        <p:nvPicPr>
          <p:cNvPr id="7" name="圖片 6"/>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466655" y="501520"/>
            <a:ext cx="1034975" cy="1034975"/>
          </a:xfrm>
          <a:prstGeom prst="rect">
            <a:avLst/>
          </a:prstGeom>
        </p:spPr>
      </p:pic>
    </p:spTree>
    <p:extLst>
      <p:ext uri="{BB962C8B-B14F-4D97-AF65-F5344CB8AC3E}">
        <p14:creationId xmlns:p14="http://schemas.microsoft.com/office/powerpoint/2010/main" val="243418280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Android </a:t>
            </a:r>
            <a:r>
              <a:rPr lang="en-US" altLang="zh-TW" dirty="0" err="1"/>
              <a:t>v.s</a:t>
            </a:r>
            <a:r>
              <a:rPr lang="en-US" altLang="zh-TW" dirty="0"/>
              <a:t>. iOS</a:t>
            </a:r>
            <a:endParaRPr lang="zh-TW" altLang="en-US" dirty="0"/>
          </a:p>
        </p:txBody>
      </p:sp>
      <p:sp>
        <p:nvSpPr>
          <p:cNvPr id="3" name="內容版面配置區 2"/>
          <p:cNvSpPr>
            <a:spLocks noGrp="1"/>
          </p:cNvSpPr>
          <p:nvPr>
            <p:ph idx="1"/>
          </p:nvPr>
        </p:nvSpPr>
        <p:spPr/>
        <p:txBody>
          <a:bodyPr/>
          <a:lstStyle/>
          <a:p>
            <a:r>
              <a:rPr lang="zh-TW" altLang="en-US" dirty="0"/>
              <a:t>蘋果公司對於軟體市集上架的軟體檢驗時間較長、標準也較嚴格。</a:t>
            </a:r>
            <a:endParaRPr lang="en-US" altLang="zh-TW" dirty="0"/>
          </a:p>
          <a:p>
            <a:r>
              <a:rPr lang="zh-TW" altLang="en-US" dirty="0"/>
              <a:t>雖然系統較封閉，但</a:t>
            </a:r>
            <a:r>
              <a:rPr lang="en-US" altLang="zh-TW" dirty="0"/>
              <a:t>iOS</a:t>
            </a:r>
            <a:r>
              <a:rPr lang="zh-TW" altLang="en-US" dirty="0"/>
              <a:t>環境可能因此較安全。</a:t>
            </a:r>
          </a:p>
          <a:p>
            <a:endParaRPr lang="zh-TW" altLang="en-US" dirty="0"/>
          </a:p>
        </p:txBody>
      </p:sp>
    </p:spTree>
    <p:extLst>
      <p:ext uri="{BB962C8B-B14F-4D97-AF65-F5344CB8AC3E}">
        <p14:creationId xmlns:p14="http://schemas.microsoft.com/office/powerpoint/2010/main" val="2772361107"/>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extLst>
              <p:ext uri="{D42A27DB-BD31-4B8C-83A1-F6EECF244321}">
                <p14:modId xmlns:p14="http://schemas.microsoft.com/office/powerpoint/2010/main" val="287648397"/>
              </p:ext>
            </p:extLst>
          </p:nvPr>
        </p:nvGraphicFramePr>
        <p:xfrm>
          <a:off x="734431" y="1536595"/>
          <a:ext cx="7572985" cy="2880360"/>
        </p:xfrm>
        <a:graphic>
          <a:graphicData uri="http://schemas.openxmlformats.org/drawingml/2006/table">
            <a:tbl>
              <a:tblPr firstRow="1" bandRow="1">
                <a:tableStyleId>{6E25E649-3F16-4E02-A733-19D2CDBF48F0}</a:tableStyleId>
              </a:tblPr>
              <a:tblGrid>
                <a:gridCol w="1620180">
                  <a:extLst>
                    <a:ext uri="{9D8B030D-6E8A-4147-A177-3AD203B41FA5}">
                      <a16:colId xmlns:a16="http://schemas.microsoft.com/office/drawing/2014/main" val="20000"/>
                    </a:ext>
                  </a:extLst>
                </a:gridCol>
                <a:gridCol w="3015335">
                  <a:extLst>
                    <a:ext uri="{9D8B030D-6E8A-4147-A177-3AD203B41FA5}">
                      <a16:colId xmlns:a16="http://schemas.microsoft.com/office/drawing/2014/main" val="20001"/>
                    </a:ext>
                  </a:extLst>
                </a:gridCol>
                <a:gridCol w="2937470">
                  <a:extLst>
                    <a:ext uri="{9D8B030D-6E8A-4147-A177-3AD203B41FA5}">
                      <a16:colId xmlns:a16="http://schemas.microsoft.com/office/drawing/2014/main" val="20002"/>
                    </a:ext>
                  </a:extLst>
                </a:gridCol>
              </a:tblGrid>
              <a:tr h="342900">
                <a:tc>
                  <a:txBody>
                    <a:bodyPr/>
                    <a:lstStyle/>
                    <a:p>
                      <a:pPr algn="ctr"/>
                      <a:endParaRPr lang="zh-TW" altLang="en-US" sz="1800" dirty="0">
                        <a:latin typeface="微軟正黑體" pitchFamily="34" charset="-120"/>
                        <a:ea typeface="微軟正黑體" pitchFamily="34" charset="-120"/>
                      </a:endParaRPr>
                    </a:p>
                  </a:txBody>
                  <a:tcPr marT="34290" marB="34290"/>
                </a:tc>
                <a:tc>
                  <a:txBody>
                    <a:bodyPr/>
                    <a:lstStyle/>
                    <a:p>
                      <a:pPr algn="ctr"/>
                      <a:r>
                        <a:rPr lang="en-US" altLang="zh-TW" sz="1800" dirty="0"/>
                        <a:t>Android </a:t>
                      </a:r>
                      <a:endParaRPr lang="zh-TW" altLang="en-US" sz="1800" dirty="0">
                        <a:latin typeface="微軟正黑體" pitchFamily="34" charset="-120"/>
                        <a:ea typeface="微軟正黑體" pitchFamily="34" charset="-120"/>
                      </a:endParaRPr>
                    </a:p>
                  </a:txBody>
                  <a:tcPr marT="34290" marB="34290"/>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TW" sz="1800" dirty="0"/>
                        <a:t>iOS</a:t>
                      </a:r>
                      <a:endParaRPr lang="zh-TW" altLang="en-US" sz="1800" dirty="0">
                        <a:latin typeface="微軟正黑體" pitchFamily="34" charset="-120"/>
                        <a:ea typeface="微軟正黑體" pitchFamily="34" charset="-120"/>
                      </a:endParaRPr>
                    </a:p>
                  </a:txBody>
                  <a:tcPr marT="34290" marB="34290"/>
                </a:tc>
                <a:extLst>
                  <a:ext uri="{0D108BD9-81ED-4DB2-BD59-A6C34878D82A}">
                    <a16:rowId xmlns:a16="http://schemas.microsoft.com/office/drawing/2014/main" val="10000"/>
                  </a:ext>
                </a:extLst>
              </a:tr>
              <a:tr h="342900">
                <a:tc>
                  <a:txBody>
                    <a:bodyPr/>
                    <a:lstStyle/>
                    <a:p>
                      <a:r>
                        <a:rPr lang="zh-TW" altLang="en-US" sz="1800" b="1" dirty="0"/>
                        <a:t>系統本質</a:t>
                      </a:r>
                      <a:endParaRPr lang="zh-TW" altLang="en-US" sz="1800" b="1" dirty="0">
                        <a:latin typeface="微軟正黑體" pitchFamily="34" charset="-120"/>
                        <a:ea typeface="微軟正黑體" pitchFamily="34" charset="-120"/>
                      </a:endParaRPr>
                    </a:p>
                  </a:txBody>
                  <a:tcPr marT="34290" marB="34290"/>
                </a:tc>
                <a:tc>
                  <a:txBody>
                    <a:bodyPr/>
                    <a:lstStyle/>
                    <a:p>
                      <a:r>
                        <a:rPr lang="zh-TW" altLang="en-US" sz="1800" b="1" dirty="0"/>
                        <a:t>開放、多元、有彈性</a:t>
                      </a:r>
                      <a:endParaRPr lang="zh-TW" altLang="en-US" sz="1800" b="1" dirty="0">
                        <a:latin typeface="微軟正黑體" pitchFamily="34" charset="-120"/>
                        <a:ea typeface="微軟正黑體" pitchFamily="34" charset="-120"/>
                      </a:endParaRPr>
                    </a:p>
                  </a:txBody>
                  <a:tcPr marT="34290" marB="3429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b="1" dirty="0"/>
                        <a:t>簡潔、易用、穩定</a:t>
                      </a:r>
                      <a:endParaRPr lang="zh-TW" altLang="en-US" sz="1800" b="1" dirty="0">
                        <a:latin typeface="微軟正黑體" pitchFamily="34" charset="-120"/>
                        <a:ea typeface="微軟正黑體" pitchFamily="34" charset="-120"/>
                      </a:endParaRPr>
                    </a:p>
                  </a:txBody>
                  <a:tcPr marT="34290" marB="34290"/>
                </a:tc>
                <a:extLst>
                  <a:ext uri="{0D108BD9-81ED-4DB2-BD59-A6C34878D82A}">
                    <a16:rowId xmlns:a16="http://schemas.microsoft.com/office/drawing/2014/main" val="10001"/>
                  </a:ext>
                </a:extLst>
              </a:tr>
              <a:tr h="342900">
                <a:tc>
                  <a:txBody>
                    <a:bodyPr/>
                    <a:lstStyle/>
                    <a:p>
                      <a:r>
                        <a:rPr lang="zh-TW" altLang="en-US" sz="1800" b="1" dirty="0"/>
                        <a:t>系統核心</a:t>
                      </a:r>
                      <a:endParaRPr lang="zh-TW" altLang="en-US" sz="1800" b="1" dirty="0">
                        <a:latin typeface="微軟正黑體" pitchFamily="34" charset="-120"/>
                        <a:ea typeface="微軟正黑體" pitchFamily="34" charset="-120"/>
                      </a:endParaRPr>
                    </a:p>
                  </a:txBody>
                  <a:tcPr marT="34290" marB="34290"/>
                </a:tc>
                <a:tc>
                  <a:txBody>
                    <a:bodyPr/>
                    <a:lstStyle/>
                    <a:p>
                      <a:r>
                        <a:rPr lang="en-US" altLang="zh-TW" sz="1800" b="1" dirty="0"/>
                        <a:t>Linux</a:t>
                      </a:r>
                      <a:endParaRPr lang="zh-TW" altLang="en-US" sz="1800" b="1" dirty="0">
                        <a:latin typeface="微軟正黑體" pitchFamily="34" charset="-120"/>
                        <a:ea typeface="微軟正黑體" pitchFamily="34" charset="-120"/>
                      </a:endParaRPr>
                    </a:p>
                  </a:txBody>
                  <a:tcPr marT="34290" marB="3429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TW" sz="1800" b="1" dirty="0"/>
                        <a:t>OS X(Darwin)</a:t>
                      </a:r>
                      <a:endParaRPr lang="zh-TW" altLang="en-US" sz="1800" b="1" dirty="0">
                        <a:latin typeface="微軟正黑體" pitchFamily="34" charset="-120"/>
                        <a:ea typeface="微軟正黑體" pitchFamily="34" charset="-120"/>
                      </a:endParaRPr>
                    </a:p>
                  </a:txBody>
                  <a:tcPr marT="34290" marB="34290"/>
                </a:tc>
                <a:extLst>
                  <a:ext uri="{0D108BD9-81ED-4DB2-BD59-A6C34878D82A}">
                    <a16:rowId xmlns:a16="http://schemas.microsoft.com/office/drawing/2014/main" val="10002"/>
                  </a:ext>
                </a:extLst>
              </a:tr>
              <a:tr h="617220">
                <a:tc>
                  <a:txBody>
                    <a:bodyPr/>
                    <a:lstStyle/>
                    <a:p>
                      <a:r>
                        <a:rPr lang="zh-TW" altLang="en-US" sz="1800" b="1" dirty="0"/>
                        <a:t>軟體開發語言</a:t>
                      </a:r>
                      <a:endParaRPr lang="zh-TW" altLang="en-US" sz="1800" b="1" dirty="0">
                        <a:latin typeface="微軟正黑體" pitchFamily="34" charset="-120"/>
                        <a:ea typeface="微軟正黑體" pitchFamily="34" charset="-120"/>
                      </a:endParaRPr>
                    </a:p>
                  </a:txBody>
                  <a:tcPr marT="34290" marB="34290"/>
                </a:tc>
                <a:tc>
                  <a:txBody>
                    <a:bodyPr/>
                    <a:lstStyle/>
                    <a:p>
                      <a:r>
                        <a:rPr lang="en-US" altLang="zh-TW" sz="1800" b="1" dirty="0"/>
                        <a:t>C/ C++/ Java/ Kotlin</a:t>
                      </a:r>
                      <a:endParaRPr lang="zh-TW" altLang="en-US" sz="1800" b="1" dirty="0">
                        <a:latin typeface="微軟正黑體" pitchFamily="34" charset="-120"/>
                        <a:ea typeface="微軟正黑體" pitchFamily="34" charset="-120"/>
                      </a:endParaRPr>
                    </a:p>
                  </a:txBody>
                  <a:tcPr marT="34290" marB="34290"/>
                </a:tc>
                <a:tc>
                  <a:txBody>
                    <a:bodyPr/>
                    <a:lstStyle/>
                    <a:p>
                      <a:r>
                        <a:rPr lang="en-US" altLang="zh-TW" sz="1800" b="1" dirty="0"/>
                        <a:t>C/ C++/ Objective-C /Swift</a:t>
                      </a:r>
                      <a:endParaRPr lang="en-US" altLang="zh-TW" sz="1800" b="1" dirty="0">
                        <a:latin typeface="微軟正黑體" pitchFamily="34" charset="-120"/>
                        <a:ea typeface="微軟正黑體" pitchFamily="34" charset="-120"/>
                      </a:endParaRPr>
                    </a:p>
                  </a:txBody>
                  <a:tcPr marT="34290" marB="34290"/>
                </a:tc>
                <a:extLst>
                  <a:ext uri="{0D108BD9-81ED-4DB2-BD59-A6C34878D82A}">
                    <a16:rowId xmlns:a16="http://schemas.microsoft.com/office/drawing/2014/main" val="10003"/>
                  </a:ext>
                </a:extLst>
              </a:tr>
              <a:tr h="617220">
                <a:tc>
                  <a:txBody>
                    <a:bodyPr/>
                    <a:lstStyle/>
                    <a:p>
                      <a:r>
                        <a:rPr lang="zh-TW" altLang="en-US" sz="1800" b="1" dirty="0"/>
                        <a:t>系統客製化</a:t>
                      </a:r>
                      <a:endParaRPr lang="zh-TW" altLang="en-US" sz="1800" b="1" dirty="0">
                        <a:latin typeface="微軟正黑體" pitchFamily="34" charset="-120"/>
                        <a:ea typeface="微軟正黑體" pitchFamily="34" charset="-120"/>
                      </a:endParaRPr>
                    </a:p>
                  </a:txBody>
                  <a:tcPr marT="34290" marB="34290"/>
                </a:tc>
                <a:tc>
                  <a:txBody>
                    <a:bodyPr/>
                    <a:lstStyle/>
                    <a:p>
                      <a:r>
                        <a:rPr lang="zh-TW" altLang="en-US" sz="1800" b="1" dirty="0"/>
                        <a:t>容易</a:t>
                      </a:r>
                      <a:endParaRPr lang="zh-TW" altLang="en-US" sz="1800" b="1" dirty="0">
                        <a:latin typeface="微軟正黑體" pitchFamily="34" charset="-120"/>
                        <a:ea typeface="微軟正黑體" pitchFamily="34" charset="-120"/>
                      </a:endParaRPr>
                    </a:p>
                  </a:txBody>
                  <a:tcPr marT="34290" marB="3429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b="1" dirty="0"/>
                        <a:t>非常有限，除非越獄</a:t>
                      </a:r>
                      <a:endParaRPr lang="zh-TW" altLang="en-US" sz="1800" b="1" dirty="0">
                        <a:latin typeface="微軟正黑體" pitchFamily="34" charset="-120"/>
                        <a:ea typeface="微軟正黑體" pitchFamily="34" charset="-120"/>
                      </a:endParaRPr>
                    </a:p>
                  </a:txBody>
                  <a:tcPr marT="34290" marB="34290"/>
                </a:tc>
                <a:extLst>
                  <a:ext uri="{0D108BD9-81ED-4DB2-BD59-A6C34878D82A}">
                    <a16:rowId xmlns:a16="http://schemas.microsoft.com/office/drawing/2014/main" val="10004"/>
                  </a:ext>
                </a:extLst>
              </a:tr>
              <a:tr h="617220">
                <a:tc>
                  <a:txBody>
                    <a:bodyPr/>
                    <a:lstStyle/>
                    <a:p>
                      <a:r>
                        <a:rPr lang="zh-TW" altLang="en-US" sz="1800" b="1" dirty="0"/>
                        <a:t>可使用記憶卡</a:t>
                      </a:r>
                      <a:endParaRPr lang="zh-TW" altLang="en-US" sz="1800" b="1" dirty="0">
                        <a:latin typeface="微軟正黑體" pitchFamily="34" charset="-120"/>
                        <a:ea typeface="微軟正黑體" pitchFamily="34" charset="-120"/>
                      </a:endParaRPr>
                    </a:p>
                  </a:txBody>
                  <a:tcPr marT="34290" marB="34290"/>
                </a:tc>
                <a:tc>
                  <a:txBody>
                    <a:bodyPr/>
                    <a:lstStyle/>
                    <a:p>
                      <a:r>
                        <a:rPr lang="zh-TW" altLang="en-US" sz="1800" b="1" dirty="0"/>
                        <a:t>依裝置廠牌型號而有所不同</a:t>
                      </a:r>
                      <a:endParaRPr lang="zh-TW" altLang="en-US" sz="1800" b="1" dirty="0">
                        <a:latin typeface="微軟正黑體" pitchFamily="34" charset="-120"/>
                        <a:ea typeface="微軟正黑體" pitchFamily="34" charset="-120"/>
                      </a:endParaRPr>
                    </a:p>
                  </a:txBody>
                  <a:tcPr marT="34290" marB="3429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b="1" dirty="0"/>
                        <a:t>無法使用</a:t>
                      </a:r>
                      <a:endParaRPr lang="zh-TW" altLang="en-US" sz="1800" b="1" dirty="0">
                        <a:latin typeface="微軟正黑體" pitchFamily="34" charset="-120"/>
                        <a:ea typeface="微軟正黑體" pitchFamily="34" charset="-120"/>
                      </a:endParaRPr>
                    </a:p>
                  </a:txBody>
                  <a:tcPr marT="34290" marB="34290"/>
                </a:tc>
                <a:extLst>
                  <a:ext uri="{0D108BD9-81ED-4DB2-BD59-A6C34878D82A}">
                    <a16:rowId xmlns:a16="http://schemas.microsoft.com/office/drawing/2014/main" val="10005"/>
                  </a:ext>
                </a:extLst>
              </a:tr>
            </a:tbl>
          </a:graphicData>
        </a:graphic>
      </p:graphicFrame>
      <p:sp>
        <p:nvSpPr>
          <p:cNvPr id="4" name="向下箭號圖說文字 3"/>
          <p:cNvSpPr/>
          <p:nvPr/>
        </p:nvSpPr>
        <p:spPr>
          <a:xfrm>
            <a:off x="734431" y="907856"/>
            <a:ext cx="7572985" cy="540060"/>
          </a:xfrm>
          <a:prstGeom prst="downArrowCallout">
            <a:avLst>
              <a:gd name="adj1" fmla="val 20659"/>
              <a:gd name="adj2" fmla="val 25000"/>
              <a:gd name="adj3" fmla="val 25000"/>
              <a:gd name="adj4" fmla="val 64977"/>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zh-TW" altLang="en-US" b="1" dirty="0">
                <a:latin typeface="微軟正黑體" pitchFamily="34" charset="-120"/>
                <a:ea typeface="微軟正黑體" pitchFamily="34" charset="-120"/>
              </a:rPr>
              <a:t>比較熱門的行動裝置作業系統：</a:t>
            </a:r>
            <a:r>
              <a:rPr lang="en-US" altLang="zh-TW" b="1" dirty="0">
                <a:latin typeface="微軟正黑體" pitchFamily="34" charset="-120"/>
                <a:ea typeface="微軟正黑體" pitchFamily="34" charset="-120"/>
              </a:rPr>
              <a:t>Google Android VS. Apple </a:t>
            </a:r>
            <a:r>
              <a:rPr lang="en-US" altLang="zh-TW" b="1" dirty="0" err="1">
                <a:latin typeface="微軟正黑體" pitchFamily="34" charset="-120"/>
                <a:ea typeface="微軟正黑體" pitchFamily="34" charset="-120"/>
              </a:rPr>
              <a:t>iOS</a:t>
            </a:r>
            <a:endParaRPr lang="zh-TW" altLang="en-US" dirty="0">
              <a:latin typeface="微軟正黑體" pitchFamily="34" charset="-120"/>
              <a:ea typeface="微軟正黑體" pitchFamily="34" charset="-120"/>
            </a:endParaRPr>
          </a:p>
        </p:txBody>
      </p:sp>
    </p:spTree>
    <p:extLst>
      <p:ext uri="{BB962C8B-B14F-4D97-AF65-F5344CB8AC3E}">
        <p14:creationId xmlns:p14="http://schemas.microsoft.com/office/powerpoint/2010/main" val="255821739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fontScale="92500" lnSpcReduction="10000"/>
          </a:bodyPr>
          <a:lstStyle/>
          <a:p>
            <a:r>
              <a:rPr lang="zh-TW" altLang="en-US" dirty="0">
                <a:solidFill>
                  <a:srgbClr val="C00000"/>
                </a:solidFill>
              </a:rPr>
              <a:t>「越獄」（</a:t>
            </a:r>
            <a:r>
              <a:rPr lang="en-US" altLang="zh-TW" dirty="0">
                <a:solidFill>
                  <a:srgbClr val="C00000"/>
                </a:solidFill>
              </a:rPr>
              <a:t>jailbreak</a:t>
            </a:r>
            <a:r>
              <a:rPr lang="zh-TW" altLang="en-US" dirty="0">
                <a:solidFill>
                  <a:srgbClr val="C00000"/>
                </a:solidFill>
              </a:rPr>
              <a:t>）</a:t>
            </a:r>
            <a:endParaRPr lang="en-US" altLang="zh-TW" dirty="0">
              <a:solidFill>
                <a:srgbClr val="C00000"/>
              </a:solidFill>
            </a:endParaRPr>
          </a:p>
          <a:p>
            <a:r>
              <a:rPr lang="zh-TW" altLang="en-US" dirty="0"/>
              <a:t>這詞在</a:t>
            </a:r>
            <a:r>
              <a:rPr lang="en-US" altLang="zh-TW" dirty="0"/>
              <a:t>iOS</a:t>
            </a:r>
            <a:r>
              <a:rPr lang="zh-TW" altLang="en-US" dirty="0"/>
              <a:t>作業系統上很常見。由於</a:t>
            </a:r>
            <a:r>
              <a:rPr lang="en-US" altLang="zh-TW" dirty="0"/>
              <a:t>iOS</a:t>
            </a:r>
            <a:r>
              <a:rPr lang="zh-TW" altLang="en-US" dirty="0"/>
              <a:t>的限制較多，駭客便嘗試破解作業系統，以取得更多系統權限，安裝客製化的軟體。</a:t>
            </a:r>
            <a:endParaRPr lang="en-US" altLang="zh-TW" dirty="0"/>
          </a:p>
          <a:p>
            <a:r>
              <a:rPr lang="zh-TW" altLang="en-US" dirty="0"/>
              <a:t>在</a:t>
            </a:r>
            <a:r>
              <a:rPr lang="en-US" altLang="zh-TW" dirty="0"/>
              <a:t>Android</a:t>
            </a:r>
            <a:r>
              <a:rPr lang="zh-TW" altLang="en-US" dirty="0"/>
              <a:t>系統上，雖然客製化已經非常容易了，但不滿足的使用者也會嘗試取得所謂的「</a:t>
            </a:r>
            <a:r>
              <a:rPr lang="en-US" altLang="zh-TW" dirty="0"/>
              <a:t>root</a:t>
            </a:r>
            <a:r>
              <a:rPr lang="zh-TW" altLang="en-US" dirty="0"/>
              <a:t>」系統管理員權限，以更進一步地控制自己的行動裝置。</a:t>
            </a:r>
          </a:p>
        </p:txBody>
      </p:sp>
    </p:spTree>
    <p:extLst>
      <p:ext uri="{BB962C8B-B14F-4D97-AF65-F5344CB8AC3E}">
        <p14:creationId xmlns:p14="http://schemas.microsoft.com/office/powerpoint/2010/main" val="5470337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zh-TW" altLang="en-US" dirty="0"/>
              <a:t>越獄程式通常來自不明的出處，越獄後安裝的第三方軟體可能藏有後門，另外，如果不小心沒有操作好的話，可能還會發生無法回復的破壞或是影響</a:t>
            </a:r>
            <a:r>
              <a:rPr lang="zh-TW" altLang="en-US"/>
              <a:t>保固。</a:t>
            </a:r>
            <a:endParaRPr lang="zh-TW" altLang="en-US" dirty="0"/>
          </a:p>
          <a:p>
            <a:endParaRPr lang="zh-TW" altLang="en-US" dirty="0"/>
          </a:p>
        </p:txBody>
      </p:sp>
    </p:spTree>
    <p:extLst>
      <p:ext uri="{BB962C8B-B14F-4D97-AF65-F5344CB8AC3E}">
        <p14:creationId xmlns:p14="http://schemas.microsoft.com/office/powerpoint/2010/main" val="2177440843"/>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Chrome OS</a:t>
            </a:r>
            <a:endParaRPr lang="zh-TW" altLang="en-US" dirty="0"/>
          </a:p>
        </p:txBody>
      </p:sp>
      <p:sp>
        <p:nvSpPr>
          <p:cNvPr id="4" name="內容版面配置區 3"/>
          <p:cNvSpPr>
            <a:spLocks noGrp="1"/>
          </p:cNvSpPr>
          <p:nvPr>
            <p:ph idx="1"/>
          </p:nvPr>
        </p:nvSpPr>
        <p:spPr/>
        <p:txBody>
          <a:bodyPr>
            <a:normAutofit fontScale="92500" lnSpcReduction="10000"/>
          </a:bodyPr>
          <a:lstStyle/>
          <a:p>
            <a:pPr>
              <a:lnSpc>
                <a:spcPct val="120000"/>
              </a:lnSpc>
            </a:pPr>
            <a:r>
              <a:rPr lang="en-US" altLang="zh-TW" dirty="0"/>
              <a:t>Chrome OS</a:t>
            </a:r>
            <a:r>
              <a:rPr lang="zh-TW" altLang="zh-TW" dirty="0"/>
              <a:t>是由</a:t>
            </a:r>
            <a:r>
              <a:rPr lang="en-US" altLang="zh-TW" dirty="0"/>
              <a:t>Google</a:t>
            </a:r>
            <a:r>
              <a:rPr lang="zh-TW" altLang="zh-TW" dirty="0"/>
              <a:t>針對上網裝置推出的輕型作業系統。</a:t>
            </a:r>
            <a:endParaRPr lang="en-US" altLang="zh-TW" dirty="0"/>
          </a:p>
          <a:p>
            <a:pPr>
              <a:lnSpc>
                <a:spcPct val="120000"/>
              </a:lnSpc>
            </a:pPr>
            <a:r>
              <a:rPr lang="en-US" altLang="zh-TW" dirty="0"/>
              <a:t>Chrome OS</a:t>
            </a:r>
            <a:r>
              <a:rPr lang="zh-TW" altLang="zh-TW" dirty="0"/>
              <a:t>的理念就是：使用者不需要安裝任何應用程式，只要有網頁瀏覽器，所有的應用程式都可以在雲端裡執行。也因此，</a:t>
            </a:r>
            <a:r>
              <a:rPr lang="en-US" altLang="zh-TW" dirty="0"/>
              <a:t>Chrome OS</a:t>
            </a:r>
            <a:r>
              <a:rPr lang="zh-TW" altLang="zh-TW" dirty="0"/>
              <a:t>其實沒辦法安裝一般的應用程式。</a:t>
            </a:r>
            <a:endParaRPr lang="en-US" altLang="zh-TW" dirty="0"/>
          </a:p>
        </p:txBody>
      </p:sp>
    </p:spTree>
    <p:extLst>
      <p:ext uri="{BB962C8B-B14F-4D97-AF65-F5344CB8AC3E}">
        <p14:creationId xmlns:p14="http://schemas.microsoft.com/office/powerpoint/2010/main" val="422584113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Chrome OS</a:t>
            </a:r>
            <a:endParaRPr lang="zh-TW" altLang="en-US" dirty="0"/>
          </a:p>
        </p:txBody>
      </p:sp>
      <p:sp>
        <p:nvSpPr>
          <p:cNvPr id="3" name="內容版面配置區 2"/>
          <p:cNvSpPr>
            <a:spLocks noGrp="1"/>
          </p:cNvSpPr>
          <p:nvPr>
            <p:ph idx="1"/>
          </p:nvPr>
        </p:nvSpPr>
        <p:spPr/>
        <p:txBody>
          <a:bodyPr/>
          <a:lstStyle/>
          <a:p>
            <a:r>
              <a:rPr lang="zh-TW" altLang="zh-TW" dirty="0"/>
              <a:t>雲端上的應用程式（如</a:t>
            </a:r>
            <a:r>
              <a:rPr lang="en-US" altLang="zh-TW" dirty="0"/>
              <a:t>Google</a:t>
            </a:r>
            <a:r>
              <a:rPr lang="zh-TW" altLang="zh-TW" dirty="0"/>
              <a:t>的各式服務）在</a:t>
            </a:r>
            <a:r>
              <a:rPr lang="en-US" altLang="zh-TW" dirty="0"/>
              <a:t>Chrome OS</a:t>
            </a:r>
            <a:r>
              <a:rPr lang="zh-TW" altLang="zh-TW" dirty="0"/>
              <a:t>裡執行時，也包裝得好像就是本機的應用程式一樣。</a:t>
            </a:r>
            <a:endParaRPr lang="en-US" altLang="zh-TW" dirty="0"/>
          </a:p>
          <a:p>
            <a:r>
              <a:rPr lang="zh-TW" altLang="zh-TW" dirty="0"/>
              <a:t>此外，使用者必</a:t>
            </a:r>
            <a:r>
              <a:rPr lang="zh-TW" altLang="en-US" dirty="0"/>
              <a:t>須</a:t>
            </a:r>
            <a:r>
              <a:rPr lang="zh-TW" altLang="zh-TW" dirty="0"/>
              <a:t>要有</a:t>
            </a:r>
            <a:r>
              <a:rPr lang="en-US" altLang="zh-TW" dirty="0"/>
              <a:t>Google</a:t>
            </a:r>
            <a:r>
              <a:rPr lang="zh-TW" altLang="zh-TW" dirty="0"/>
              <a:t>帳號，才得以登入和使用</a:t>
            </a:r>
            <a:r>
              <a:rPr lang="en-US" altLang="zh-TW" dirty="0"/>
              <a:t>Chrome OS </a:t>
            </a:r>
            <a:r>
              <a:rPr lang="zh-TW" altLang="zh-TW" dirty="0"/>
              <a:t>。</a:t>
            </a:r>
            <a:endParaRPr lang="zh-TW" altLang="en-US" dirty="0"/>
          </a:p>
          <a:p>
            <a:endParaRPr lang="zh-TW" altLang="en-US" dirty="0"/>
          </a:p>
        </p:txBody>
      </p:sp>
    </p:spTree>
    <p:extLst>
      <p:ext uri="{BB962C8B-B14F-4D97-AF65-F5344CB8AC3E}">
        <p14:creationId xmlns:p14="http://schemas.microsoft.com/office/powerpoint/2010/main" val="242409541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Chrome OS</a:t>
            </a:r>
            <a:r>
              <a:rPr lang="zh-TW" altLang="zh-TW"/>
              <a:t>的</a:t>
            </a:r>
            <a:r>
              <a:rPr lang="zh-TW" altLang="zh-TW" dirty="0"/>
              <a:t>桌面截圖</a:t>
            </a:r>
            <a:endParaRPr lang="zh-TW" altLang="en-US" dirty="0"/>
          </a:p>
        </p:txBody>
      </p:sp>
      <p:sp>
        <p:nvSpPr>
          <p:cNvPr id="3" name="內容版面配置區 2"/>
          <p:cNvSpPr>
            <a:spLocks noGrp="1"/>
          </p:cNvSpPr>
          <p:nvPr>
            <p:ph idx="1"/>
          </p:nvPr>
        </p:nvSpPr>
        <p:spPr/>
        <p:txBody>
          <a:bodyPr/>
          <a:lstStyle/>
          <a:p>
            <a:endParaRPr lang="zh-TW" altLang="en-US" dirty="0"/>
          </a:p>
        </p:txBody>
      </p:sp>
      <p:pic>
        <p:nvPicPr>
          <p:cNvPr id="5" name="Picture 9"/>
          <p:cNvPicPr>
            <a:picLocks/>
          </p:cNvPicPr>
          <p:nvPr/>
        </p:nvPicPr>
        <p:blipFill>
          <a:blip r:embed="rId2"/>
          <a:stretch>
            <a:fillRect/>
          </a:stretch>
        </p:blipFill>
        <p:spPr>
          <a:xfrm>
            <a:off x="2411760" y="1491854"/>
            <a:ext cx="4308651" cy="322744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985465907"/>
      </p:ext>
    </p:extLst>
  </p:cSld>
  <p:clrMapOvr>
    <a:masterClrMapping/>
  </p:clrMapOvr>
</p:sld>
</file>

<file path=ppt/theme/theme1.xml><?xml version="1.0" encoding="utf-8"?>
<a:theme xmlns:a="http://schemas.openxmlformats.org/drawingml/2006/main" name="Office 佈景主題">
  <a:themeElements>
    <a:clrScheme name="藍綠色">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自訂 3">
      <a:majorFont>
        <a:latin typeface="Calibri"/>
        <a:ea typeface="微軟正黑體"/>
        <a:cs typeface=""/>
      </a:majorFont>
      <a:minorFont>
        <a:latin typeface="Calibri"/>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3202</TotalTime>
  <Words>8072</Words>
  <Application>Microsoft Office PowerPoint</Application>
  <PresentationFormat>如螢幕大小 (16:9)</PresentationFormat>
  <Paragraphs>693</Paragraphs>
  <Slides>181</Slides>
  <Notes>0</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181</vt:i4>
      </vt:variant>
    </vt:vector>
  </HeadingPairs>
  <TitlesOfParts>
    <vt:vector size="186" baseType="lpstr">
      <vt:lpstr>微軟正黑體</vt:lpstr>
      <vt:lpstr>Arial</vt:lpstr>
      <vt:lpstr>Calibri</vt:lpstr>
      <vt:lpstr>Wingdings 3</vt:lpstr>
      <vt:lpstr>Office 佈景主題</vt:lpstr>
      <vt:lpstr>作業系統</vt:lpstr>
      <vt:lpstr>4-1 作業系統簡介</vt:lpstr>
      <vt:lpstr>4-1 作業系統簡介</vt:lpstr>
      <vt:lpstr>PowerPoint 簡報</vt:lpstr>
      <vt:lpstr>4-1 作業系統簡介</vt:lpstr>
      <vt:lpstr>4-1 作業系統簡介</vt:lpstr>
      <vt:lpstr>4-1 作業系統簡介</vt:lpstr>
      <vt:lpstr>4-1 作業系統簡介</vt:lpstr>
      <vt:lpstr>4-1 作業系統簡介</vt:lpstr>
      <vt:lpstr>PowerPoint 簡報</vt:lpstr>
      <vt:lpstr>作業系統負責的工作</vt:lpstr>
      <vt:lpstr>中央處理器管理</vt:lpstr>
      <vt:lpstr>中央處理器管理</vt:lpstr>
      <vt:lpstr>中央處理器管理</vt:lpstr>
      <vt:lpstr>記憶體管理</vt:lpstr>
      <vt:lpstr>記憶體管理</vt:lpstr>
      <vt:lpstr>檔案管理</vt:lpstr>
      <vt:lpstr>周邊設備管理</vt:lpstr>
      <vt:lpstr>程序管理</vt:lpstr>
      <vt:lpstr>程序管理</vt:lpstr>
      <vt:lpstr>4-2 各類作業系統</vt:lpstr>
      <vt:lpstr>主機型系統</vt:lpstr>
      <vt:lpstr>手動操作階段</vt:lpstr>
      <vt:lpstr>手動操作階段</vt:lpstr>
      <vt:lpstr>批次系統 (batch system)</vt:lpstr>
      <vt:lpstr>批次系統 (batch system)</vt:lpstr>
      <vt:lpstr>批次系統 (batch system)</vt:lpstr>
      <vt:lpstr>批次系統 (batch system)</vt:lpstr>
      <vt:lpstr>多元程式規劃系統</vt:lpstr>
      <vt:lpstr>程序的生命週期</vt:lpstr>
      <vt:lpstr>程序的生命週期</vt:lpstr>
      <vt:lpstr>多元程式規劃系統</vt:lpstr>
      <vt:lpstr>多元程式規劃系統</vt:lpstr>
      <vt:lpstr>多元程式規劃的排程</vt:lpstr>
      <vt:lpstr>多元程式規劃的排程</vt:lpstr>
      <vt:lpstr>多元程式規劃的排程</vt:lpstr>
      <vt:lpstr>多元程式規劃的排程</vt:lpstr>
      <vt:lpstr>多元程式規劃的排程</vt:lpstr>
      <vt:lpstr>PowerPoint 簡報</vt:lpstr>
      <vt:lpstr>分時系統</vt:lpstr>
      <vt:lpstr>分時系統</vt:lpstr>
      <vt:lpstr>分時系統</vt:lpstr>
      <vt:lpstr>分時系統的特色</vt:lpstr>
      <vt:lpstr>分時系統</vt:lpstr>
      <vt:lpstr>個人電腦系統</vt:lpstr>
      <vt:lpstr>個人電腦常見的作業系統</vt:lpstr>
      <vt:lpstr>多處理器系統</vt:lpstr>
      <vt:lpstr>多處理器系統</vt:lpstr>
      <vt:lpstr>多處理器系統</vt:lpstr>
      <vt:lpstr>多處理器系統</vt:lpstr>
      <vt:lpstr>多處理器系統</vt:lpstr>
      <vt:lpstr>分散式系統</vt:lpstr>
      <vt:lpstr>分散式系統</vt:lpstr>
      <vt:lpstr>Web Service</vt:lpstr>
      <vt:lpstr>Web Service</vt:lpstr>
      <vt:lpstr>PowerPoint 簡報</vt:lpstr>
      <vt:lpstr>Web Service</vt:lpstr>
      <vt:lpstr>Web Service</vt:lpstr>
      <vt:lpstr>即時系統</vt:lpstr>
      <vt:lpstr>即時系統</vt:lpstr>
      <vt:lpstr>即時系統</vt:lpstr>
      <vt:lpstr>設計即時系統的重點</vt:lpstr>
      <vt:lpstr>4-3 CPU排程</vt:lpstr>
      <vt:lpstr>4-3 CPU排程</vt:lpstr>
      <vt:lpstr>CPU排程的決策時間點</vt:lpstr>
      <vt:lpstr>CPU排程的決策時間點</vt:lpstr>
      <vt:lpstr>4-3 CPU排程</vt:lpstr>
      <vt:lpstr>CPU排程演算法的評估標準</vt:lpstr>
      <vt:lpstr>CPU排程演算法的評估標準</vt:lpstr>
      <vt:lpstr>CPU排程演算法</vt:lpstr>
      <vt:lpstr>先到先處理</vt:lpstr>
      <vt:lpstr>先到先處理</vt:lpstr>
      <vt:lpstr>先到先處理</vt:lpstr>
      <vt:lpstr>先到先處理</vt:lpstr>
      <vt:lpstr>先到先處理</vt:lpstr>
      <vt:lpstr>先到先處理</vt:lpstr>
      <vt:lpstr>先到先處理</vt:lpstr>
      <vt:lpstr>先到先處理</vt:lpstr>
      <vt:lpstr>最短工作先處理</vt:lpstr>
      <vt:lpstr>最短工作先處理</vt:lpstr>
      <vt:lpstr>最短工作先處理</vt:lpstr>
      <vt:lpstr>最短工作先處理</vt:lpstr>
      <vt:lpstr>最短工作先處理</vt:lpstr>
      <vt:lpstr>最短工作先處理</vt:lpstr>
      <vt:lpstr>最短工作先處理</vt:lpstr>
      <vt:lpstr>最短工作先處理</vt:lpstr>
      <vt:lpstr>優先權排程</vt:lpstr>
      <vt:lpstr>優先權排程</vt:lpstr>
      <vt:lpstr>優先權排程</vt:lpstr>
      <vt:lpstr>優先權排程</vt:lpstr>
      <vt:lpstr>優先權排程</vt:lpstr>
      <vt:lpstr>優先權排程</vt:lpstr>
      <vt:lpstr>依序循環排程</vt:lpstr>
      <vt:lpstr>依序循環排程</vt:lpstr>
      <vt:lpstr>依序循環排程</vt:lpstr>
      <vt:lpstr>依序循環排程</vt:lpstr>
      <vt:lpstr>依序循環排程</vt:lpstr>
      <vt:lpstr>依序循環排程</vt:lpstr>
      <vt:lpstr>依序循環排程</vt:lpstr>
      <vt:lpstr>依序循環排程</vt:lpstr>
      <vt:lpstr>4-3 CPU排程</vt:lpstr>
      <vt:lpstr>死結</vt:lpstr>
      <vt:lpstr>死結</vt:lpstr>
      <vt:lpstr>死結</vt:lpstr>
      <vt:lpstr>4-4 記憶體管理</vt:lpstr>
      <vt:lpstr>記憶體管理的功能</vt:lpstr>
      <vt:lpstr>記憶體管理的功能</vt:lpstr>
      <vt:lpstr>PowerPoint 簡報</vt:lpstr>
      <vt:lpstr>單一連續記憶體配置方式</vt:lpstr>
      <vt:lpstr>單一連續記憶體配置方式</vt:lpstr>
      <vt:lpstr>界線位址保護法</vt:lpstr>
      <vt:lpstr>界線位址保護法</vt:lpstr>
      <vt:lpstr>PowerPoint 簡報</vt:lpstr>
      <vt:lpstr>動態載入</vt:lpstr>
      <vt:lpstr>動態載入</vt:lpstr>
      <vt:lpstr>覆蓋</vt:lpstr>
      <vt:lpstr>覆蓋</vt:lpstr>
      <vt:lpstr>覆蓋</vt:lpstr>
      <vt:lpstr>覆蓋</vt:lpstr>
      <vt:lpstr>PowerPoint 簡報</vt:lpstr>
      <vt:lpstr>置換</vt:lpstr>
      <vt:lpstr>置換</vt:lpstr>
      <vt:lpstr>置換</vt:lpstr>
      <vt:lpstr>置換</vt:lpstr>
      <vt:lpstr>分頁</vt:lpstr>
      <vt:lpstr>4-5 檔案系統</vt:lpstr>
      <vt:lpstr>4-5 檔案系統</vt:lpstr>
      <vt:lpstr>檔案屬性</vt:lpstr>
      <vt:lpstr>檔案屬性</vt:lpstr>
      <vt:lpstr>4-5 檔案系統</vt:lpstr>
      <vt:lpstr>檔案的基本操作</vt:lpstr>
      <vt:lpstr>檔案的基本操作</vt:lpstr>
      <vt:lpstr>目錄結構的操作功能</vt:lpstr>
      <vt:lpstr>目錄結構的操作功能</vt:lpstr>
      <vt:lpstr>單層目錄</vt:lpstr>
      <vt:lpstr>單層目錄</vt:lpstr>
      <vt:lpstr>雙層目錄</vt:lpstr>
      <vt:lpstr>絕對路徑和相對路徑</vt:lpstr>
      <vt:lpstr>PowerPoint 簡報</vt:lpstr>
      <vt:lpstr>4-6 熱門作業系統介紹</vt:lpstr>
      <vt:lpstr>Linux</vt:lpstr>
      <vt:lpstr>Linux</vt:lpstr>
      <vt:lpstr>Linux</vt:lpstr>
      <vt:lpstr>Linux</vt:lpstr>
      <vt:lpstr>Linux的特點</vt:lpstr>
      <vt:lpstr>Mac</vt:lpstr>
      <vt:lpstr>Mac</vt:lpstr>
      <vt:lpstr>PowerPoint 簡報</vt:lpstr>
      <vt:lpstr>Windows</vt:lpstr>
      <vt:lpstr>Windows</vt:lpstr>
      <vt:lpstr>Windows</vt:lpstr>
      <vt:lpstr>Windows</vt:lpstr>
      <vt:lpstr>Windows</vt:lpstr>
      <vt:lpstr>PowerPoint 簡報</vt:lpstr>
      <vt:lpstr>Windows</vt:lpstr>
      <vt:lpstr>Windows</vt:lpstr>
      <vt:lpstr>PowerPoint 簡報</vt:lpstr>
      <vt:lpstr>PowerPoint 簡報</vt:lpstr>
      <vt:lpstr>4-7 行動裝置作業系統</vt:lpstr>
      <vt:lpstr>Android</vt:lpstr>
      <vt:lpstr>Android</vt:lpstr>
      <vt:lpstr>Android</vt:lpstr>
      <vt:lpstr>Android</vt:lpstr>
      <vt:lpstr>Android</vt:lpstr>
      <vt:lpstr>Android</vt:lpstr>
      <vt:lpstr>PowerPoint 簡報</vt:lpstr>
      <vt:lpstr>PowerPoint 簡報</vt:lpstr>
      <vt:lpstr>PowerPoint 簡報</vt:lpstr>
      <vt:lpstr>PowerPoint 簡報</vt:lpstr>
      <vt:lpstr>PowerPoint 簡報</vt:lpstr>
      <vt:lpstr>PowerPoint 簡報</vt:lpstr>
      <vt:lpstr>iOS</vt:lpstr>
      <vt:lpstr>iOS</vt:lpstr>
      <vt:lpstr>Android v.s. iOS</vt:lpstr>
      <vt:lpstr>Android v.s. iOS</vt:lpstr>
      <vt:lpstr>PowerPoint 簡報</vt:lpstr>
      <vt:lpstr>PowerPoint 簡報</vt:lpstr>
      <vt:lpstr>PowerPoint 簡報</vt:lpstr>
      <vt:lpstr>Chrome OS</vt:lpstr>
      <vt:lpstr>Chrome OS</vt:lpstr>
      <vt:lpstr>Chrome OS的桌面截圖</vt:lpstr>
    </vt:vector>
  </TitlesOfParts>
  <Company>FDZone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ox01ox01</dc:creator>
  <cp:lastModifiedBy>D2</cp:lastModifiedBy>
  <cp:revision>294</cp:revision>
  <dcterms:created xsi:type="dcterms:W3CDTF">2015-04-21T01:58:17Z</dcterms:created>
  <dcterms:modified xsi:type="dcterms:W3CDTF">2026-06-02T06:09:29Z</dcterms:modified>
</cp:coreProperties>
</file>