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2"/>
  </p:notesMasterIdLst>
  <p:sldIdLst>
    <p:sldId id="256" r:id="rId2"/>
    <p:sldId id="257" r:id="rId3"/>
    <p:sldId id="258" r:id="rId4"/>
    <p:sldId id="425" r:id="rId5"/>
    <p:sldId id="354" r:id="rId6"/>
    <p:sldId id="418" r:id="rId7"/>
    <p:sldId id="259" r:id="rId8"/>
    <p:sldId id="426" r:id="rId9"/>
    <p:sldId id="261" r:id="rId10"/>
    <p:sldId id="262" r:id="rId11"/>
    <p:sldId id="351" r:id="rId12"/>
    <p:sldId id="427" r:id="rId13"/>
    <p:sldId id="263" r:id="rId14"/>
    <p:sldId id="428" r:id="rId15"/>
    <p:sldId id="352" r:id="rId16"/>
    <p:sldId id="355" r:id="rId17"/>
    <p:sldId id="264" r:id="rId18"/>
    <p:sldId id="356" r:id="rId19"/>
    <p:sldId id="429" r:id="rId20"/>
    <p:sldId id="407" r:id="rId21"/>
    <p:sldId id="430" r:id="rId22"/>
    <p:sldId id="408" r:id="rId23"/>
    <p:sldId id="421" r:id="rId24"/>
    <p:sldId id="431" r:id="rId25"/>
    <p:sldId id="280" r:id="rId26"/>
    <p:sldId id="358" r:id="rId27"/>
    <p:sldId id="359" r:id="rId28"/>
    <p:sldId id="283" r:id="rId29"/>
    <p:sldId id="432" r:id="rId30"/>
    <p:sldId id="284" r:id="rId31"/>
    <p:sldId id="433" r:id="rId32"/>
    <p:sldId id="285" r:id="rId33"/>
    <p:sldId id="286" r:id="rId34"/>
    <p:sldId id="287" r:id="rId35"/>
    <p:sldId id="434" r:id="rId36"/>
    <p:sldId id="288" r:id="rId37"/>
    <p:sldId id="435" r:id="rId38"/>
    <p:sldId id="422" r:id="rId39"/>
    <p:sldId id="436" r:id="rId40"/>
    <p:sldId id="291" r:id="rId41"/>
    <p:sldId id="292" r:id="rId42"/>
    <p:sldId id="293" r:id="rId43"/>
    <p:sldId id="360" r:id="rId44"/>
    <p:sldId id="414" r:id="rId45"/>
    <p:sldId id="294" r:id="rId46"/>
    <p:sldId id="438" r:id="rId47"/>
    <p:sldId id="295" r:id="rId48"/>
    <p:sldId id="350" r:id="rId49"/>
    <p:sldId id="361" r:id="rId50"/>
    <p:sldId id="297" r:id="rId51"/>
    <p:sldId id="439" r:id="rId52"/>
    <p:sldId id="300" r:id="rId53"/>
    <p:sldId id="415" r:id="rId54"/>
    <p:sldId id="301" r:id="rId55"/>
    <p:sldId id="302" r:id="rId56"/>
    <p:sldId id="419" r:id="rId57"/>
    <p:sldId id="440" r:id="rId58"/>
    <p:sldId id="391" r:id="rId59"/>
    <p:sldId id="392" r:id="rId60"/>
    <p:sldId id="394" r:id="rId61"/>
    <p:sldId id="337" r:id="rId62"/>
    <p:sldId id="395" r:id="rId63"/>
    <p:sldId id="396" r:id="rId64"/>
    <p:sldId id="424" r:id="rId65"/>
    <p:sldId id="397" r:id="rId66"/>
    <p:sldId id="398" r:id="rId67"/>
    <p:sldId id="420" r:id="rId68"/>
    <p:sldId id="441" r:id="rId69"/>
    <p:sldId id="399" r:id="rId70"/>
    <p:sldId id="400" r:id="rId71"/>
    <p:sldId id="401" r:id="rId72"/>
    <p:sldId id="402" r:id="rId73"/>
    <p:sldId id="403" r:id="rId74"/>
    <p:sldId id="404" r:id="rId75"/>
    <p:sldId id="405" r:id="rId76"/>
    <p:sldId id="406" r:id="rId77"/>
    <p:sldId id="417" r:id="rId78"/>
    <p:sldId id="443" r:id="rId79"/>
    <p:sldId id="444" r:id="rId80"/>
    <p:sldId id="445" r:id="rId81"/>
    <p:sldId id="446" r:id="rId82"/>
    <p:sldId id="447" r:id="rId83"/>
    <p:sldId id="448" r:id="rId84"/>
    <p:sldId id="449" r:id="rId85"/>
    <p:sldId id="450" r:id="rId86"/>
    <p:sldId id="451" r:id="rId87"/>
    <p:sldId id="452" r:id="rId88"/>
    <p:sldId id="453" r:id="rId89"/>
    <p:sldId id="454" r:id="rId90"/>
    <p:sldId id="455" r:id="rId91"/>
    <p:sldId id="456" r:id="rId92"/>
    <p:sldId id="457" r:id="rId93"/>
    <p:sldId id="458" r:id="rId94"/>
    <p:sldId id="459" r:id="rId95"/>
    <p:sldId id="460" r:id="rId96"/>
    <p:sldId id="462" r:id="rId97"/>
    <p:sldId id="461" r:id="rId98"/>
    <p:sldId id="464" r:id="rId99"/>
    <p:sldId id="465" r:id="rId100"/>
    <p:sldId id="466" r:id="rId101"/>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guide id="3" orient="horz" pos="16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FFFFFF"/>
    <a:srgbClr val="FFCC66"/>
    <a:srgbClr val="9BBB59"/>
    <a:srgbClr val="F2F2F2"/>
    <a:srgbClr val="99B16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等深淺樣式 2 - 輔色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中等深淺樣式 2 - 輔色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中等深淺樣式 2 - 輔色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等深淺樣式 2 - 輔色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0A15C55-8517-42AA-B614-E9B94910E393}" styleName="中等深淺樣式 2 - 輔色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859" autoAdjust="0"/>
    <p:restoredTop sz="94660"/>
  </p:normalViewPr>
  <p:slideViewPr>
    <p:cSldViewPr snapToObjects="1">
      <p:cViewPr varScale="1">
        <p:scale>
          <a:sx n="135" d="100"/>
          <a:sy n="135" d="100"/>
        </p:scale>
        <p:origin x="948" y="96"/>
      </p:cViewPr>
      <p:guideLst>
        <p:guide orient="horz" pos="2160"/>
        <p:guide pos="2880"/>
        <p:guide orient="horz" pos="1620"/>
      </p:guideLst>
    </p:cSldViewPr>
  </p:slideViewPr>
  <p:notesTextViewPr>
    <p:cViewPr>
      <p:scale>
        <a:sx n="1" d="1"/>
        <a:sy n="1" d="1"/>
      </p:scale>
      <p:origin x="0" y="0"/>
    </p:cViewPr>
  </p:notesTextViewPr>
  <p:gridSpacing cx="45005" cy="45005"/>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102"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7BB9209-A235-4320-A522-19458C894FB3}"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TW" altLang="en-US"/>
        </a:p>
      </dgm:t>
    </dgm:pt>
    <dgm:pt modelId="{FEAD7DE3-967D-40B9-BD9A-47D14448D8A0}">
      <dgm:prSet/>
      <dgm:spPr/>
      <dgm:t>
        <a:bodyPr/>
        <a:lstStyle/>
        <a:p>
          <a:pPr rtl="0"/>
          <a:r>
            <a:rPr lang="zh-TW" b="1" dirty="0">
              <a:latin typeface="微軟正黑體" pitchFamily="34" charset="-120"/>
              <a:ea typeface="微軟正黑體" pitchFamily="34" charset="-120"/>
            </a:rPr>
            <a:t>雲端運算常見服務 </a:t>
          </a:r>
          <a:endParaRPr lang="zh-TW" dirty="0">
            <a:latin typeface="微軟正黑體" pitchFamily="34" charset="-120"/>
            <a:ea typeface="微軟正黑體" pitchFamily="34" charset="-120"/>
          </a:endParaRPr>
        </a:p>
      </dgm:t>
    </dgm:pt>
    <dgm:pt modelId="{374A739E-40CC-4566-8B7F-DD56259A9430}" type="parTrans" cxnId="{133BF202-76B5-43F7-93EB-2B4BEE6C362E}">
      <dgm:prSet/>
      <dgm:spPr/>
      <dgm:t>
        <a:bodyPr/>
        <a:lstStyle/>
        <a:p>
          <a:endParaRPr lang="zh-TW" altLang="en-US"/>
        </a:p>
      </dgm:t>
    </dgm:pt>
    <dgm:pt modelId="{CDD14AB2-ED2A-48B9-BF12-E17E9E139690}" type="sibTrans" cxnId="{133BF202-76B5-43F7-93EB-2B4BEE6C362E}">
      <dgm:prSet/>
      <dgm:spPr/>
      <dgm:t>
        <a:bodyPr/>
        <a:lstStyle/>
        <a:p>
          <a:endParaRPr lang="zh-TW" altLang="en-US"/>
        </a:p>
      </dgm:t>
    </dgm:pt>
    <dgm:pt modelId="{F358966D-31D4-4F72-BEC6-C4A56EB50EE5}">
      <dgm:prSet/>
      <dgm:spPr/>
      <dgm:t>
        <a:bodyPr/>
        <a:lstStyle/>
        <a:p>
          <a:pPr rtl="0"/>
          <a:r>
            <a:rPr lang="en-US" b="1" dirty="0">
              <a:solidFill>
                <a:srgbClr val="0070C0"/>
              </a:solidFill>
            </a:rPr>
            <a:t>IaaS </a:t>
          </a:r>
          <a:r>
            <a:rPr lang="en-US" altLang="zh-TW" b="1" dirty="0"/>
            <a:t>(</a:t>
          </a:r>
          <a:r>
            <a:rPr lang="pt-BR" b="1" dirty="0"/>
            <a:t>infrastructure as a service</a:t>
          </a:r>
          <a:r>
            <a:rPr lang="en-US" altLang="zh-TW" b="1" dirty="0"/>
            <a:t>)</a:t>
          </a:r>
          <a:endParaRPr lang="zh-TW" dirty="0"/>
        </a:p>
      </dgm:t>
    </dgm:pt>
    <dgm:pt modelId="{4AE2727C-0C53-4C26-A7B4-43BE20110FC9}" type="parTrans" cxnId="{7AF85C4C-7EB7-4F36-AEE3-870560CA10F9}">
      <dgm:prSet/>
      <dgm:spPr/>
      <dgm:t>
        <a:bodyPr/>
        <a:lstStyle/>
        <a:p>
          <a:endParaRPr lang="zh-TW" altLang="en-US"/>
        </a:p>
      </dgm:t>
    </dgm:pt>
    <dgm:pt modelId="{638091D2-D7D9-4998-B9EE-DD07602A776E}" type="sibTrans" cxnId="{7AF85C4C-7EB7-4F36-AEE3-870560CA10F9}">
      <dgm:prSet/>
      <dgm:spPr/>
      <dgm:t>
        <a:bodyPr/>
        <a:lstStyle/>
        <a:p>
          <a:endParaRPr lang="zh-TW" altLang="en-US"/>
        </a:p>
      </dgm:t>
    </dgm:pt>
    <dgm:pt modelId="{65F2A941-FC9F-425C-A583-0C925EA15600}">
      <dgm:prSet/>
      <dgm:spPr/>
      <dgm:t>
        <a:bodyPr/>
        <a:lstStyle/>
        <a:p>
          <a:pPr rtl="0"/>
          <a:r>
            <a:rPr lang="pt-BR" b="1" dirty="0">
              <a:solidFill>
                <a:srgbClr val="0070C0"/>
              </a:solidFill>
            </a:rPr>
            <a:t>PaaS </a:t>
          </a:r>
          <a:r>
            <a:rPr lang="en-US" altLang="zh-TW" b="1" dirty="0"/>
            <a:t>(</a:t>
          </a:r>
          <a:r>
            <a:rPr lang="pt-BR" b="1" dirty="0"/>
            <a:t>platform as a </a:t>
          </a:r>
          <a:r>
            <a:rPr lang="en-US" b="1" dirty="0"/>
            <a:t>service</a:t>
          </a:r>
          <a:r>
            <a:rPr lang="en-US" altLang="zh-TW" b="1" dirty="0"/>
            <a:t>)</a:t>
          </a:r>
          <a:endParaRPr lang="zh-TW" dirty="0"/>
        </a:p>
      </dgm:t>
    </dgm:pt>
    <dgm:pt modelId="{8FCF2D17-2B75-466F-A5DC-5E1119029BB3}" type="parTrans" cxnId="{7D8928EA-E223-437F-9091-4EABDEC02159}">
      <dgm:prSet/>
      <dgm:spPr/>
      <dgm:t>
        <a:bodyPr/>
        <a:lstStyle/>
        <a:p>
          <a:endParaRPr lang="zh-TW" altLang="en-US"/>
        </a:p>
      </dgm:t>
    </dgm:pt>
    <dgm:pt modelId="{17CD8933-F52C-49C3-93B0-F32CB58EF540}" type="sibTrans" cxnId="{7D8928EA-E223-437F-9091-4EABDEC02159}">
      <dgm:prSet/>
      <dgm:spPr/>
      <dgm:t>
        <a:bodyPr/>
        <a:lstStyle/>
        <a:p>
          <a:endParaRPr lang="zh-TW" altLang="en-US"/>
        </a:p>
      </dgm:t>
    </dgm:pt>
    <dgm:pt modelId="{4FBBC7CD-792C-44FD-9811-2A9D41FABDF0}">
      <dgm:prSet/>
      <dgm:spPr/>
      <dgm:t>
        <a:bodyPr/>
        <a:lstStyle/>
        <a:p>
          <a:pPr rtl="0"/>
          <a:r>
            <a:rPr lang="en-US" b="1" dirty="0">
              <a:solidFill>
                <a:srgbClr val="0070C0"/>
              </a:solidFill>
            </a:rPr>
            <a:t>SaaS </a:t>
          </a:r>
          <a:r>
            <a:rPr lang="en-US" altLang="zh-TW" b="1" dirty="0"/>
            <a:t>(</a:t>
          </a:r>
          <a:r>
            <a:rPr lang="en-US" b="1" dirty="0"/>
            <a:t>software as a service</a:t>
          </a:r>
          <a:r>
            <a:rPr lang="en-US" altLang="zh-TW" b="1" dirty="0"/>
            <a:t>)</a:t>
          </a:r>
          <a:endParaRPr lang="zh-TW" dirty="0"/>
        </a:p>
      </dgm:t>
    </dgm:pt>
    <dgm:pt modelId="{5A951837-E0C2-4DFB-BF8B-F5CD2F9E6A90}" type="parTrans" cxnId="{CAD73ACC-1ABC-410F-AEA0-89AB61D12168}">
      <dgm:prSet/>
      <dgm:spPr/>
      <dgm:t>
        <a:bodyPr/>
        <a:lstStyle/>
        <a:p>
          <a:endParaRPr lang="zh-TW" altLang="en-US"/>
        </a:p>
      </dgm:t>
    </dgm:pt>
    <dgm:pt modelId="{034BCA51-D940-47FC-8E34-A28A25197686}" type="sibTrans" cxnId="{CAD73ACC-1ABC-410F-AEA0-89AB61D12168}">
      <dgm:prSet/>
      <dgm:spPr/>
      <dgm:t>
        <a:bodyPr/>
        <a:lstStyle/>
        <a:p>
          <a:endParaRPr lang="zh-TW" altLang="en-US"/>
        </a:p>
      </dgm:t>
    </dgm:pt>
    <dgm:pt modelId="{0038C8FE-C1A4-4CBC-A2EE-AFC0F1657BB1}" type="pres">
      <dgm:prSet presAssocID="{B7BB9209-A235-4320-A522-19458C894FB3}" presName="linear" presStyleCnt="0">
        <dgm:presLayoutVars>
          <dgm:dir/>
          <dgm:animLvl val="lvl"/>
          <dgm:resizeHandles val="exact"/>
        </dgm:presLayoutVars>
      </dgm:prSet>
      <dgm:spPr/>
    </dgm:pt>
    <dgm:pt modelId="{6E2FE179-FBCE-4969-AFB2-1101DD237B2B}" type="pres">
      <dgm:prSet presAssocID="{FEAD7DE3-967D-40B9-BD9A-47D14448D8A0}" presName="parentLin" presStyleCnt="0"/>
      <dgm:spPr/>
    </dgm:pt>
    <dgm:pt modelId="{7F12347F-3D05-4FDC-914F-D697E1657CE8}" type="pres">
      <dgm:prSet presAssocID="{FEAD7DE3-967D-40B9-BD9A-47D14448D8A0}" presName="parentLeftMargin" presStyleLbl="node1" presStyleIdx="0" presStyleCnt="1"/>
      <dgm:spPr/>
    </dgm:pt>
    <dgm:pt modelId="{2E57EA9A-698A-46A8-834C-F79EEA08E17A}" type="pres">
      <dgm:prSet presAssocID="{FEAD7DE3-967D-40B9-BD9A-47D14448D8A0}" presName="parentText" presStyleLbl="node1" presStyleIdx="0" presStyleCnt="1">
        <dgm:presLayoutVars>
          <dgm:chMax val="0"/>
          <dgm:bulletEnabled val="1"/>
        </dgm:presLayoutVars>
      </dgm:prSet>
      <dgm:spPr/>
    </dgm:pt>
    <dgm:pt modelId="{89C24BAB-07D9-46E4-A89B-55B99C832235}" type="pres">
      <dgm:prSet presAssocID="{FEAD7DE3-967D-40B9-BD9A-47D14448D8A0}" presName="negativeSpace" presStyleCnt="0"/>
      <dgm:spPr/>
    </dgm:pt>
    <dgm:pt modelId="{4CFC7097-4C4B-4CF5-8CF6-1B0B44219BE7}" type="pres">
      <dgm:prSet presAssocID="{FEAD7DE3-967D-40B9-BD9A-47D14448D8A0}" presName="childText" presStyleLbl="conFgAcc1" presStyleIdx="0" presStyleCnt="1">
        <dgm:presLayoutVars>
          <dgm:bulletEnabled val="1"/>
        </dgm:presLayoutVars>
      </dgm:prSet>
      <dgm:spPr/>
    </dgm:pt>
  </dgm:ptLst>
  <dgm:cxnLst>
    <dgm:cxn modelId="{133BF202-76B5-43F7-93EB-2B4BEE6C362E}" srcId="{B7BB9209-A235-4320-A522-19458C894FB3}" destId="{FEAD7DE3-967D-40B9-BD9A-47D14448D8A0}" srcOrd="0" destOrd="0" parTransId="{374A739E-40CC-4566-8B7F-DD56259A9430}" sibTransId="{CDD14AB2-ED2A-48B9-BF12-E17E9E139690}"/>
    <dgm:cxn modelId="{3B12B85B-69AB-4B26-836C-F3EDC60AA208}" type="presOf" srcId="{FEAD7DE3-967D-40B9-BD9A-47D14448D8A0}" destId="{7F12347F-3D05-4FDC-914F-D697E1657CE8}" srcOrd="0" destOrd="0" presId="urn:microsoft.com/office/officeart/2005/8/layout/list1"/>
    <dgm:cxn modelId="{7AF85C4C-7EB7-4F36-AEE3-870560CA10F9}" srcId="{FEAD7DE3-967D-40B9-BD9A-47D14448D8A0}" destId="{F358966D-31D4-4F72-BEC6-C4A56EB50EE5}" srcOrd="0" destOrd="0" parTransId="{4AE2727C-0C53-4C26-A7B4-43BE20110FC9}" sibTransId="{638091D2-D7D9-4998-B9EE-DD07602A776E}"/>
    <dgm:cxn modelId="{4CAF4D8E-11E2-4DB8-BA88-06B8AB3A5243}" type="presOf" srcId="{65F2A941-FC9F-425C-A583-0C925EA15600}" destId="{4CFC7097-4C4B-4CF5-8CF6-1B0B44219BE7}" srcOrd="0" destOrd="1" presId="urn:microsoft.com/office/officeart/2005/8/layout/list1"/>
    <dgm:cxn modelId="{9AAF5D9C-CD42-41D2-B676-2BA9169C1CC1}" type="presOf" srcId="{4FBBC7CD-792C-44FD-9811-2A9D41FABDF0}" destId="{4CFC7097-4C4B-4CF5-8CF6-1B0B44219BE7}" srcOrd="0" destOrd="2" presId="urn:microsoft.com/office/officeart/2005/8/layout/list1"/>
    <dgm:cxn modelId="{5A2DF1A1-2FB7-42F0-9B5E-BA838D5C1689}" type="presOf" srcId="{B7BB9209-A235-4320-A522-19458C894FB3}" destId="{0038C8FE-C1A4-4CBC-A2EE-AFC0F1657BB1}" srcOrd="0" destOrd="0" presId="urn:microsoft.com/office/officeart/2005/8/layout/list1"/>
    <dgm:cxn modelId="{CAD73ACC-1ABC-410F-AEA0-89AB61D12168}" srcId="{FEAD7DE3-967D-40B9-BD9A-47D14448D8A0}" destId="{4FBBC7CD-792C-44FD-9811-2A9D41FABDF0}" srcOrd="2" destOrd="0" parTransId="{5A951837-E0C2-4DFB-BF8B-F5CD2F9E6A90}" sibTransId="{034BCA51-D940-47FC-8E34-A28A25197686}"/>
    <dgm:cxn modelId="{D7D7F5E9-4950-4973-94E8-F7B628A05804}" type="presOf" srcId="{FEAD7DE3-967D-40B9-BD9A-47D14448D8A0}" destId="{2E57EA9A-698A-46A8-834C-F79EEA08E17A}" srcOrd="1" destOrd="0" presId="urn:microsoft.com/office/officeart/2005/8/layout/list1"/>
    <dgm:cxn modelId="{7D8928EA-E223-437F-9091-4EABDEC02159}" srcId="{FEAD7DE3-967D-40B9-BD9A-47D14448D8A0}" destId="{65F2A941-FC9F-425C-A583-0C925EA15600}" srcOrd="1" destOrd="0" parTransId="{8FCF2D17-2B75-466F-A5DC-5E1119029BB3}" sibTransId="{17CD8933-F52C-49C3-93B0-F32CB58EF540}"/>
    <dgm:cxn modelId="{397F95FF-55D0-4101-B36B-7F7ED5735369}" type="presOf" srcId="{F358966D-31D4-4F72-BEC6-C4A56EB50EE5}" destId="{4CFC7097-4C4B-4CF5-8CF6-1B0B44219BE7}" srcOrd="0" destOrd="0" presId="urn:microsoft.com/office/officeart/2005/8/layout/list1"/>
    <dgm:cxn modelId="{57CA57C4-AC3E-44AD-BAA6-E1E5C31AE6D3}" type="presParOf" srcId="{0038C8FE-C1A4-4CBC-A2EE-AFC0F1657BB1}" destId="{6E2FE179-FBCE-4969-AFB2-1101DD237B2B}" srcOrd="0" destOrd="0" presId="urn:microsoft.com/office/officeart/2005/8/layout/list1"/>
    <dgm:cxn modelId="{A028BB73-8385-45B8-834C-BE22FF7E68F7}" type="presParOf" srcId="{6E2FE179-FBCE-4969-AFB2-1101DD237B2B}" destId="{7F12347F-3D05-4FDC-914F-D697E1657CE8}" srcOrd="0" destOrd="0" presId="urn:microsoft.com/office/officeart/2005/8/layout/list1"/>
    <dgm:cxn modelId="{AFDEAE68-4691-4B5E-93B7-F0B32E8DCE23}" type="presParOf" srcId="{6E2FE179-FBCE-4969-AFB2-1101DD237B2B}" destId="{2E57EA9A-698A-46A8-834C-F79EEA08E17A}" srcOrd="1" destOrd="0" presId="urn:microsoft.com/office/officeart/2005/8/layout/list1"/>
    <dgm:cxn modelId="{38D0369C-64C2-42E1-B892-331F9BC7E6FC}" type="presParOf" srcId="{0038C8FE-C1A4-4CBC-A2EE-AFC0F1657BB1}" destId="{89C24BAB-07D9-46E4-A89B-55B99C832235}" srcOrd="1" destOrd="0" presId="urn:microsoft.com/office/officeart/2005/8/layout/list1"/>
    <dgm:cxn modelId="{13E67F66-45D0-4035-A168-0BB0A0B0EEAF}" type="presParOf" srcId="{0038C8FE-C1A4-4CBC-A2EE-AFC0F1657BB1}" destId="{4CFC7097-4C4B-4CF5-8CF6-1B0B44219BE7}" srcOrd="2"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62A84D-9FC4-4B8B-9E61-B0443147CB1D}" type="doc">
      <dgm:prSet loTypeId="urn:microsoft.com/office/officeart/2005/8/layout/hList1" loCatId="list" qsTypeId="urn:microsoft.com/office/officeart/2005/8/quickstyle/simple1" qsCatId="simple" csTypeId="urn:microsoft.com/office/officeart/2005/8/colors/colorful3" csCatId="colorful" phldr="1"/>
      <dgm:spPr/>
      <dgm:t>
        <a:bodyPr/>
        <a:lstStyle/>
        <a:p>
          <a:endParaRPr lang="zh-TW" altLang="en-US"/>
        </a:p>
      </dgm:t>
    </dgm:pt>
    <dgm:pt modelId="{6A3419A1-DBC3-411B-A40A-8BDEE1AD4D87}">
      <dgm:prSet custT="1"/>
      <dgm:spPr/>
      <dgm:t>
        <a:bodyPr/>
        <a:lstStyle/>
        <a:p>
          <a:pPr rtl="0"/>
          <a:r>
            <a:rPr lang="zh-TW" altLang="en-US" sz="2400" b="1" dirty="0">
              <a:latin typeface="微軟正黑體" panose="020B0604030504040204" pitchFamily="34" charset="-120"/>
              <a:ea typeface="微軟正黑體" panose="020B0604030504040204" pitchFamily="34" charset="-120"/>
            </a:rPr>
            <a:t>其他雲端相關技術</a:t>
          </a:r>
          <a:endParaRPr lang="zh-TW" altLang="en-US" sz="2400" dirty="0">
            <a:latin typeface="微軟正黑體" panose="020B0604030504040204" pitchFamily="34" charset="-120"/>
            <a:ea typeface="微軟正黑體" panose="020B0604030504040204" pitchFamily="34" charset="-120"/>
          </a:endParaRPr>
        </a:p>
      </dgm:t>
    </dgm:pt>
    <dgm:pt modelId="{E9BC6136-62DE-4059-86CC-785FB0C6883D}" type="parTrans" cxnId="{3F1692F1-E2DE-4F8A-89EE-EB3E355228B0}">
      <dgm:prSet/>
      <dgm:spPr/>
      <dgm:t>
        <a:bodyPr/>
        <a:lstStyle/>
        <a:p>
          <a:endParaRPr lang="zh-TW" altLang="en-US"/>
        </a:p>
      </dgm:t>
    </dgm:pt>
    <dgm:pt modelId="{9EACB7CE-7DA3-40F1-9E19-E3FAB90E6519}" type="sibTrans" cxnId="{3F1692F1-E2DE-4F8A-89EE-EB3E355228B0}">
      <dgm:prSet/>
      <dgm:spPr/>
      <dgm:t>
        <a:bodyPr/>
        <a:lstStyle/>
        <a:p>
          <a:endParaRPr lang="zh-TW" altLang="en-US"/>
        </a:p>
      </dgm:t>
    </dgm:pt>
    <dgm:pt modelId="{0A40A57D-08F6-4389-B2D2-3BE4A484D232}">
      <dgm:prSet/>
      <dgm:spPr/>
      <dgm:t>
        <a:bodyPr/>
        <a:lstStyle/>
        <a:p>
          <a:pPr rtl="0"/>
          <a:r>
            <a:rPr lang="zh-TW" b="1" dirty="0">
              <a:latin typeface="微軟正黑體" panose="020B0604030504040204" pitchFamily="34" charset="-120"/>
              <a:ea typeface="微軟正黑體" panose="020B0604030504040204" pitchFamily="34" charset="-120"/>
            </a:rPr>
            <a:t>分散式運算</a:t>
          </a:r>
          <a:r>
            <a:rPr lang="en-US" altLang="zh-TW" b="1" dirty="0">
              <a:latin typeface="微軟正黑體" panose="020B0604030504040204" pitchFamily="34" charset="-120"/>
              <a:ea typeface="微軟正黑體" panose="020B0604030504040204" pitchFamily="34" charset="-120"/>
            </a:rPr>
            <a:t>(</a:t>
          </a:r>
          <a:r>
            <a:rPr lang="zh-TW" b="1" dirty="0">
              <a:latin typeface="微軟正黑體" panose="020B0604030504040204" pitchFamily="34" charset="-120"/>
              <a:ea typeface="微軟正黑體" panose="020B0604030504040204" pitchFamily="34" charset="-120"/>
            </a:rPr>
            <a:t>如</a:t>
          </a:r>
          <a:r>
            <a:rPr lang="en-US" b="1" dirty="0">
              <a:latin typeface="微軟正黑體" panose="020B0604030504040204" pitchFamily="34" charset="-120"/>
              <a:ea typeface="微軟正黑體" panose="020B0604030504040204" pitchFamily="34" charset="-120"/>
            </a:rPr>
            <a:t>Hadoop</a:t>
          </a:r>
          <a:r>
            <a:rPr lang="en-US" altLang="zh-TW" b="1" dirty="0">
              <a:latin typeface="微軟正黑體" panose="020B0604030504040204" pitchFamily="34" charset="-120"/>
              <a:ea typeface="微軟正黑體" panose="020B0604030504040204" pitchFamily="34" charset="-120"/>
            </a:rPr>
            <a:t>)</a:t>
          </a:r>
          <a:r>
            <a:rPr lang="zh-TW" altLang="en-US" b="1" dirty="0">
              <a:latin typeface="微軟正黑體" panose="020B0604030504040204" pitchFamily="34" charset="-120"/>
              <a:ea typeface="微軟正黑體" panose="020B0604030504040204" pitchFamily="34" charset="-120"/>
            </a:rPr>
            <a:t>。</a:t>
          </a:r>
          <a:endParaRPr lang="zh-TW" dirty="0">
            <a:latin typeface="微軟正黑體" panose="020B0604030504040204" pitchFamily="34" charset="-120"/>
            <a:ea typeface="微軟正黑體" panose="020B0604030504040204" pitchFamily="34" charset="-120"/>
          </a:endParaRPr>
        </a:p>
      </dgm:t>
    </dgm:pt>
    <dgm:pt modelId="{344FE74B-7AA0-4146-A0C9-2736855E1257}" type="parTrans" cxnId="{26D9EACC-63FE-415B-B323-751F9AD50E29}">
      <dgm:prSet/>
      <dgm:spPr/>
      <dgm:t>
        <a:bodyPr/>
        <a:lstStyle/>
        <a:p>
          <a:endParaRPr lang="zh-TW" altLang="en-US"/>
        </a:p>
      </dgm:t>
    </dgm:pt>
    <dgm:pt modelId="{797675B6-89E5-419A-8C42-E9F50086EBB7}" type="sibTrans" cxnId="{26D9EACC-63FE-415B-B323-751F9AD50E29}">
      <dgm:prSet/>
      <dgm:spPr/>
      <dgm:t>
        <a:bodyPr/>
        <a:lstStyle/>
        <a:p>
          <a:endParaRPr lang="zh-TW" altLang="en-US"/>
        </a:p>
      </dgm:t>
    </dgm:pt>
    <dgm:pt modelId="{BE506F1A-FDD6-44B3-BEF0-A99D839EAE3C}">
      <dgm:prSet/>
      <dgm:spPr/>
      <dgm:t>
        <a:bodyPr/>
        <a:lstStyle/>
        <a:p>
          <a:pPr rtl="0"/>
          <a:r>
            <a:rPr lang="zh-TW" b="1" dirty="0">
              <a:latin typeface="微軟正黑體" panose="020B0604030504040204" pitchFamily="34" charset="-120"/>
              <a:ea typeface="微軟正黑體" panose="020B0604030504040204" pitchFamily="34" charset="-120"/>
            </a:rPr>
            <a:t>分散式檔案系統</a:t>
          </a:r>
          <a:r>
            <a:rPr lang="en-US" altLang="zh-TW" b="1" dirty="0">
              <a:latin typeface="微軟正黑體" panose="020B0604030504040204" pitchFamily="34" charset="-120"/>
              <a:ea typeface="微軟正黑體" panose="020B0604030504040204" pitchFamily="34" charset="-120"/>
            </a:rPr>
            <a:t>(</a:t>
          </a:r>
          <a:r>
            <a:rPr lang="zh-TW" b="1" dirty="0">
              <a:latin typeface="微軟正黑體" panose="020B0604030504040204" pitchFamily="34" charset="-120"/>
              <a:ea typeface="微軟正黑體" panose="020B0604030504040204" pitchFamily="34" charset="-120"/>
            </a:rPr>
            <a:t>如</a:t>
          </a:r>
          <a:r>
            <a:rPr lang="en-US" b="1" dirty="0">
              <a:latin typeface="微軟正黑體" panose="020B0604030504040204" pitchFamily="34" charset="-120"/>
              <a:ea typeface="微軟正黑體" panose="020B0604030504040204" pitchFamily="34" charset="-120"/>
            </a:rPr>
            <a:t>GFS</a:t>
          </a:r>
          <a:r>
            <a:rPr lang="zh-TW" b="1" dirty="0">
              <a:latin typeface="微軟正黑體" panose="020B0604030504040204" pitchFamily="34" charset="-120"/>
              <a:ea typeface="微軟正黑體" panose="020B0604030504040204" pitchFamily="34" charset="-120"/>
            </a:rPr>
            <a:t>、</a:t>
          </a:r>
          <a:r>
            <a:rPr lang="en-US" b="1" dirty="0">
              <a:latin typeface="微軟正黑體" panose="020B0604030504040204" pitchFamily="34" charset="-120"/>
              <a:ea typeface="微軟正黑體" panose="020B0604030504040204" pitchFamily="34" charset="-120"/>
            </a:rPr>
            <a:t>HDFS</a:t>
          </a:r>
          <a:r>
            <a:rPr lang="en-US" altLang="zh-TW" b="1" dirty="0">
              <a:latin typeface="微軟正黑體" panose="020B0604030504040204" pitchFamily="34" charset="-120"/>
              <a:ea typeface="微軟正黑體" panose="020B0604030504040204" pitchFamily="34" charset="-120"/>
            </a:rPr>
            <a:t>)</a:t>
          </a:r>
          <a:r>
            <a:rPr lang="zh-TW" altLang="en-US" b="1" dirty="0">
              <a:latin typeface="微軟正黑體" panose="020B0604030504040204" pitchFamily="34" charset="-120"/>
              <a:ea typeface="微軟正黑體" panose="020B0604030504040204" pitchFamily="34" charset="-120"/>
            </a:rPr>
            <a:t>。</a:t>
          </a:r>
          <a:endParaRPr lang="zh-TW" dirty="0">
            <a:latin typeface="微軟正黑體" panose="020B0604030504040204" pitchFamily="34" charset="-120"/>
            <a:ea typeface="微軟正黑體" panose="020B0604030504040204" pitchFamily="34" charset="-120"/>
          </a:endParaRPr>
        </a:p>
      </dgm:t>
    </dgm:pt>
    <dgm:pt modelId="{C087C603-5AA5-4CAC-B850-B7C8065269E1}" type="parTrans" cxnId="{81CAA524-B4CB-4ADD-A2D2-E0C531161EE5}">
      <dgm:prSet/>
      <dgm:spPr/>
      <dgm:t>
        <a:bodyPr/>
        <a:lstStyle/>
        <a:p>
          <a:endParaRPr lang="zh-TW" altLang="en-US"/>
        </a:p>
      </dgm:t>
    </dgm:pt>
    <dgm:pt modelId="{3E0D1FF0-3B23-4879-97F6-AB47640990D2}" type="sibTrans" cxnId="{81CAA524-B4CB-4ADD-A2D2-E0C531161EE5}">
      <dgm:prSet/>
      <dgm:spPr/>
      <dgm:t>
        <a:bodyPr/>
        <a:lstStyle/>
        <a:p>
          <a:endParaRPr lang="zh-TW" altLang="en-US"/>
        </a:p>
      </dgm:t>
    </dgm:pt>
    <dgm:pt modelId="{EAC29B7A-3416-4639-9234-E34E727A36ED}">
      <dgm:prSet/>
      <dgm:spPr/>
      <dgm:t>
        <a:bodyPr/>
        <a:lstStyle/>
        <a:p>
          <a:pPr rtl="0"/>
          <a:r>
            <a:rPr lang="zh-TW" b="1" dirty="0">
              <a:latin typeface="微軟正黑體" panose="020B0604030504040204" pitchFamily="34" charset="-120"/>
              <a:ea typeface="微軟正黑體" panose="020B0604030504040204" pitchFamily="34" charset="-120"/>
            </a:rPr>
            <a:t>分散式儲存</a:t>
          </a:r>
          <a:r>
            <a:rPr lang="en-US" altLang="zh-TW" b="1" dirty="0">
              <a:latin typeface="微軟正黑體" panose="020B0604030504040204" pitchFamily="34" charset="-120"/>
              <a:ea typeface="微軟正黑體" panose="020B0604030504040204" pitchFamily="34" charset="-120"/>
            </a:rPr>
            <a:t>(</a:t>
          </a:r>
          <a:r>
            <a:rPr lang="zh-TW" b="1" dirty="0">
              <a:latin typeface="微軟正黑體" panose="020B0604030504040204" pitchFamily="34" charset="-120"/>
              <a:ea typeface="微軟正黑體" panose="020B0604030504040204" pitchFamily="34" charset="-120"/>
            </a:rPr>
            <a:t>如</a:t>
          </a:r>
          <a:r>
            <a:rPr lang="en-US" b="1" dirty="0">
              <a:latin typeface="微軟正黑體" panose="020B0604030504040204" pitchFamily="34" charset="-120"/>
              <a:ea typeface="微軟正黑體" panose="020B0604030504040204" pitchFamily="34" charset="-120"/>
            </a:rPr>
            <a:t>Cassandra</a:t>
          </a:r>
          <a:r>
            <a:rPr lang="zh-TW" b="1" dirty="0">
              <a:latin typeface="微軟正黑體" panose="020B0604030504040204" pitchFamily="34" charset="-120"/>
              <a:ea typeface="微軟正黑體" panose="020B0604030504040204" pitchFamily="34" charset="-120"/>
            </a:rPr>
            <a:t>、</a:t>
          </a:r>
          <a:r>
            <a:rPr lang="en-US" b="1" dirty="0" err="1">
              <a:latin typeface="微軟正黑體" panose="020B0604030504040204" pitchFamily="34" charset="-120"/>
              <a:ea typeface="微軟正黑體" panose="020B0604030504040204" pitchFamily="34" charset="-120"/>
            </a:rPr>
            <a:t>HBase</a:t>
          </a:r>
          <a:r>
            <a:rPr lang="zh-TW" b="1" dirty="0">
              <a:latin typeface="微軟正黑體" panose="020B0604030504040204" pitchFamily="34" charset="-120"/>
              <a:ea typeface="微軟正黑體" panose="020B0604030504040204" pitchFamily="34" charset="-120"/>
            </a:rPr>
            <a:t>、</a:t>
          </a:r>
          <a:r>
            <a:rPr lang="en-US" b="1" dirty="0" err="1">
              <a:latin typeface="微軟正黑體" panose="020B0604030504040204" pitchFamily="34" charset="-120"/>
              <a:ea typeface="微軟正黑體" panose="020B0604030504040204" pitchFamily="34" charset="-120"/>
            </a:rPr>
            <a:t>HyperTable</a:t>
          </a:r>
          <a:r>
            <a:rPr lang="zh-TW" b="1" dirty="0">
              <a:latin typeface="微軟正黑體" panose="020B0604030504040204" pitchFamily="34" charset="-120"/>
              <a:ea typeface="微軟正黑體" panose="020B0604030504040204" pitchFamily="34" charset="-120"/>
            </a:rPr>
            <a:t>、</a:t>
          </a:r>
          <a:r>
            <a:rPr lang="en-US" b="1" dirty="0">
              <a:latin typeface="微軟正黑體" panose="020B0604030504040204" pitchFamily="34" charset="-120"/>
              <a:ea typeface="微軟正黑體" panose="020B0604030504040204" pitchFamily="34" charset="-120"/>
            </a:rPr>
            <a:t>MongoDB</a:t>
          </a:r>
          <a:r>
            <a:rPr lang="zh-TW" b="1" dirty="0">
              <a:latin typeface="微軟正黑體" panose="020B0604030504040204" pitchFamily="34" charset="-120"/>
              <a:ea typeface="微軟正黑體" panose="020B0604030504040204" pitchFamily="34" charset="-120"/>
            </a:rPr>
            <a:t>、</a:t>
          </a:r>
          <a:r>
            <a:rPr lang="en-US" b="1" dirty="0" err="1">
              <a:latin typeface="微軟正黑體" panose="020B0604030504040204" pitchFamily="34" charset="-120"/>
              <a:ea typeface="微軟正黑體" panose="020B0604030504040204" pitchFamily="34" charset="-120"/>
            </a:rPr>
            <a:t>memcached</a:t>
          </a:r>
          <a:r>
            <a:rPr lang="en-US" altLang="zh-TW" b="1" dirty="0">
              <a:latin typeface="微軟正黑體" panose="020B0604030504040204" pitchFamily="34" charset="-120"/>
              <a:ea typeface="微軟正黑體" panose="020B0604030504040204" pitchFamily="34" charset="-120"/>
            </a:rPr>
            <a:t>)</a:t>
          </a:r>
          <a:r>
            <a:rPr lang="zh-TW" altLang="en-US" b="1" dirty="0">
              <a:latin typeface="微軟正黑體" panose="020B0604030504040204" pitchFamily="34" charset="-120"/>
              <a:ea typeface="微軟正黑體" panose="020B0604030504040204" pitchFamily="34" charset="-120"/>
            </a:rPr>
            <a:t>。</a:t>
          </a:r>
          <a:endParaRPr lang="zh-TW" dirty="0">
            <a:latin typeface="微軟正黑體" panose="020B0604030504040204" pitchFamily="34" charset="-120"/>
            <a:ea typeface="微軟正黑體" panose="020B0604030504040204" pitchFamily="34" charset="-120"/>
          </a:endParaRPr>
        </a:p>
      </dgm:t>
    </dgm:pt>
    <dgm:pt modelId="{8F92B6CD-745F-447A-95F4-D3F745182361}" type="parTrans" cxnId="{278CCBF9-435E-437B-B99B-53E650EE3F59}">
      <dgm:prSet/>
      <dgm:spPr/>
      <dgm:t>
        <a:bodyPr/>
        <a:lstStyle/>
        <a:p>
          <a:endParaRPr lang="zh-TW" altLang="en-US"/>
        </a:p>
      </dgm:t>
    </dgm:pt>
    <dgm:pt modelId="{68059E09-140C-4D51-BEC4-097F1029B861}" type="sibTrans" cxnId="{278CCBF9-435E-437B-B99B-53E650EE3F59}">
      <dgm:prSet/>
      <dgm:spPr/>
      <dgm:t>
        <a:bodyPr/>
        <a:lstStyle/>
        <a:p>
          <a:endParaRPr lang="zh-TW" altLang="en-US"/>
        </a:p>
      </dgm:t>
    </dgm:pt>
    <dgm:pt modelId="{E91ADEE3-28EA-47E4-9927-65AA5BA311E9}">
      <dgm:prSet/>
      <dgm:spPr/>
      <dgm:t>
        <a:bodyPr/>
        <a:lstStyle/>
        <a:p>
          <a:pPr rtl="0"/>
          <a:r>
            <a:rPr lang="zh-TW" b="1" dirty="0">
              <a:latin typeface="微軟正黑體" panose="020B0604030504040204" pitchFamily="34" charset="-120"/>
              <a:ea typeface="微軟正黑體" panose="020B0604030504040204" pitchFamily="34" charset="-120"/>
            </a:rPr>
            <a:t>前端呈現內容的網頁技術</a:t>
          </a:r>
          <a:r>
            <a:rPr lang="en-US" altLang="zh-TW" b="1" dirty="0">
              <a:latin typeface="微軟正黑體" panose="020B0604030504040204" pitchFamily="34" charset="-120"/>
              <a:ea typeface="微軟正黑體" panose="020B0604030504040204" pitchFamily="34" charset="-120"/>
            </a:rPr>
            <a:t>(</a:t>
          </a:r>
          <a:r>
            <a:rPr lang="zh-TW" b="1" dirty="0">
              <a:latin typeface="微軟正黑體" panose="020B0604030504040204" pitchFamily="34" charset="-120"/>
              <a:ea typeface="微軟正黑體" panose="020B0604030504040204" pitchFamily="34" charset="-120"/>
            </a:rPr>
            <a:t>如</a:t>
          </a:r>
          <a:r>
            <a:rPr lang="en-US" b="1" dirty="0" err="1">
              <a:latin typeface="微軟正黑體" panose="020B0604030504040204" pitchFamily="34" charset="-120"/>
              <a:ea typeface="微軟正黑體" panose="020B0604030504040204" pitchFamily="34" charset="-120"/>
            </a:rPr>
            <a:t>HTML5</a:t>
          </a:r>
          <a:r>
            <a:rPr lang="zh-TW" b="1" dirty="0">
              <a:latin typeface="微軟正黑體" panose="020B0604030504040204" pitchFamily="34" charset="-120"/>
              <a:ea typeface="微軟正黑體" panose="020B0604030504040204" pitchFamily="34" charset="-120"/>
            </a:rPr>
            <a:t>、</a:t>
          </a:r>
          <a:r>
            <a:rPr lang="en-US" b="1" dirty="0" err="1">
              <a:latin typeface="微軟正黑體" panose="020B0604030504040204" pitchFamily="34" charset="-120"/>
              <a:ea typeface="微軟正黑體" panose="020B0604030504040204" pitchFamily="34" charset="-120"/>
            </a:rPr>
            <a:t>CSS</a:t>
          </a:r>
          <a:r>
            <a:rPr lang="zh-TW" b="1" dirty="0">
              <a:latin typeface="微軟正黑體" panose="020B0604030504040204" pitchFamily="34" charset="-120"/>
              <a:ea typeface="微軟正黑體" panose="020B0604030504040204" pitchFamily="34" charset="-120"/>
            </a:rPr>
            <a:t>、</a:t>
          </a:r>
          <a:r>
            <a:rPr lang="en-US" b="1" dirty="0">
              <a:latin typeface="微軟正黑體" panose="020B0604030504040204" pitchFamily="34" charset="-120"/>
              <a:ea typeface="微軟正黑體" panose="020B0604030504040204" pitchFamily="34" charset="-120"/>
            </a:rPr>
            <a:t>Java Script</a:t>
          </a:r>
          <a:r>
            <a:rPr lang="en-US" altLang="zh-TW" b="1" dirty="0">
              <a:latin typeface="微軟正黑體" panose="020B0604030504040204" pitchFamily="34" charset="-120"/>
              <a:ea typeface="微軟正黑體" panose="020B0604030504040204" pitchFamily="34" charset="-120"/>
            </a:rPr>
            <a:t>)</a:t>
          </a:r>
          <a:r>
            <a:rPr lang="zh-TW" altLang="en-US" b="1" dirty="0">
              <a:latin typeface="微軟正黑體" panose="020B0604030504040204" pitchFamily="34" charset="-120"/>
              <a:ea typeface="微軟正黑體" panose="020B0604030504040204" pitchFamily="34" charset="-120"/>
            </a:rPr>
            <a:t>。</a:t>
          </a:r>
          <a:endParaRPr lang="zh-TW" dirty="0">
            <a:latin typeface="微軟正黑體" panose="020B0604030504040204" pitchFamily="34" charset="-120"/>
            <a:ea typeface="微軟正黑體" panose="020B0604030504040204" pitchFamily="34" charset="-120"/>
          </a:endParaRPr>
        </a:p>
      </dgm:t>
    </dgm:pt>
    <dgm:pt modelId="{E8A7F5E6-FBE1-4D94-9822-3C02206CBB55}" type="parTrans" cxnId="{78C671CF-B24B-4533-94A7-23302EFBE2C7}">
      <dgm:prSet/>
      <dgm:spPr/>
      <dgm:t>
        <a:bodyPr/>
        <a:lstStyle/>
        <a:p>
          <a:endParaRPr lang="zh-TW" altLang="en-US"/>
        </a:p>
      </dgm:t>
    </dgm:pt>
    <dgm:pt modelId="{BA8F19E2-C768-424A-B730-5EEBC5B48FED}" type="sibTrans" cxnId="{78C671CF-B24B-4533-94A7-23302EFBE2C7}">
      <dgm:prSet/>
      <dgm:spPr/>
      <dgm:t>
        <a:bodyPr/>
        <a:lstStyle/>
        <a:p>
          <a:endParaRPr lang="zh-TW" altLang="en-US"/>
        </a:p>
      </dgm:t>
    </dgm:pt>
    <dgm:pt modelId="{E6F1175B-DE94-48D3-817E-5D4C9CF7D221}" type="pres">
      <dgm:prSet presAssocID="{D562A84D-9FC4-4B8B-9E61-B0443147CB1D}" presName="Name0" presStyleCnt="0">
        <dgm:presLayoutVars>
          <dgm:dir/>
          <dgm:animLvl val="lvl"/>
          <dgm:resizeHandles val="exact"/>
        </dgm:presLayoutVars>
      </dgm:prSet>
      <dgm:spPr/>
    </dgm:pt>
    <dgm:pt modelId="{5F3CC47F-0705-4E5A-9364-F50447447011}" type="pres">
      <dgm:prSet presAssocID="{6A3419A1-DBC3-411B-A40A-8BDEE1AD4D87}" presName="composite" presStyleCnt="0"/>
      <dgm:spPr/>
    </dgm:pt>
    <dgm:pt modelId="{340F903E-5173-463E-BC5A-B94F14F1AE97}" type="pres">
      <dgm:prSet presAssocID="{6A3419A1-DBC3-411B-A40A-8BDEE1AD4D87}" presName="parTx" presStyleLbl="alignNode1" presStyleIdx="0" presStyleCnt="1">
        <dgm:presLayoutVars>
          <dgm:chMax val="0"/>
          <dgm:chPref val="0"/>
          <dgm:bulletEnabled val="1"/>
        </dgm:presLayoutVars>
      </dgm:prSet>
      <dgm:spPr/>
    </dgm:pt>
    <dgm:pt modelId="{64DB8DA4-149F-417F-AD6A-87E3CFFCE9FB}" type="pres">
      <dgm:prSet presAssocID="{6A3419A1-DBC3-411B-A40A-8BDEE1AD4D87}" presName="desTx" presStyleLbl="alignAccFollowNode1" presStyleIdx="0" presStyleCnt="1">
        <dgm:presLayoutVars>
          <dgm:bulletEnabled val="1"/>
        </dgm:presLayoutVars>
      </dgm:prSet>
      <dgm:spPr/>
    </dgm:pt>
  </dgm:ptLst>
  <dgm:cxnLst>
    <dgm:cxn modelId="{81CAA524-B4CB-4ADD-A2D2-E0C531161EE5}" srcId="{6A3419A1-DBC3-411B-A40A-8BDEE1AD4D87}" destId="{BE506F1A-FDD6-44B3-BEF0-A99D839EAE3C}" srcOrd="1" destOrd="0" parTransId="{C087C603-5AA5-4CAC-B850-B7C8065269E1}" sibTransId="{3E0D1FF0-3B23-4879-97F6-AB47640990D2}"/>
    <dgm:cxn modelId="{A79D3B31-7514-449A-9FD8-0A1427C57985}" type="presOf" srcId="{BE506F1A-FDD6-44B3-BEF0-A99D839EAE3C}" destId="{64DB8DA4-149F-417F-AD6A-87E3CFFCE9FB}" srcOrd="0" destOrd="1" presId="urn:microsoft.com/office/officeart/2005/8/layout/hList1"/>
    <dgm:cxn modelId="{8E4D5179-5E5F-42BC-B394-C491E4406FEF}" type="presOf" srcId="{EAC29B7A-3416-4639-9234-E34E727A36ED}" destId="{64DB8DA4-149F-417F-AD6A-87E3CFFCE9FB}" srcOrd="0" destOrd="2" presId="urn:microsoft.com/office/officeart/2005/8/layout/hList1"/>
    <dgm:cxn modelId="{8DF1ACC1-F0FC-4D48-87FD-4F379136EE08}" type="presOf" srcId="{0A40A57D-08F6-4389-B2D2-3BE4A484D232}" destId="{64DB8DA4-149F-417F-AD6A-87E3CFFCE9FB}" srcOrd="0" destOrd="0" presId="urn:microsoft.com/office/officeart/2005/8/layout/hList1"/>
    <dgm:cxn modelId="{61F6FBCA-22FB-405F-8C33-FDC264E773C7}" type="presOf" srcId="{6A3419A1-DBC3-411B-A40A-8BDEE1AD4D87}" destId="{340F903E-5173-463E-BC5A-B94F14F1AE97}" srcOrd="0" destOrd="0" presId="urn:microsoft.com/office/officeart/2005/8/layout/hList1"/>
    <dgm:cxn modelId="{26D9EACC-63FE-415B-B323-751F9AD50E29}" srcId="{6A3419A1-DBC3-411B-A40A-8BDEE1AD4D87}" destId="{0A40A57D-08F6-4389-B2D2-3BE4A484D232}" srcOrd="0" destOrd="0" parTransId="{344FE74B-7AA0-4146-A0C9-2736855E1257}" sibTransId="{797675B6-89E5-419A-8C42-E9F50086EBB7}"/>
    <dgm:cxn modelId="{78C671CF-B24B-4533-94A7-23302EFBE2C7}" srcId="{6A3419A1-DBC3-411B-A40A-8BDEE1AD4D87}" destId="{E91ADEE3-28EA-47E4-9927-65AA5BA311E9}" srcOrd="3" destOrd="0" parTransId="{E8A7F5E6-FBE1-4D94-9822-3C02206CBB55}" sibTransId="{BA8F19E2-C768-424A-B730-5EEBC5B48FED}"/>
    <dgm:cxn modelId="{CEA7A4DA-0ECF-41FB-88BC-59C9747600F3}" type="presOf" srcId="{D562A84D-9FC4-4B8B-9E61-B0443147CB1D}" destId="{E6F1175B-DE94-48D3-817E-5D4C9CF7D221}" srcOrd="0" destOrd="0" presId="urn:microsoft.com/office/officeart/2005/8/layout/hList1"/>
    <dgm:cxn modelId="{46F784ED-4493-43A2-8963-C287D4B8A0C4}" type="presOf" srcId="{E91ADEE3-28EA-47E4-9927-65AA5BA311E9}" destId="{64DB8DA4-149F-417F-AD6A-87E3CFFCE9FB}" srcOrd="0" destOrd="3" presId="urn:microsoft.com/office/officeart/2005/8/layout/hList1"/>
    <dgm:cxn modelId="{3F1692F1-E2DE-4F8A-89EE-EB3E355228B0}" srcId="{D562A84D-9FC4-4B8B-9E61-B0443147CB1D}" destId="{6A3419A1-DBC3-411B-A40A-8BDEE1AD4D87}" srcOrd="0" destOrd="0" parTransId="{E9BC6136-62DE-4059-86CC-785FB0C6883D}" sibTransId="{9EACB7CE-7DA3-40F1-9E19-E3FAB90E6519}"/>
    <dgm:cxn modelId="{278CCBF9-435E-437B-B99B-53E650EE3F59}" srcId="{6A3419A1-DBC3-411B-A40A-8BDEE1AD4D87}" destId="{EAC29B7A-3416-4639-9234-E34E727A36ED}" srcOrd="2" destOrd="0" parTransId="{8F92B6CD-745F-447A-95F4-D3F745182361}" sibTransId="{68059E09-140C-4D51-BEC4-097F1029B861}"/>
    <dgm:cxn modelId="{B657D8AC-6BFA-49A3-A109-F92CB7390424}" type="presParOf" srcId="{E6F1175B-DE94-48D3-817E-5D4C9CF7D221}" destId="{5F3CC47F-0705-4E5A-9364-F50447447011}" srcOrd="0" destOrd="0" presId="urn:microsoft.com/office/officeart/2005/8/layout/hList1"/>
    <dgm:cxn modelId="{C6B35C96-A662-4104-8DC1-16FF60F94522}" type="presParOf" srcId="{5F3CC47F-0705-4E5A-9364-F50447447011}" destId="{340F903E-5173-463E-BC5A-B94F14F1AE97}" srcOrd="0" destOrd="0" presId="urn:microsoft.com/office/officeart/2005/8/layout/hList1"/>
    <dgm:cxn modelId="{FF0C38F3-CA89-4308-BDE5-4009D8C94F0C}" type="presParOf" srcId="{5F3CC47F-0705-4E5A-9364-F50447447011}" destId="{64DB8DA4-149F-417F-AD6A-87E3CFFCE9F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8317A00-FD1B-4079-A36D-2BAF10C67068}" type="doc">
      <dgm:prSet loTypeId="urn:microsoft.com/office/officeart/2008/layout/VerticalCurvedList" loCatId="list" qsTypeId="urn:microsoft.com/office/officeart/2005/8/quickstyle/simple5" qsCatId="simple" csTypeId="urn:microsoft.com/office/officeart/2005/8/colors/colorful4" csCatId="colorful" phldr="1"/>
      <dgm:spPr/>
      <dgm:t>
        <a:bodyPr/>
        <a:lstStyle/>
        <a:p>
          <a:endParaRPr lang="zh-TW" altLang="en-US"/>
        </a:p>
      </dgm:t>
    </dgm:pt>
    <dgm:pt modelId="{3098BA4B-EFB2-4EBB-9BDF-9FCA213A5DB8}">
      <dgm:prSet custT="1"/>
      <dgm:spPr/>
      <dgm:t>
        <a:bodyPr/>
        <a:lstStyle/>
        <a:p>
          <a:pPr rtl="0"/>
          <a:r>
            <a:rPr lang="zh-TW" altLang="en-US" sz="2000" b="1" dirty="0">
              <a:latin typeface="微軟正黑體" panose="020B0604030504040204" pitchFamily="34" charset="-120"/>
              <a:ea typeface="微軟正黑體" panose="020B0604030504040204" pitchFamily="34" charset="-120"/>
            </a:rPr>
            <a:t>大量資料的分析演算法及統計方法</a:t>
          </a:r>
          <a:endParaRPr lang="zh-TW" altLang="en-US" sz="2000" dirty="0">
            <a:latin typeface="微軟正黑體" panose="020B0604030504040204" pitchFamily="34" charset="-120"/>
            <a:ea typeface="微軟正黑體" panose="020B0604030504040204" pitchFamily="34" charset="-120"/>
          </a:endParaRPr>
        </a:p>
      </dgm:t>
    </dgm:pt>
    <dgm:pt modelId="{931B43B5-9A43-4226-AFD1-99F257E2315B}" type="parTrans" cxnId="{91CA61CB-24DA-4E78-B6B6-DD048F16A723}">
      <dgm:prSet/>
      <dgm:spPr/>
      <dgm:t>
        <a:bodyPr/>
        <a:lstStyle/>
        <a:p>
          <a:endParaRPr lang="zh-TW" altLang="en-US" sz="2400"/>
        </a:p>
      </dgm:t>
    </dgm:pt>
    <dgm:pt modelId="{06553B09-4314-4528-B863-127429BC197E}" type="sibTrans" cxnId="{91CA61CB-24DA-4E78-B6B6-DD048F16A723}">
      <dgm:prSet/>
      <dgm:spPr/>
      <dgm:t>
        <a:bodyPr/>
        <a:lstStyle/>
        <a:p>
          <a:endParaRPr lang="zh-TW" altLang="en-US" sz="2400"/>
        </a:p>
      </dgm:t>
    </dgm:pt>
    <dgm:pt modelId="{45F54625-5987-47D0-90B5-6E3424196266}">
      <dgm:prSet custT="1"/>
      <dgm:spPr/>
      <dgm:t>
        <a:bodyPr/>
        <a:lstStyle/>
        <a:p>
          <a:pPr rtl="0"/>
          <a:r>
            <a:rPr lang="zh-TW" altLang="en-US" sz="2000" b="1" dirty="0">
              <a:latin typeface="微軟正黑體" panose="020B0604030504040204" pitchFamily="34" charset="-120"/>
              <a:ea typeface="微軟正黑體" panose="020B0604030504040204" pitchFamily="34" charset="-120"/>
            </a:rPr>
            <a:t>各種生物序列及結構的分析與解釋</a:t>
          </a:r>
          <a:endParaRPr lang="zh-TW" altLang="en-US" sz="2000" dirty="0">
            <a:latin typeface="微軟正黑體" panose="020B0604030504040204" pitchFamily="34" charset="-120"/>
            <a:ea typeface="微軟正黑體" panose="020B0604030504040204" pitchFamily="34" charset="-120"/>
          </a:endParaRPr>
        </a:p>
      </dgm:t>
    </dgm:pt>
    <dgm:pt modelId="{F0D4D99F-8960-4DAA-B534-89757CCF428A}" type="parTrans" cxnId="{DC9FB77F-37F9-4CCC-B31A-5D2E77CF71E0}">
      <dgm:prSet/>
      <dgm:spPr/>
      <dgm:t>
        <a:bodyPr/>
        <a:lstStyle/>
        <a:p>
          <a:endParaRPr lang="zh-TW" altLang="en-US" sz="2400"/>
        </a:p>
      </dgm:t>
    </dgm:pt>
    <dgm:pt modelId="{2AD2B56F-3A5E-49C6-8604-F8486A5CEDB8}" type="sibTrans" cxnId="{DC9FB77F-37F9-4CCC-B31A-5D2E77CF71E0}">
      <dgm:prSet/>
      <dgm:spPr/>
      <dgm:t>
        <a:bodyPr/>
        <a:lstStyle/>
        <a:p>
          <a:endParaRPr lang="zh-TW" altLang="en-US" sz="2400"/>
        </a:p>
      </dgm:t>
    </dgm:pt>
    <dgm:pt modelId="{DCDF463B-1243-449D-A337-2E0F1A38FCD1}">
      <dgm:prSet custT="1"/>
      <dgm:spPr/>
      <dgm:t>
        <a:bodyPr/>
        <a:lstStyle/>
        <a:p>
          <a:pPr rtl="0"/>
          <a:r>
            <a:rPr lang="zh-TW" altLang="en-US" sz="2000" b="1" dirty="0">
              <a:latin typeface="微軟正黑體" panose="020B0604030504040204" pitchFamily="34" charset="-120"/>
              <a:ea typeface="微軟正黑體" panose="020B0604030504040204" pitchFamily="34" charset="-120"/>
            </a:rPr>
            <a:t>管理及使用各種型態資訊的軟體工具</a:t>
          </a:r>
          <a:endParaRPr lang="zh-TW" altLang="en-US" sz="2000" dirty="0">
            <a:latin typeface="微軟正黑體" panose="020B0604030504040204" pitchFamily="34" charset="-120"/>
            <a:ea typeface="微軟正黑體" panose="020B0604030504040204" pitchFamily="34" charset="-120"/>
          </a:endParaRPr>
        </a:p>
      </dgm:t>
    </dgm:pt>
    <dgm:pt modelId="{67F78862-2D9F-4A32-A0FA-FCF2C0371CD6}" type="parTrans" cxnId="{4D545367-3913-405D-9D04-4CEF961D4EA9}">
      <dgm:prSet/>
      <dgm:spPr/>
      <dgm:t>
        <a:bodyPr/>
        <a:lstStyle/>
        <a:p>
          <a:endParaRPr lang="zh-TW" altLang="en-US" sz="2400"/>
        </a:p>
      </dgm:t>
    </dgm:pt>
    <dgm:pt modelId="{A6C7BD13-9969-424F-80E8-569BEF6F284A}" type="sibTrans" cxnId="{4D545367-3913-405D-9D04-4CEF961D4EA9}">
      <dgm:prSet/>
      <dgm:spPr/>
      <dgm:t>
        <a:bodyPr/>
        <a:lstStyle/>
        <a:p>
          <a:endParaRPr lang="zh-TW" altLang="en-US" sz="2400"/>
        </a:p>
      </dgm:t>
    </dgm:pt>
    <dgm:pt modelId="{D6E1D322-7D9F-49D3-9733-9062466ECC02}">
      <dgm:prSet custT="1"/>
      <dgm:spPr/>
      <dgm:t>
        <a:bodyPr/>
        <a:lstStyle/>
        <a:p>
          <a:pPr rtl="0"/>
          <a:r>
            <a:rPr lang="zh-TW" altLang="en-US" sz="2000" b="1" dirty="0">
              <a:latin typeface="微軟正黑體" panose="020B0604030504040204" pitchFamily="34" charset="-120"/>
              <a:ea typeface="微軟正黑體" panose="020B0604030504040204" pitchFamily="34" charset="-120"/>
            </a:rPr>
            <a:t>生物醫學及藥物的開發</a:t>
          </a:r>
          <a:endParaRPr lang="zh-TW" altLang="en-US" sz="2000" dirty="0">
            <a:latin typeface="微軟正黑體" panose="020B0604030504040204" pitchFamily="34" charset="-120"/>
            <a:ea typeface="微軟正黑體" panose="020B0604030504040204" pitchFamily="34" charset="-120"/>
          </a:endParaRPr>
        </a:p>
      </dgm:t>
    </dgm:pt>
    <dgm:pt modelId="{5B1DC2C0-D612-4252-A0BA-998BFB0D665B}" type="parTrans" cxnId="{A81A0761-E1C7-4DF0-9E7E-D351EF52860A}">
      <dgm:prSet/>
      <dgm:spPr/>
      <dgm:t>
        <a:bodyPr/>
        <a:lstStyle/>
        <a:p>
          <a:endParaRPr lang="zh-TW" altLang="en-US" sz="2400"/>
        </a:p>
      </dgm:t>
    </dgm:pt>
    <dgm:pt modelId="{C042FF3F-B9A9-4575-8D05-71E26FED21AE}" type="sibTrans" cxnId="{A81A0761-E1C7-4DF0-9E7E-D351EF52860A}">
      <dgm:prSet/>
      <dgm:spPr/>
      <dgm:t>
        <a:bodyPr/>
        <a:lstStyle/>
        <a:p>
          <a:endParaRPr lang="zh-TW" altLang="en-US" sz="2400"/>
        </a:p>
      </dgm:t>
    </dgm:pt>
    <dgm:pt modelId="{0798F752-10D8-4B3C-BBEF-72C5AF558FA2}" type="pres">
      <dgm:prSet presAssocID="{58317A00-FD1B-4079-A36D-2BAF10C67068}" presName="Name0" presStyleCnt="0">
        <dgm:presLayoutVars>
          <dgm:chMax val="7"/>
          <dgm:chPref val="7"/>
          <dgm:dir/>
        </dgm:presLayoutVars>
      </dgm:prSet>
      <dgm:spPr/>
    </dgm:pt>
    <dgm:pt modelId="{C2861C61-FD7F-4CE1-907A-3B3E34B3BF59}" type="pres">
      <dgm:prSet presAssocID="{58317A00-FD1B-4079-A36D-2BAF10C67068}" presName="Name1" presStyleCnt="0"/>
      <dgm:spPr/>
    </dgm:pt>
    <dgm:pt modelId="{5A30EAEA-CD8E-4117-B6A4-1FE90E1C02E8}" type="pres">
      <dgm:prSet presAssocID="{58317A00-FD1B-4079-A36D-2BAF10C67068}" presName="cycle" presStyleCnt="0"/>
      <dgm:spPr/>
    </dgm:pt>
    <dgm:pt modelId="{08C6914E-A5F4-421D-88D7-DD1A03EE3C9E}" type="pres">
      <dgm:prSet presAssocID="{58317A00-FD1B-4079-A36D-2BAF10C67068}" presName="srcNode" presStyleLbl="node1" presStyleIdx="0" presStyleCnt="4"/>
      <dgm:spPr/>
    </dgm:pt>
    <dgm:pt modelId="{08CE8B21-E7A3-4C8F-8DCB-A397FEC99FA9}" type="pres">
      <dgm:prSet presAssocID="{58317A00-FD1B-4079-A36D-2BAF10C67068}" presName="conn" presStyleLbl="parChTrans1D2" presStyleIdx="0" presStyleCnt="1"/>
      <dgm:spPr/>
    </dgm:pt>
    <dgm:pt modelId="{19137E80-91D1-4EBC-8DE5-D66D47C32D68}" type="pres">
      <dgm:prSet presAssocID="{58317A00-FD1B-4079-A36D-2BAF10C67068}" presName="extraNode" presStyleLbl="node1" presStyleIdx="0" presStyleCnt="4"/>
      <dgm:spPr/>
    </dgm:pt>
    <dgm:pt modelId="{881CB9F2-99CF-4098-94D1-F8585597AC08}" type="pres">
      <dgm:prSet presAssocID="{58317A00-FD1B-4079-A36D-2BAF10C67068}" presName="dstNode" presStyleLbl="node1" presStyleIdx="0" presStyleCnt="4"/>
      <dgm:spPr/>
    </dgm:pt>
    <dgm:pt modelId="{D34630BF-795B-488D-940F-2810617CC113}" type="pres">
      <dgm:prSet presAssocID="{3098BA4B-EFB2-4EBB-9BDF-9FCA213A5DB8}" presName="text_1" presStyleLbl="node1" presStyleIdx="0" presStyleCnt="4">
        <dgm:presLayoutVars>
          <dgm:bulletEnabled val="1"/>
        </dgm:presLayoutVars>
      </dgm:prSet>
      <dgm:spPr/>
    </dgm:pt>
    <dgm:pt modelId="{592C172A-1673-41C1-A169-D444C9240475}" type="pres">
      <dgm:prSet presAssocID="{3098BA4B-EFB2-4EBB-9BDF-9FCA213A5DB8}" presName="accent_1" presStyleCnt="0"/>
      <dgm:spPr/>
    </dgm:pt>
    <dgm:pt modelId="{B2C15958-C1A7-4712-B791-308FF2166333}" type="pres">
      <dgm:prSet presAssocID="{3098BA4B-EFB2-4EBB-9BDF-9FCA213A5DB8}" presName="accentRepeatNode" presStyleLbl="solidFgAcc1" presStyleIdx="0" presStyleCnt="4"/>
      <dgm:spPr/>
    </dgm:pt>
    <dgm:pt modelId="{3B9CCA12-7407-4EDE-8983-E9FC15728C22}" type="pres">
      <dgm:prSet presAssocID="{45F54625-5987-47D0-90B5-6E3424196266}" presName="text_2" presStyleLbl="node1" presStyleIdx="1" presStyleCnt="4">
        <dgm:presLayoutVars>
          <dgm:bulletEnabled val="1"/>
        </dgm:presLayoutVars>
      </dgm:prSet>
      <dgm:spPr/>
    </dgm:pt>
    <dgm:pt modelId="{8AA77CB3-15EF-4082-A20E-50A0DCCAE13E}" type="pres">
      <dgm:prSet presAssocID="{45F54625-5987-47D0-90B5-6E3424196266}" presName="accent_2" presStyleCnt="0"/>
      <dgm:spPr/>
    </dgm:pt>
    <dgm:pt modelId="{7B6E58A3-1DC3-4851-8BAB-5CAFAFC3B60C}" type="pres">
      <dgm:prSet presAssocID="{45F54625-5987-47D0-90B5-6E3424196266}" presName="accentRepeatNode" presStyleLbl="solidFgAcc1" presStyleIdx="1" presStyleCnt="4"/>
      <dgm:spPr/>
    </dgm:pt>
    <dgm:pt modelId="{63A6C5AC-B377-4FC5-A7EB-F713A0EBF9B1}" type="pres">
      <dgm:prSet presAssocID="{DCDF463B-1243-449D-A337-2E0F1A38FCD1}" presName="text_3" presStyleLbl="node1" presStyleIdx="2" presStyleCnt="4">
        <dgm:presLayoutVars>
          <dgm:bulletEnabled val="1"/>
        </dgm:presLayoutVars>
      </dgm:prSet>
      <dgm:spPr/>
    </dgm:pt>
    <dgm:pt modelId="{BBB00415-F1A4-472E-8296-57607C944633}" type="pres">
      <dgm:prSet presAssocID="{DCDF463B-1243-449D-A337-2E0F1A38FCD1}" presName="accent_3" presStyleCnt="0"/>
      <dgm:spPr/>
    </dgm:pt>
    <dgm:pt modelId="{7F63D217-A6FA-45F0-8064-662BB879D585}" type="pres">
      <dgm:prSet presAssocID="{DCDF463B-1243-449D-A337-2E0F1A38FCD1}" presName="accentRepeatNode" presStyleLbl="solidFgAcc1" presStyleIdx="2" presStyleCnt="4"/>
      <dgm:spPr/>
    </dgm:pt>
    <dgm:pt modelId="{B0368B6F-7CFA-4BCA-9DC9-4F31DFE34BCF}" type="pres">
      <dgm:prSet presAssocID="{D6E1D322-7D9F-49D3-9733-9062466ECC02}" presName="text_4" presStyleLbl="node1" presStyleIdx="3" presStyleCnt="4">
        <dgm:presLayoutVars>
          <dgm:bulletEnabled val="1"/>
        </dgm:presLayoutVars>
      </dgm:prSet>
      <dgm:spPr/>
    </dgm:pt>
    <dgm:pt modelId="{7F423309-08C0-4B50-8EBA-B4793329C73A}" type="pres">
      <dgm:prSet presAssocID="{D6E1D322-7D9F-49D3-9733-9062466ECC02}" presName="accent_4" presStyleCnt="0"/>
      <dgm:spPr/>
    </dgm:pt>
    <dgm:pt modelId="{A8D5CE8D-BE10-4941-96D9-8A8FAABFC35B}" type="pres">
      <dgm:prSet presAssocID="{D6E1D322-7D9F-49D3-9733-9062466ECC02}" presName="accentRepeatNode" presStyleLbl="solidFgAcc1" presStyleIdx="3" presStyleCnt="4"/>
      <dgm:spPr/>
    </dgm:pt>
  </dgm:ptLst>
  <dgm:cxnLst>
    <dgm:cxn modelId="{2B2F7101-DC49-44AB-A379-845872308E25}" type="presOf" srcId="{3098BA4B-EFB2-4EBB-9BDF-9FCA213A5DB8}" destId="{D34630BF-795B-488D-940F-2810617CC113}" srcOrd="0" destOrd="0" presId="urn:microsoft.com/office/officeart/2008/layout/VerticalCurvedList"/>
    <dgm:cxn modelId="{A81A0761-E1C7-4DF0-9E7E-D351EF52860A}" srcId="{58317A00-FD1B-4079-A36D-2BAF10C67068}" destId="{D6E1D322-7D9F-49D3-9733-9062466ECC02}" srcOrd="3" destOrd="0" parTransId="{5B1DC2C0-D612-4252-A0BA-998BFB0D665B}" sibTransId="{C042FF3F-B9A9-4575-8D05-71E26FED21AE}"/>
    <dgm:cxn modelId="{4D545367-3913-405D-9D04-4CEF961D4EA9}" srcId="{58317A00-FD1B-4079-A36D-2BAF10C67068}" destId="{DCDF463B-1243-449D-A337-2E0F1A38FCD1}" srcOrd="2" destOrd="0" parTransId="{67F78862-2D9F-4A32-A0FA-FCF2C0371CD6}" sibTransId="{A6C7BD13-9969-424F-80E8-569BEF6F284A}"/>
    <dgm:cxn modelId="{DC9FB77F-37F9-4CCC-B31A-5D2E77CF71E0}" srcId="{58317A00-FD1B-4079-A36D-2BAF10C67068}" destId="{45F54625-5987-47D0-90B5-6E3424196266}" srcOrd="1" destOrd="0" parTransId="{F0D4D99F-8960-4DAA-B534-89757CCF428A}" sibTransId="{2AD2B56F-3A5E-49C6-8604-F8486A5CEDB8}"/>
    <dgm:cxn modelId="{CD506ABD-C6B7-4A47-B611-FAC9EA97ECE8}" type="presOf" srcId="{06553B09-4314-4528-B863-127429BC197E}" destId="{08CE8B21-E7A3-4C8F-8DCB-A397FEC99FA9}" srcOrd="0" destOrd="0" presId="urn:microsoft.com/office/officeart/2008/layout/VerticalCurvedList"/>
    <dgm:cxn modelId="{17DCD7C3-18B9-47C4-8528-279867255CF2}" type="presOf" srcId="{DCDF463B-1243-449D-A337-2E0F1A38FCD1}" destId="{63A6C5AC-B377-4FC5-A7EB-F713A0EBF9B1}" srcOrd="0" destOrd="0" presId="urn:microsoft.com/office/officeart/2008/layout/VerticalCurvedList"/>
    <dgm:cxn modelId="{91CA61CB-24DA-4E78-B6B6-DD048F16A723}" srcId="{58317A00-FD1B-4079-A36D-2BAF10C67068}" destId="{3098BA4B-EFB2-4EBB-9BDF-9FCA213A5DB8}" srcOrd="0" destOrd="0" parTransId="{931B43B5-9A43-4226-AFD1-99F257E2315B}" sibTransId="{06553B09-4314-4528-B863-127429BC197E}"/>
    <dgm:cxn modelId="{829A0CCC-E8AD-4E4C-A000-09E83D9DB7A0}" type="presOf" srcId="{45F54625-5987-47D0-90B5-6E3424196266}" destId="{3B9CCA12-7407-4EDE-8983-E9FC15728C22}" srcOrd="0" destOrd="0" presId="urn:microsoft.com/office/officeart/2008/layout/VerticalCurvedList"/>
    <dgm:cxn modelId="{A6617CE9-D838-4E82-9D4A-4071373C35B5}" type="presOf" srcId="{58317A00-FD1B-4079-A36D-2BAF10C67068}" destId="{0798F752-10D8-4B3C-BBEF-72C5AF558FA2}" srcOrd="0" destOrd="0" presId="urn:microsoft.com/office/officeart/2008/layout/VerticalCurvedList"/>
    <dgm:cxn modelId="{12A7BFF7-C590-42AB-A697-7CAD7F8C2D71}" type="presOf" srcId="{D6E1D322-7D9F-49D3-9733-9062466ECC02}" destId="{B0368B6F-7CFA-4BCA-9DC9-4F31DFE34BCF}" srcOrd="0" destOrd="0" presId="urn:microsoft.com/office/officeart/2008/layout/VerticalCurvedList"/>
    <dgm:cxn modelId="{E7E7D44F-14DD-4FBD-8649-DCB93156C58D}" type="presParOf" srcId="{0798F752-10D8-4B3C-BBEF-72C5AF558FA2}" destId="{C2861C61-FD7F-4CE1-907A-3B3E34B3BF59}" srcOrd="0" destOrd="0" presId="urn:microsoft.com/office/officeart/2008/layout/VerticalCurvedList"/>
    <dgm:cxn modelId="{2D459FC8-C3C4-4FA4-B8D4-CA9F103B72B5}" type="presParOf" srcId="{C2861C61-FD7F-4CE1-907A-3B3E34B3BF59}" destId="{5A30EAEA-CD8E-4117-B6A4-1FE90E1C02E8}" srcOrd="0" destOrd="0" presId="urn:microsoft.com/office/officeart/2008/layout/VerticalCurvedList"/>
    <dgm:cxn modelId="{ADA27632-6CC4-4715-98D2-AA0C6B28451C}" type="presParOf" srcId="{5A30EAEA-CD8E-4117-B6A4-1FE90E1C02E8}" destId="{08C6914E-A5F4-421D-88D7-DD1A03EE3C9E}" srcOrd="0" destOrd="0" presId="urn:microsoft.com/office/officeart/2008/layout/VerticalCurvedList"/>
    <dgm:cxn modelId="{E5519D50-ABD7-458A-899A-5654A1142B29}" type="presParOf" srcId="{5A30EAEA-CD8E-4117-B6A4-1FE90E1C02E8}" destId="{08CE8B21-E7A3-4C8F-8DCB-A397FEC99FA9}" srcOrd="1" destOrd="0" presId="urn:microsoft.com/office/officeart/2008/layout/VerticalCurvedList"/>
    <dgm:cxn modelId="{160FC7F2-6B0A-4668-97D1-217442A40F8D}" type="presParOf" srcId="{5A30EAEA-CD8E-4117-B6A4-1FE90E1C02E8}" destId="{19137E80-91D1-4EBC-8DE5-D66D47C32D68}" srcOrd="2" destOrd="0" presId="urn:microsoft.com/office/officeart/2008/layout/VerticalCurvedList"/>
    <dgm:cxn modelId="{1FEB7D29-467C-4F40-8625-891510A80F1D}" type="presParOf" srcId="{5A30EAEA-CD8E-4117-B6A4-1FE90E1C02E8}" destId="{881CB9F2-99CF-4098-94D1-F8585597AC08}" srcOrd="3" destOrd="0" presId="urn:microsoft.com/office/officeart/2008/layout/VerticalCurvedList"/>
    <dgm:cxn modelId="{1D024A51-9CED-4B8E-9F1E-67318BBDFC68}" type="presParOf" srcId="{C2861C61-FD7F-4CE1-907A-3B3E34B3BF59}" destId="{D34630BF-795B-488D-940F-2810617CC113}" srcOrd="1" destOrd="0" presId="urn:microsoft.com/office/officeart/2008/layout/VerticalCurvedList"/>
    <dgm:cxn modelId="{F9C185FF-82B6-489C-A31B-B53473CE436B}" type="presParOf" srcId="{C2861C61-FD7F-4CE1-907A-3B3E34B3BF59}" destId="{592C172A-1673-41C1-A169-D444C9240475}" srcOrd="2" destOrd="0" presId="urn:microsoft.com/office/officeart/2008/layout/VerticalCurvedList"/>
    <dgm:cxn modelId="{5A28A347-2BF1-42E2-BC67-DBA3F8536935}" type="presParOf" srcId="{592C172A-1673-41C1-A169-D444C9240475}" destId="{B2C15958-C1A7-4712-B791-308FF2166333}" srcOrd="0" destOrd="0" presId="urn:microsoft.com/office/officeart/2008/layout/VerticalCurvedList"/>
    <dgm:cxn modelId="{CF9525E9-EB06-4A4D-B465-55BB94EEC8A7}" type="presParOf" srcId="{C2861C61-FD7F-4CE1-907A-3B3E34B3BF59}" destId="{3B9CCA12-7407-4EDE-8983-E9FC15728C22}" srcOrd="3" destOrd="0" presId="urn:microsoft.com/office/officeart/2008/layout/VerticalCurvedList"/>
    <dgm:cxn modelId="{B5F29428-A308-4884-A7C5-661AB27B78CA}" type="presParOf" srcId="{C2861C61-FD7F-4CE1-907A-3B3E34B3BF59}" destId="{8AA77CB3-15EF-4082-A20E-50A0DCCAE13E}" srcOrd="4" destOrd="0" presId="urn:microsoft.com/office/officeart/2008/layout/VerticalCurvedList"/>
    <dgm:cxn modelId="{0DFDE8EA-99A9-45B1-8D61-0B470AF76FD2}" type="presParOf" srcId="{8AA77CB3-15EF-4082-A20E-50A0DCCAE13E}" destId="{7B6E58A3-1DC3-4851-8BAB-5CAFAFC3B60C}" srcOrd="0" destOrd="0" presId="urn:microsoft.com/office/officeart/2008/layout/VerticalCurvedList"/>
    <dgm:cxn modelId="{BB220146-FFCA-489D-8BED-80078B1E27D7}" type="presParOf" srcId="{C2861C61-FD7F-4CE1-907A-3B3E34B3BF59}" destId="{63A6C5AC-B377-4FC5-A7EB-F713A0EBF9B1}" srcOrd="5" destOrd="0" presId="urn:microsoft.com/office/officeart/2008/layout/VerticalCurvedList"/>
    <dgm:cxn modelId="{9BB0E8A6-5008-4CB3-AE16-58A31C53E0CB}" type="presParOf" srcId="{C2861C61-FD7F-4CE1-907A-3B3E34B3BF59}" destId="{BBB00415-F1A4-472E-8296-57607C944633}" srcOrd="6" destOrd="0" presId="urn:microsoft.com/office/officeart/2008/layout/VerticalCurvedList"/>
    <dgm:cxn modelId="{F0C141ED-7910-41D3-B0CF-3824203AE587}" type="presParOf" srcId="{BBB00415-F1A4-472E-8296-57607C944633}" destId="{7F63D217-A6FA-45F0-8064-662BB879D585}" srcOrd="0" destOrd="0" presId="urn:microsoft.com/office/officeart/2008/layout/VerticalCurvedList"/>
    <dgm:cxn modelId="{21EBF4B0-D750-4419-8AD1-6D002196DDAB}" type="presParOf" srcId="{C2861C61-FD7F-4CE1-907A-3B3E34B3BF59}" destId="{B0368B6F-7CFA-4BCA-9DC9-4F31DFE34BCF}" srcOrd="7" destOrd="0" presId="urn:microsoft.com/office/officeart/2008/layout/VerticalCurvedList"/>
    <dgm:cxn modelId="{7EF7642C-38FB-4111-9881-40435313CF03}" type="presParOf" srcId="{C2861C61-FD7F-4CE1-907A-3B3E34B3BF59}" destId="{7F423309-08C0-4B50-8EBA-B4793329C73A}" srcOrd="8" destOrd="0" presId="urn:microsoft.com/office/officeart/2008/layout/VerticalCurvedList"/>
    <dgm:cxn modelId="{909F68E4-6C44-4B8C-B7B7-5C7707EC6E34}" type="presParOf" srcId="{7F423309-08C0-4B50-8EBA-B4793329C73A}" destId="{A8D5CE8D-BE10-4941-96D9-8A8FAABFC35B}"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E1E4F4A-DDA5-4847-8367-4F5A59F83567}" type="doc">
      <dgm:prSet loTypeId="urn:microsoft.com/office/officeart/2005/8/layout/radial1" loCatId="relationship" qsTypeId="urn:microsoft.com/office/officeart/2005/8/quickstyle/simple1" qsCatId="simple" csTypeId="urn:microsoft.com/office/officeart/2005/8/colors/colorful1" csCatId="colorful" phldr="1"/>
      <dgm:spPr/>
      <dgm:t>
        <a:bodyPr/>
        <a:lstStyle/>
        <a:p>
          <a:endParaRPr lang="zh-TW" altLang="en-US"/>
        </a:p>
      </dgm:t>
    </dgm:pt>
    <dgm:pt modelId="{C6509868-61F9-49D5-A23E-719E669E6820}">
      <dgm:prSet custT="1"/>
      <dgm:spPr/>
      <dgm:t>
        <a:bodyPr/>
        <a:lstStyle/>
        <a:p>
          <a:pPr rtl="0"/>
          <a:r>
            <a:rPr lang="zh-TW" altLang="en-US" sz="1600" b="1" baseline="0" dirty="0">
              <a:latin typeface="微軟正黑體" panose="020B0604030504040204" pitchFamily="34" charset="-120"/>
              <a:ea typeface="微軟正黑體" panose="020B0604030504040204" pitchFamily="34" charset="-120"/>
            </a:rPr>
            <a:t>生物</a:t>
          </a:r>
          <a:br>
            <a:rPr lang="en-US" altLang="zh-TW" sz="1600" b="1" baseline="0" dirty="0">
              <a:latin typeface="微軟正黑體" panose="020B0604030504040204" pitchFamily="34" charset="-120"/>
              <a:ea typeface="微軟正黑體" panose="020B0604030504040204" pitchFamily="34" charset="-120"/>
            </a:rPr>
          </a:br>
          <a:r>
            <a:rPr lang="zh-TW" altLang="en-US" sz="1600" b="1" baseline="0" dirty="0">
              <a:latin typeface="微軟正黑體" panose="020B0604030504040204" pitchFamily="34" charset="-120"/>
              <a:ea typeface="微軟正黑體" panose="020B0604030504040204" pitchFamily="34" charset="-120"/>
            </a:rPr>
            <a:t>資訊學</a:t>
          </a:r>
          <a:br>
            <a:rPr lang="en-US" altLang="zh-TW" sz="1600" b="1" baseline="0" dirty="0">
              <a:latin typeface="微軟正黑體" panose="020B0604030504040204" pitchFamily="34" charset="-120"/>
              <a:ea typeface="微軟正黑體" panose="020B0604030504040204" pitchFamily="34" charset="-120"/>
            </a:rPr>
          </a:br>
          <a:r>
            <a:rPr lang="zh-TW" altLang="en-US" sz="1600" b="1" baseline="0" dirty="0">
              <a:latin typeface="微軟正黑體" panose="020B0604030504040204" pitchFamily="34" charset="-120"/>
              <a:ea typeface="微軟正黑體" panose="020B0604030504040204" pitchFamily="34" charset="-120"/>
            </a:rPr>
            <a:t>核心課題</a:t>
          </a:r>
          <a:endParaRPr lang="zh-TW" altLang="en-US" sz="1600" baseline="0" dirty="0">
            <a:latin typeface="微軟正黑體" panose="020B0604030504040204" pitchFamily="34" charset="-120"/>
            <a:ea typeface="微軟正黑體" panose="020B0604030504040204" pitchFamily="34" charset="-120"/>
          </a:endParaRPr>
        </a:p>
      </dgm:t>
    </dgm:pt>
    <dgm:pt modelId="{8B2D927E-B9C9-40CD-BFCB-0DAA362A9C30}" type="parTrans" cxnId="{E487D0A3-EC8B-4CC3-BD2D-1B981F52069D}">
      <dgm:prSet/>
      <dgm:spPr/>
      <dgm:t>
        <a:bodyPr/>
        <a:lstStyle/>
        <a:p>
          <a:endParaRPr lang="zh-TW" altLang="en-US" sz="2000"/>
        </a:p>
      </dgm:t>
    </dgm:pt>
    <dgm:pt modelId="{9826DFD9-1D70-4948-9B72-7C77E75F0959}" type="sibTrans" cxnId="{E487D0A3-EC8B-4CC3-BD2D-1B981F52069D}">
      <dgm:prSet/>
      <dgm:spPr/>
      <dgm:t>
        <a:bodyPr/>
        <a:lstStyle/>
        <a:p>
          <a:endParaRPr lang="zh-TW" altLang="en-US" sz="2000"/>
        </a:p>
      </dgm:t>
    </dgm:pt>
    <dgm:pt modelId="{1CF6C4FA-9F0F-49A9-81EC-CA19C7A67FB0}">
      <dgm:prSet custT="1"/>
      <dgm:spPr/>
      <dgm:t>
        <a:bodyPr/>
        <a:lstStyle/>
        <a:p>
          <a:pPr rtl="0"/>
          <a:r>
            <a:rPr lang="zh-TW" altLang="en-US" sz="1800" b="1" baseline="0" dirty="0">
              <a:latin typeface="微軟正黑體" panose="020B0604030504040204" pitchFamily="34" charset="-120"/>
              <a:ea typeface="微軟正黑體" panose="020B0604030504040204" pitchFamily="34" charset="-120"/>
            </a:rPr>
            <a:t>序列</a:t>
          </a:r>
          <a:br>
            <a:rPr lang="en-US" altLang="zh-TW" sz="1800" b="1" baseline="0" dirty="0">
              <a:latin typeface="微軟正黑體" panose="020B0604030504040204" pitchFamily="34" charset="-120"/>
              <a:ea typeface="微軟正黑體" panose="020B0604030504040204" pitchFamily="34" charset="-120"/>
            </a:rPr>
          </a:br>
          <a:r>
            <a:rPr lang="zh-TW" altLang="en-US" sz="1800" b="1" baseline="0" dirty="0">
              <a:latin typeface="微軟正黑體" panose="020B0604030504040204" pitchFamily="34" charset="-120"/>
              <a:ea typeface="微軟正黑體" panose="020B0604030504040204" pitchFamily="34" charset="-120"/>
            </a:rPr>
            <a:t>組合</a:t>
          </a:r>
          <a:endParaRPr lang="zh-TW" altLang="en-US" sz="1800" baseline="0" dirty="0">
            <a:latin typeface="微軟正黑體" panose="020B0604030504040204" pitchFamily="34" charset="-120"/>
            <a:ea typeface="微軟正黑體" panose="020B0604030504040204" pitchFamily="34" charset="-120"/>
          </a:endParaRPr>
        </a:p>
      </dgm:t>
    </dgm:pt>
    <dgm:pt modelId="{3C075614-B92D-47EB-889B-61C566FBA99E}" type="parTrans" cxnId="{26C179E1-DAC3-495A-9140-A237681F127A}">
      <dgm:prSet custT="1"/>
      <dgm:spPr/>
      <dgm:t>
        <a:bodyPr/>
        <a:lstStyle/>
        <a:p>
          <a:endParaRPr lang="zh-TW" altLang="en-US" sz="600"/>
        </a:p>
      </dgm:t>
    </dgm:pt>
    <dgm:pt modelId="{C2B86A18-8BF6-48F7-B80D-9FED48EFBA11}" type="sibTrans" cxnId="{26C179E1-DAC3-495A-9140-A237681F127A}">
      <dgm:prSet/>
      <dgm:spPr/>
      <dgm:t>
        <a:bodyPr/>
        <a:lstStyle/>
        <a:p>
          <a:endParaRPr lang="zh-TW" altLang="en-US" sz="2000"/>
        </a:p>
      </dgm:t>
    </dgm:pt>
    <dgm:pt modelId="{5B2B11AB-A6D7-41BD-8B41-3D5F3FEC5033}">
      <dgm:prSet custT="1"/>
      <dgm:spPr/>
      <dgm:t>
        <a:bodyPr/>
        <a:lstStyle/>
        <a:p>
          <a:pPr rtl="0"/>
          <a:r>
            <a:rPr lang="zh-TW" altLang="en-US" sz="1800" b="1" baseline="0" dirty="0">
              <a:latin typeface="微軟正黑體" panose="020B0604030504040204" pitchFamily="34" charset="-120"/>
              <a:ea typeface="微軟正黑體" panose="020B0604030504040204" pitchFamily="34" charset="-120"/>
            </a:rPr>
            <a:t>序列</a:t>
          </a:r>
          <a:br>
            <a:rPr lang="en-US" altLang="zh-TW" sz="1800" b="1" baseline="0" dirty="0">
              <a:latin typeface="微軟正黑體" panose="020B0604030504040204" pitchFamily="34" charset="-120"/>
              <a:ea typeface="微軟正黑體" panose="020B0604030504040204" pitchFamily="34" charset="-120"/>
            </a:rPr>
          </a:br>
          <a:r>
            <a:rPr lang="zh-TW" altLang="en-US" sz="1800" b="1" baseline="0" dirty="0">
              <a:latin typeface="微軟正黑體" panose="020B0604030504040204" pitchFamily="34" charset="-120"/>
              <a:ea typeface="微軟正黑體" panose="020B0604030504040204" pitchFamily="34" charset="-120"/>
            </a:rPr>
            <a:t>分析</a:t>
          </a:r>
          <a:endParaRPr lang="zh-TW" altLang="en-US" sz="1800" baseline="0" dirty="0">
            <a:latin typeface="微軟正黑體" panose="020B0604030504040204" pitchFamily="34" charset="-120"/>
            <a:ea typeface="微軟正黑體" panose="020B0604030504040204" pitchFamily="34" charset="-120"/>
          </a:endParaRPr>
        </a:p>
      </dgm:t>
    </dgm:pt>
    <dgm:pt modelId="{84674C25-065F-4FE6-9ADA-EF5D71C05144}" type="parTrans" cxnId="{ABD9F123-3891-4388-8045-9AE44DD9E5E3}">
      <dgm:prSet custT="1"/>
      <dgm:spPr/>
      <dgm:t>
        <a:bodyPr/>
        <a:lstStyle/>
        <a:p>
          <a:endParaRPr lang="zh-TW" altLang="en-US" sz="600"/>
        </a:p>
      </dgm:t>
    </dgm:pt>
    <dgm:pt modelId="{6620E03F-7E4B-42BC-A79F-279EC184D52D}" type="sibTrans" cxnId="{ABD9F123-3891-4388-8045-9AE44DD9E5E3}">
      <dgm:prSet/>
      <dgm:spPr/>
      <dgm:t>
        <a:bodyPr/>
        <a:lstStyle/>
        <a:p>
          <a:endParaRPr lang="zh-TW" altLang="en-US" sz="2000"/>
        </a:p>
      </dgm:t>
    </dgm:pt>
    <dgm:pt modelId="{7BE2EA84-3AB5-4741-84E3-F162EF26E685}">
      <dgm:prSet custT="1"/>
      <dgm:spPr/>
      <dgm:t>
        <a:bodyPr/>
        <a:lstStyle/>
        <a:p>
          <a:pPr rtl="0"/>
          <a:r>
            <a:rPr lang="zh-TW" altLang="en-US" sz="1800" b="1" baseline="0" dirty="0">
              <a:latin typeface="微軟正黑體" panose="020B0604030504040204" pitchFamily="34" charset="-120"/>
              <a:ea typeface="微軟正黑體" panose="020B0604030504040204" pitchFamily="34" charset="-120"/>
            </a:rPr>
            <a:t>生物資訊資料庫</a:t>
          </a:r>
          <a:endParaRPr lang="zh-TW" altLang="en-US" sz="1800" baseline="0" dirty="0">
            <a:latin typeface="微軟正黑體" panose="020B0604030504040204" pitchFamily="34" charset="-120"/>
            <a:ea typeface="微軟正黑體" panose="020B0604030504040204" pitchFamily="34" charset="-120"/>
          </a:endParaRPr>
        </a:p>
      </dgm:t>
    </dgm:pt>
    <dgm:pt modelId="{91108CAB-E830-4D8D-AF78-04A6ED77E64D}" type="parTrans" cxnId="{77F9F033-B3CA-4D0A-96EE-F47C3A60DFF5}">
      <dgm:prSet custT="1"/>
      <dgm:spPr/>
      <dgm:t>
        <a:bodyPr/>
        <a:lstStyle/>
        <a:p>
          <a:endParaRPr lang="zh-TW" altLang="en-US" sz="600"/>
        </a:p>
      </dgm:t>
    </dgm:pt>
    <dgm:pt modelId="{36A7DADC-20EF-4D5C-BE24-22E172B3C5A1}" type="sibTrans" cxnId="{77F9F033-B3CA-4D0A-96EE-F47C3A60DFF5}">
      <dgm:prSet/>
      <dgm:spPr/>
      <dgm:t>
        <a:bodyPr/>
        <a:lstStyle/>
        <a:p>
          <a:endParaRPr lang="zh-TW" altLang="en-US" sz="2000"/>
        </a:p>
      </dgm:t>
    </dgm:pt>
    <dgm:pt modelId="{987A7CAD-03FB-420C-B0E5-328876C64900}">
      <dgm:prSet custT="1"/>
      <dgm:spPr/>
      <dgm:t>
        <a:bodyPr/>
        <a:lstStyle/>
        <a:p>
          <a:pPr rtl="0"/>
          <a:r>
            <a:rPr lang="zh-TW" altLang="en-US" sz="1800" b="1" baseline="0" dirty="0">
              <a:latin typeface="微軟正黑體" panose="020B0604030504040204" pitchFamily="34" charset="-120"/>
              <a:ea typeface="微軟正黑體" panose="020B0604030504040204" pitchFamily="34" charset="-120"/>
            </a:rPr>
            <a:t>基因</a:t>
          </a:r>
          <a:br>
            <a:rPr lang="en-US" altLang="zh-TW" sz="1800" b="1" baseline="0" dirty="0">
              <a:latin typeface="微軟正黑體" panose="020B0604030504040204" pitchFamily="34" charset="-120"/>
              <a:ea typeface="微軟正黑體" panose="020B0604030504040204" pitchFamily="34" charset="-120"/>
            </a:rPr>
          </a:br>
          <a:r>
            <a:rPr lang="zh-TW" altLang="en-US" sz="1800" b="1" baseline="0" dirty="0">
              <a:latin typeface="微軟正黑體" panose="020B0604030504040204" pitchFamily="34" charset="-120"/>
              <a:ea typeface="微軟正黑體" panose="020B0604030504040204" pitchFamily="34" charset="-120"/>
            </a:rPr>
            <a:t>認定</a:t>
          </a:r>
          <a:endParaRPr lang="zh-TW" altLang="en-US" sz="1800" baseline="0" dirty="0">
            <a:latin typeface="微軟正黑體" panose="020B0604030504040204" pitchFamily="34" charset="-120"/>
            <a:ea typeface="微軟正黑體" panose="020B0604030504040204" pitchFamily="34" charset="-120"/>
          </a:endParaRPr>
        </a:p>
      </dgm:t>
    </dgm:pt>
    <dgm:pt modelId="{46F48C0A-5EDE-4634-9695-D5C6EAD9641E}" type="parTrans" cxnId="{C4EC945D-356B-4DEB-A610-285D3AF453B1}">
      <dgm:prSet custT="1"/>
      <dgm:spPr/>
      <dgm:t>
        <a:bodyPr/>
        <a:lstStyle/>
        <a:p>
          <a:endParaRPr lang="zh-TW" altLang="en-US" sz="600"/>
        </a:p>
      </dgm:t>
    </dgm:pt>
    <dgm:pt modelId="{F4C43F89-36AB-4340-904C-FEF75DBA2D5F}" type="sibTrans" cxnId="{C4EC945D-356B-4DEB-A610-285D3AF453B1}">
      <dgm:prSet/>
      <dgm:spPr/>
      <dgm:t>
        <a:bodyPr/>
        <a:lstStyle/>
        <a:p>
          <a:endParaRPr lang="zh-TW" altLang="en-US" sz="2000"/>
        </a:p>
      </dgm:t>
    </dgm:pt>
    <dgm:pt modelId="{15CAF6F2-F937-4DF7-AB3D-9414A7577B98}">
      <dgm:prSet custT="1"/>
      <dgm:spPr/>
      <dgm:t>
        <a:bodyPr/>
        <a:lstStyle/>
        <a:p>
          <a:pPr rtl="0"/>
          <a:r>
            <a:rPr lang="zh-TW" altLang="en-US" sz="1800" b="1" baseline="0" dirty="0">
              <a:latin typeface="微軟正黑體" panose="020B0604030504040204" pitchFamily="34" charset="-120"/>
              <a:ea typeface="微軟正黑體" panose="020B0604030504040204" pitchFamily="34" charset="-120"/>
            </a:rPr>
            <a:t>種族樹</a:t>
          </a:r>
          <a:br>
            <a:rPr lang="en-US" altLang="zh-TW" sz="1800" b="1" baseline="0" dirty="0">
              <a:latin typeface="微軟正黑體" panose="020B0604030504040204" pitchFamily="34" charset="-120"/>
              <a:ea typeface="微軟正黑體" panose="020B0604030504040204" pitchFamily="34" charset="-120"/>
            </a:rPr>
          </a:br>
          <a:r>
            <a:rPr lang="zh-TW" altLang="en-US" sz="1800" b="1" baseline="0" dirty="0">
              <a:latin typeface="微軟正黑體" panose="020B0604030504040204" pitchFamily="34" charset="-120"/>
              <a:ea typeface="微軟正黑體" panose="020B0604030504040204" pitchFamily="34" charset="-120"/>
            </a:rPr>
            <a:t>建構</a:t>
          </a:r>
          <a:endParaRPr lang="zh-TW" altLang="en-US" sz="1800" baseline="0" dirty="0">
            <a:latin typeface="微軟正黑體" panose="020B0604030504040204" pitchFamily="34" charset="-120"/>
            <a:ea typeface="微軟正黑體" panose="020B0604030504040204" pitchFamily="34" charset="-120"/>
          </a:endParaRPr>
        </a:p>
      </dgm:t>
    </dgm:pt>
    <dgm:pt modelId="{0A87E253-3F4F-4AC5-AAEF-C39EF70E2859}" type="parTrans" cxnId="{8D947366-35B3-4582-BB98-0860CA1BF48D}">
      <dgm:prSet custT="1"/>
      <dgm:spPr/>
      <dgm:t>
        <a:bodyPr/>
        <a:lstStyle/>
        <a:p>
          <a:endParaRPr lang="zh-TW" altLang="en-US" sz="600"/>
        </a:p>
      </dgm:t>
    </dgm:pt>
    <dgm:pt modelId="{514DA079-B4FC-44E2-BC30-E4BD6FBC5E7D}" type="sibTrans" cxnId="{8D947366-35B3-4582-BB98-0860CA1BF48D}">
      <dgm:prSet/>
      <dgm:spPr/>
      <dgm:t>
        <a:bodyPr/>
        <a:lstStyle/>
        <a:p>
          <a:endParaRPr lang="zh-TW" altLang="en-US" sz="2000"/>
        </a:p>
      </dgm:t>
    </dgm:pt>
    <dgm:pt modelId="{8D04E0FF-7714-4F0B-BEE0-2C825019AFF6}">
      <dgm:prSet custT="1"/>
      <dgm:spPr/>
      <dgm:t>
        <a:bodyPr/>
        <a:lstStyle/>
        <a:p>
          <a:pPr rtl="0"/>
          <a:r>
            <a:rPr lang="zh-TW" altLang="en-US" sz="1800" b="1" baseline="0" dirty="0">
              <a:latin typeface="微軟正黑體" panose="020B0604030504040204" pitchFamily="34" charset="-120"/>
              <a:ea typeface="微軟正黑體" panose="020B0604030504040204" pitchFamily="34" charset="-120"/>
            </a:rPr>
            <a:t>蛋白質</a:t>
          </a:r>
          <a:br>
            <a:rPr lang="en-US" altLang="zh-TW" sz="1800" b="1" baseline="0" dirty="0">
              <a:latin typeface="微軟正黑體" panose="020B0604030504040204" pitchFamily="34" charset="-120"/>
              <a:ea typeface="微軟正黑體" panose="020B0604030504040204" pitchFamily="34" charset="-120"/>
            </a:rPr>
          </a:br>
          <a:r>
            <a:rPr lang="zh-TW" altLang="en-US" sz="1800" b="1" baseline="0" dirty="0">
              <a:latin typeface="微軟正黑體" panose="020B0604030504040204" pitchFamily="34" charset="-120"/>
              <a:ea typeface="微軟正黑體" panose="020B0604030504040204" pitchFamily="34" charset="-120"/>
            </a:rPr>
            <a:t>三維結構推測</a:t>
          </a:r>
          <a:endParaRPr lang="zh-TW" altLang="en-US" sz="1800" baseline="0" dirty="0">
            <a:latin typeface="微軟正黑體" panose="020B0604030504040204" pitchFamily="34" charset="-120"/>
            <a:ea typeface="微軟正黑體" panose="020B0604030504040204" pitchFamily="34" charset="-120"/>
          </a:endParaRPr>
        </a:p>
      </dgm:t>
    </dgm:pt>
    <dgm:pt modelId="{D6A90871-5920-4A6C-96E3-99FA48686444}" type="parTrans" cxnId="{E2718088-FA28-4B74-8542-BA90BB6FFD9E}">
      <dgm:prSet custT="1"/>
      <dgm:spPr/>
      <dgm:t>
        <a:bodyPr/>
        <a:lstStyle/>
        <a:p>
          <a:endParaRPr lang="zh-TW" altLang="en-US" sz="600"/>
        </a:p>
      </dgm:t>
    </dgm:pt>
    <dgm:pt modelId="{ECBC15A4-B425-4B30-88DA-B71988E47287}" type="sibTrans" cxnId="{E2718088-FA28-4B74-8542-BA90BB6FFD9E}">
      <dgm:prSet/>
      <dgm:spPr/>
      <dgm:t>
        <a:bodyPr/>
        <a:lstStyle/>
        <a:p>
          <a:endParaRPr lang="zh-TW" altLang="en-US" sz="2000"/>
        </a:p>
      </dgm:t>
    </dgm:pt>
    <dgm:pt modelId="{0B242FB1-1C66-4A9C-9F84-3CD60BF390EE}" type="pres">
      <dgm:prSet presAssocID="{3E1E4F4A-DDA5-4847-8367-4F5A59F83567}" presName="cycle" presStyleCnt="0">
        <dgm:presLayoutVars>
          <dgm:chMax val="1"/>
          <dgm:dir/>
          <dgm:animLvl val="ctr"/>
          <dgm:resizeHandles val="exact"/>
        </dgm:presLayoutVars>
      </dgm:prSet>
      <dgm:spPr/>
    </dgm:pt>
    <dgm:pt modelId="{AA2B9C0E-2AD2-4027-8EF9-742991E7343F}" type="pres">
      <dgm:prSet presAssocID="{C6509868-61F9-49D5-A23E-719E669E6820}" presName="centerShape" presStyleLbl="node0" presStyleIdx="0" presStyleCnt="1" custScaleX="123474" custScaleY="123474"/>
      <dgm:spPr/>
    </dgm:pt>
    <dgm:pt modelId="{9B04FBB1-9C7F-4530-9317-90F526812E0A}" type="pres">
      <dgm:prSet presAssocID="{3C075614-B92D-47EB-889B-61C566FBA99E}" presName="Name9" presStyleLbl="parChTrans1D2" presStyleIdx="0" presStyleCnt="6"/>
      <dgm:spPr/>
    </dgm:pt>
    <dgm:pt modelId="{69DCEC4C-BC51-4766-922B-DAF614FF1276}" type="pres">
      <dgm:prSet presAssocID="{3C075614-B92D-47EB-889B-61C566FBA99E}" presName="connTx" presStyleLbl="parChTrans1D2" presStyleIdx="0" presStyleCnt="6"/>
      <dgm:spPr/>
    </dgm:pt>
    <dgm:pt modelId="{1E2F1536-459D-46A4-B22F-428E284A1B83}" type="pres">
      <dgm:prSet presAssocID="{1CF6C4FA-9F0F-49A9-81EC-CA19C7A67FB0}" presName="node" presStyleLbl="node1" presStyleIdx="0" presStyleCnt="6" custScaleX="123474" custScaleY="123474" custRadScaleRad="100269" custRadScaleInc="-559">
        <dgm:presLayoutVars>
          <dgm:bulletEnabled val="1"/>
        </dgm:presLayoutVars>
      </dgm:prSet>
      <dgm:spPr/>
    </dgm:pt>
    <dgm:pt modelId="{4C1391AB-6A80-4AA9-83E0-21CC6ABE4930}" type="pres">
      <dgm:prSet presAssocID="{84674C25-065F-4FE6-9ADA-EF5D71C05144}" presName="Name9" presStyleLbl="parChTrans1D2" presStyleIdx="1" presStyleCnt="6"/>
      <dgm:spPr/>
    </dgm:pt>
    <dgm:pt modelId="{F13D53FF-9B6E-421D-959B-54C1A08D20AE}" type="pres">
      <dgm:prSet presAssocID="{84674C25-065F-4FE6-9ADA-EF5D71C05144}" presName="connTx" presStyleLbl="parChTrans1D2" presStyleIdx="1" presStyleCnt="6"/>
      <dgm:spPr/>
    </dgm:pt>
    <dgm:pt modelId="{230436CA-CF0D-4298-8EB6-1090C3EECA10}" type="pres">
      <dgm:prSet presAssocID="{5B2B11AB-A6D7-41BD-8B41-3D5F3FEC5033}" presName="node" presStyleLbl="node1" presStyleIdx="1" presStyleCnt="6" custScaleX="123474" custScaleY="123474">
        <dgm:presLayoutVars>
          <dgm:bulletEnabled val="1"/>
        </dgm:presLayoutVars>
      </dgm:prSet>
      <dgm:spPr/>
    </dgm:pt>
    <dgm:pt modelId="{A4EFCF55-5A02-463F-B32A-4DA09BEE5F2E}" type="pres">
      <dgm:prSet presAssocID="{91108CAB-E830-4D8D-AF78-04A6ED77E64D}" presName="Name9" presStyleLbl="parChTrans1D2" presStyleIdx="2" presStyleCnt="6"/>
      <dgm:spPr/>
    </dgm:pt>
    <dgm:pt modelId="{795D966E-1F61-4F0F-90C4-CE9C77CBF4A8}" type="pres">
      <dgm:prSet presAssocID="{91108CAB-E830-4D8D-AF78-04A6ED77E64D}" presName="connTx" presStyleLbl="parChTrans1D2" presStyleIdx="2" presStyleCnt="6"/>
      <dgm:spPr/>
    </dgm:pt>
    <dgm:pt modelId="{AB556ADC-1C32-41FE-BC2B-28BB2EE8EBC9}" type="pres">
      <dgm:prSet presAssocID="{7BE2EA84-3AB5-4741-84E3-F162EF26E685}" presName="node" presStyleLbl="node1" presStyleIdx="2" presStyleCnt="6" custScaleX="123474" custScaleY="123474">
        <dgm:presLayoutVars>
          <dgm:bulletEnabled val="1"/>
        </dgm:presLayoutVars>
      </dgm:prSet>
      <dgm:spPr/>
    </dgm:pt>
    <dgm:pt modelId="{008B791C-7280-41A2-AF91-0458F67B1014}" type="pres">
      <dgm:prSet presAssocID="{46F48C0A-5EDE-4634-9695-D5C6EAD9641E}" presName="Name9" presStyleLbl="parChTrans1D2" presStyleIdx="3" presStyleCnt="6"/>
      <dgm:spPr/>
    </dgm:pt>
    <dgm:pt modelId="{507C71DF-7B35-41EC-8241-14F3682639BB}" type="pres">
      <dgm:prSet presAssocID="{46F48C0A-5EDE-4634-9695-D5C6EAD9641E}" presName="connTx" presStyleLbl="parChTrans1D2" presStyleIdx="3" presStyleCnt="6"/>
      <dgm:spPr/>
    </dgm:pt>
    <dgm:pt modelId="{EA4FF0F3-68A4-4F30-93A4-3A0AE5D094A4}" type="pres">
      <dgm:prSet presAssocID="{987A7CAD-03FB-420C-B0E5-328876C64900}" presName="node" presStyleLbl="node1" presStyleIdx="3" presStyleCnt="6" custScaleX="123474" custScaleY="123474">
        <dgm:presLayoutVars>
          <dgm:bulletEnabled val="1"/>
        </dgm:presLayoutVars>
      </dgm:prSet>
      <dgm:spPr/>
    </dgm:pt>
    <dgm:pt modelId="{0DF052CE-9FFE-47F3-B242-A8D7089448E5}" type="pres">
      <dgm:prSet presAssocID="{0A87E253-3F4F-4AC5-AAEF-C39EF70E2859}" presName="Name9" presStyleLbl="parChTrans1D2" presStyleIdx="4" presStyleCnt="6"/>
      <dgm:spPr/>
    </dgm:pt>
    <dgm:pt modelId="{33895642-5546-4FB1-9303-BDA28B7A01CE}" type="pres">
      <dgm:prSet presAssocID="{0A87E253-3F4F-4AC5-AAEF-C39EF70E2859}" presName="connTx" presStyleLbl="parChTrans1D2" presStyleIdx="4" presStyleCnt="6"/>
      <dgm:spPr/>
    </dgm:pt>
    <dgm:pt modelId="{B24FB18E-F478-439D-BBED-4069C95CE45D}" type="pres">
      <dgm:prSet presAssocID="{15CAF6F2-F937-4DF7-AB3D-9414A7577B98}" presName="node" presStyleLbl="node1" presStyleIdx="4" presStyleCnt="6" custScaleX="123474" custScaleY="123474">
        <dgm:presLayoutVars>
          <dgm:bulletEnabled val="1"/>
        </dgm:presLayoutVars>
      </dgm:prSet>
      <dgm:spPr/>
    </dgm:pt>
    <dgm:pt modelId="{F0B8F85B-317D-47E3-A255-12A39711B949}" type="pres">
      <dgm:prSet presAssocID="{D6A90871-5920-4A6C-96E3-99FA48686444}" presName="Name9" presStyleLbl="parChTrans1D2" presStyleIdx="5" presStyleCnt="6"/>
      <dgm:spPr/>
    </dgm:pt>
    <dgm:pt modelId="{1057D860-C25F-4BD0-916F-52B0E94C7F20}" type="pres">
      <dgm:prSet presAssocID="{D6A90871-5920-4A6C-96E3-99FA48686444}" presName="connTx" presStyleLbl="parChTrans1D2" presStyleIdx="5" presStyleCnt="6"/>
      <dgm:spPr/>
    </dgm:pt>
    <dgm:pt modelId="{A4B0A3A0-1DC0-4D27-907B-3BD86AA2C824}" type="pres">
      <dgm:prSet presAssocID="{8D04E0FF-7714-4F0B-BEE0-2C825019AFF6}" presName="node" presStyleLbl="node1" presStyleIdx="5" presStyleCnt="6" custScaleX="123474" custScaleY="123474">
        <dgm:presLayoutVars>
          <dgm:bulletEnabled val="1"/>
        </dgm:presLayoutVars>
      </dgm:prSet>
      <dgm:spPr/>
    </dgm:pt>
  </dgm:ptLst>
  <dgm:cxnLst>
    <dgm:cxn modelId="{E54CE415-98E4-40F7-99F8-800161B314F8}" type="presOf" srcId="{46F48C0A-5EDE-4634-9695-D5C6EAD9641E}" destId="{008B791C-7280-41A2-AF91-0458F67B1014}" srcOrd="0" destOrd="0" presId="urn:microsoft.com/office/officeart/2005/8/layout/radial1"/>
    <dgm:cxn modelId="{ABD9F123-3891-4388-8045-9AE44DD9E5E3}" srcId="{C6509868-61F9-49D5-A23E-719E669E6820}" destId="{5B2B11AB-A6D7-41BD-8B41-3D5F3FEC5033}" srcOrd="1" destOrd="0" parTransId="{84674C25-065F-4FE6-9ADA-EF5D71C05144}" sibTransId="{6620E03F-7E4B-42BC-A79F-279EC184D52D}"/>
    <dgm:cxn modelId="{77F9F033-B3CA-4D0A-96EE-F47C3A60DFF5}" srcId="{C6509868-61F9-49D5-A23E-719E669E6820}" destId="{7BE2EA84-3AB5-4741-84E3-F162EF26E685}" srcOrd="2" destOrd="0" parTransId="{91108CAB-E830-4D8D-AF78-04A6ED77E64D}" sibTransId="{36A7DADC-20EF-4D5C-BE24-22E172B3C5A1}"/>
    <dgm:cxn modelId="{8A006934-4622-4A29-BB8A-564F94C1457C}" type="presOf" srcId="{C6509868-61F9-49D5-A23E-719E669E6820}" destId="{AA2B9C0E-2AD2-4027-8EF9-742991E7343F}" srcOrd="0" destOrd="0" presId="urn:microsoft.com/office/officeart/2005/8/layout/radial1"/>
    <dgm:cxn modelId="{12FB2E36-920E-4312-B9CA-569D1B6CEA3D}" type="presOf" srcId="{8D04E0FF-7714-4F0B-BEE0-2C825019AFF6}" destId="{A4B0A3A0-1DC0-4D27-907B-3BD86AA2C824}" srcOrd="0" destOrd="0" presId="urn:microsoft.com/office/officeart/2005/8/layout/radial1"/>
    <dgm:cxn modelId="{4FF21A3C-A9D1-4172-8061-FC0F1AE29834}" type="presOf" srcId="{84674C25-065F-4FE6-9ADA-EF5D71C05144}" destId="{F13D53FF-9B6E-421D-959B-54C1A08D20AE}" srcOrd="1" destOrd="0" presId="urn:microsoft.com/office/officeart/2005/8/layout/radial1"/>
    <dgm:cxn modelId="{FBE8E73E-ACA3-4CCB-B0E3-C7FC7FB3CBCB}" type="presOf" srcId="{3C075614-B92D-47EB-889B-61C566FBA99E}" destId="{9B04FBB1-9C7F-4530-9317-90F526812E0A}" srcOrd="0" destOrd="0" presId="urn:microsoft.com/office/officeart/2005/8/layout/radial1"/>
    <dgm:cxn modelId="{C4EC945D-356B-4DEB-A610-285D3AF453B1}" srcId="{C6509868-61F9-49D5-A23E-719E669E6820}" destId="{987A7CAD-03FB-420C-B0E5-328876C64900}" srcOrd="3" destOrd="0" parTransId="{46F48C0A-5EDE-4634-9695-D5C6EAD9641E}" sibTransId="{F4C43F89-36AB-4340-904C-FEF75DBA2D5F}"/>
    <dgm:cxn modelId="{8D947366-35B3-4582-BB98-0860CA1BF48D}" srcId="{C6509868-61F9-49D5-A23E-719E669E6820}" destId="{15CAF6F2-F937-4DF7-AB3D-9414A7577B98}" srcOrd="4" destOrd="0" parTransId="{0A87E253-3F4F-4AC5-AAEF-C39EF70E2859}" sibTransId="{514DA079-B4FC-44E2-BC30-E4BD6FBC5E7D}"/>
    <dgm:cxn modelId="{8E7BCD67-1BD1-46D6-A398-9C0228AFDB2F}" type="presOf" srcId="{D6A90871-5920-4A6C-96E3-99FA48686444}" destId="{1057D860-C25F-4BD0-916F-52B0E94C7F20}" srcOrd="1" destOrd="0" presId="urn:microsoft.com/office/officeart/2005/8/layout/radial1"/>
    <dgm:cxn modelId="{3975764C-5C75-49C4-A803-2F7EB62A2F34}" type="presOf" srcId="{987A7CAD-03FB-420C-B0E5-328876C64900}" destId="{EA4FF0F3-68A4-4F30-93A4-3A0AE5D094A4}" srcOrd="0" destOrd="0" presId="urn:microsoft.com/office/officeart/2005/8/layout/radial1"/>
    <dgm:cxn modelId="{7E260F58-A400-4542-BD2A-A2EF0F2F65C9}" type="presOf" srcId="{91108CAB-E830-4D8D-AF78-04A6ED77E64D}" destId="{795D966E-1F61-4F0F-90C4-CE9C77CBF4A8}" srcOrd="1" destOrd="0" presId="urn:microsoft.com/office/officeart/2005/8/layout/radial1"/>
    <dgm:cxn modelId="{5D39FE80-EAF8-465C-B211-23B3D77053D5}" type="presOf" srcId="{46F48C0A-5EDE-4634-9695-D5C6EAD9641E}" destId="{507C71DF-7B35-41EC-8241-14F3682639BB}" srcOrd="1" destOrd="0" presId="urn:microsoft.com/office/officeart/2005/8/layout/radial1"/>
    <dgm:cxn modelId="{26C55486-7B6D-4B71-BF38-0FFDC668FD94}" type="presOf" srcId="{91108CAB-E830-4D8D-AF78-04A6ED77E64D}" destId="{A4EFCF55-5A02-463F-B32A-4DA09BEE5F2E}" srcOrd="0" destOrd="0" presId="urn:microsoft.com/office/officeart/2005/8/layout/radial1"/>
    <dgm:cxn modelId="{E2718088-FA28-4B74-8542-BA90BB6FFD9E}" srcId="{C6509868-61F9-49D5-A23E-719E669E6820}" destId="{8D04E0FF-7714-4F0B-BEE0-2C825019AFF6}" srcOrd="5" destOrd="0" parTransId="{D6A90871-5920-4A6C-96E3-99FA48686444}" sibTransId="{ECBC15A4-B425-4B30-88DA-B71988E47287}"/>
    <dgm:cxn modelId="{CFF78B8D-7054-4BAE-A6B9-94ED5D5E879B}" type="presOf" srcId="{7BE2EA84-3AB5-4741-84E3-F162EF26E685}" destId="{AB556ADC-1C32-41FE-BC2B-28BB2EE8EBC9}" srcOrd="0" destOrd="0" presId="urn:microsoft.com/office/officeart/2005/8/layout/radial1"/>
    <dgm:cxn modelId="{11A81D91-DC8F-4E85-AFDD-395B086A72C6}" type="presOf" srcId="{D6A90871-5920-4A6C-96E3-99FA48686444}" destId="{F0B8F85B-317D-47E3-A255-12A39711B949}" srcOrd="0" destOrd="0" presId="urn:microsoft.com/office/officeart/2005/8/layout/radial1"/>
    <dgm:cxn modelId="{943287A0-CA83-4C1E-99A4-AFB695B9EEF1}" type="presOf" srcId="{15CAF6F2-F937-4DF7-AB3D-9414A7577B98}" destId="{B24FB18E-F478-439D-BBED-4069C95CE45D}" srcOrd="0" destOrd="0" presId="urn:microsoft.com/office/officeart/2005/8/layout/radial1"/>
    <dgm:cxn modelId="{E487D0A3-EC8B-4CC3-BD2D-1B981F52069D}" srcId="{3E1E4F4A-DDA5-4847-8367-4F5A59F83567}" destId="{C6509868-61F9-49D5-A23E-719E669E6820}" srcOrd="0" destOrd="0" parTransId="{8B2D927E-B9C9-40CD-BFCB-0DAA362A9C30}" sibTransId="{9826DFD9-1D70-4948-9B72-7C77E75F0959}"/>
    <dgm:cxn modelId="{B8F0A8B5-1176-4500-8585-B46ECEE6EB06}" type="presOf" srcId="{1CF6C4FA-9F0F-49A9-81EC-CA19C7A67FB0}" destId="{1E2F1536-459D-46A4-B22F-428E284A1B83}" srcOrd="0" destOrd="0" presId="urn:microsoft.com/office/officeart/2005/8/layout/radial1"/>
    <dgm:cxn modelId="{DB853BCC-2253-4C33-B8BB-64EEDFC6CDD3}" type="presOf" srcId="{3E1E4F4A-DDA5-4847-8367-4F5A59F83567}" destId="{0B242FB1-1C66-4A9C-9F84-3CD60BF390EE}" srcOrd="0" destOrd="0" presId="urn:microsoft.com/office/officeart/2005/8/layout/radial1"/>
    <dgm:cxn modelId="{D3E889CF-F75B-4031-9B5D-F2D65A4EB68D}" type="presOf" srcId="{84674C25-065F-4FE6-9ADA-EF5D71C05144}" destId="{4C1391AB-6A80-4AA9-83E0-21CC6ABE4930}" srcOrd="0" destOrd="0" presId="urn:microsoft.com/office/officeart/2005/8/layout/radial1"/>
    <dgm:cxn modelId="{26C179E1-DAC3-495A-9140-A237681F127A}" srcId="{C6509868-61F9-49D5-A23E-719E669E6820}" destId="{1CF6C4FA-9F0F-49A9-81EC-CA19C7A67FB0}" srcOrd="0" destOrd="0" parTransId="{3C075614-B92D-47EB-889B-61C566FBA99E}" sibTransId="{C2B86A18-8BF6-48F7-B80D-9FED48EFBA11}"/>
    <dgm:cxn modelId="{5BEBA3E1-10BB-4E00-B6F0-7FF1774E24EC}" type="presOf" srcId="{0A87E253-3F4F-4AC5-AAEF-C39EF70E2859}" destId="{33895642-5546-4FB1-9303-BDA28B7A01CE}" srcOrd="1" destOrd="0" presId="urn:microsoft.com/office/officeart/2005/8/layout/radial1"/>
    <dgm:cxn modelId="{088BABE7-C01C-4D38-991D-A5110B8283D2}" type="presOf" srcId="{0A87E253-3F4F-4AC5-AAEF-C39EF70E2859}" destId="{0DF052CE-9FFE-47F3-B242-A8D7089448E5}" srcOrd="0" destOrd="0" presId="urn:microsoft.com/office/officeart/2005/8/layout/radial1"/>
    <dgm:cxn modelId="{54FAE9ED-5FC5-4886-8B78-21AEFB4F3A4C}" type="presOf" srcId="{3C075614-B92D-47EB-889B-61C566FBA99E}" destId="{69DCEC4C-BC51-4766-922B-DAF614FF1276}" srcOrd="1" destOrd="0" presId="urn:microsoft.com/office/officeart/2005/8/layout/radial1"/>
    <dgm:cxn modelId="{C2F70FF4-4161-4A50-BE6F-83A922297AC9}" type="presOf" srcId="{5B2B11AB-A6D7-41BD-8B41-3D5F3FEC5033}" destId="{230436CA-CF0D-4298-8EB6-1090C3EECA10}" srcOrd="0" destOrd="0" presId="urn:microsoft.com/office/officeart/2005/8/layout/radial1"/>
    <dgm:cxn modelId="{B24933E2-B93D-4CA0-A06A-B7E3976DF199}" type="presParOf" srcId="{0B242FB1-1C66-4A9C-9F84-3CD60BF390EE}" destId="{AA2B9C0E-2AD2-4027-8EF9-742991E7343F}" srcOrd="0" destOrd="0" presId="urn:microsoft.com/office/officeart/2005/8/layout/radial1"/>
    <dgm:cxn modelId="{63BBB132-3B95-4761-A628-D8AD48A905D3}" type="presParOf" srcId="{0B242FB1-1C66-4A9C-9F84-3CD60BF390EE}" destId="{9B04FBB1-9C7F-4530-9317-90F526812E0A}" srcOrd="1" destOrd="0" presId="urn:microsoft.com/office/officeart/2005/8/layout/radial1"/>
    <dgm:cxn modelId="{4EDEBC2F-3DCA-4122-AB34-709079CAE2A6}" type="presParOf" srcId="{9B04FBB1-9C7F-4530-9317-90F526812E0A}" destId="{69DCEC4C-BC51-4766-922B-DAF614FF1276}" srcOrd="0" destOrd="0" presId="urn:microsoft.com/office/officeart/2005/8/layout/radial1"/>
    <dgm:cxn modelId="{ED19EFC4-F128-4E58-8826-1DF6CA72F438}" type="presParOf" srcId="{0B242FB1-1C66-4A9C-9F84-3CD60BF390EE}" destId="{1E2F1536-459D-46A4-B22F-428E284A1B83}" srcOrd="2" destOrd="0" presId="urn:microsoft.com/office/officeart/2005/8/layout/radial1"/>
    <dgm:cxn modelId="{E2015304-DC1E-4FBF-AAEB-1A7CF0C7ACE5}" type="presParOf" srcId="{0B242FB1-1C66-4A9C-9F84-3CD60BF390EE}" destId="{4C1391AB-6A80-4AA9-83E0-21CC6ABE4930}" srcOrd="3" destOrd="0" presId="urn:microsoft.com/office/officeart/2005/8/layout/radial1"/>
    <dgm:cxn modelId="{AB0E7F4F-C45D-4FCE-97F7-746869F10FDF}" type="presParOf" srcId="{4C1391AB-6A80-4AA9-83E0-21CC6ABE4930}" destId="{F13D53FF-9B6E-421D-959B-54C1A08D20AE}" srcOrd="0" destOrd="0" presId="urn:microsoft.com/office/officeart/2005/8/layout/radial1"/>
    <dgm:cxn modelId="{BF923AF7-C7C2-4AE6-8005-507E596FCD63}" type="presParOf" srcId="{0B242FB1-1C66-4A9C-9F84-3CD60BF390EE}" destId="{230436CA-CF0D-4298-8EB6-1090C3EECA10}" srcOrd="4" destOrd="0" presId="urn:microsoft.com/office/officeart/2005/8/layout/radial1"/>
    <dgm:cxn modelId="{FD0FEB97-C06E-4BBA-BEC4-CCE4DB7A324C}" type="presParOf" srcId="{0B242FB1-1C66-4A9C-9F84-3CD60BF390EE}" destId="{A4EFCF55-5A02-463F-B32A-4DA09BEE5F2E}" srcOrd="5" destOrd="0" presId="urn:microsoft.com/office/officeart/2005/8/layout/radial1"/>
    <dgm:cxn modelId="{E11D8E0F-11EC-4F91-ADE6-DBC7596779D6}" type="presParOf" srcId="{A4EFCF55-5A02-463F-B32A-4DA09BEE5F2E}" destId="{795D966E-1F61-4F0F-90C4-CE9C77CBF4A8}" srcOrd="0" destOrd="0" presId="urn:microsoft.com/office/officeart/2005/8/layout/radial1"/>
    <dgm:cxn modelId="{E4A9284F-A69B-4025-A207-6DA209A1743C}" type="presParOf" srcId="{0B242FB1-1C66-4A9C-9F84-3CD60BF390EE}" destId="{AB556ADC-1C32-41FE-BC2B-28BB2EE8EBC9}" srcOrd="6" destOrd="0" presId="urn:microsoft.com/office/officeart/2005/8/layout/radial1"/>
    <dgm:cxn modelId="{E556DE9F-D87A-444F-86B7-7EDE28C05172}" type="presParOf" srcId="{0B242FB1-1C66-4A9C-9F84-3CD60BF390EE}" destId="{008B791C-7280-41A2-AF91-0458F67B1014}" srcOrd="7" destOrd="0" presId="urn:microsoft.com/office/officeart/2005/8/layout/radial1"/>
    <dgm:cxn modelId="{997480DE-6640-4031-993D-16ACC0CE9204}" type="presParOf" srcId="{008B791C-7280-41A2-AF91-0458F67B1014}" destId="{507C71DF-7B35-41EC-8241-14F3682639BB}" srcOrd="0" destOrd="0" presId="urn:microsoft.com/office/officeart/2005/8/layout/radial1"/>
    <dgm:cxn modelId="{87679F2B-3682-4728-AEDF-61AE57A36DFE}" type="presParOf" srcId="{0B242FB1-1C66-4A9C-9F84-3CD60BF390EE}" destId="{EA4FF0F3-68A4-4F30-93A4-3A0AE5D094A4}" srcOrd="8" destOrd="0" presId="urn:microsoft.com/office/officeart/2005/8/layout/radial1"/>
    <dgm:cxn modelId="{90DA62B2-4DE6-4C99-9AB5-06F4AB115CFD}" type="presParOf" srcId="{0B242FB1-1C66-4A9C-9F84-3CD60BF390EE}" destId="{0DF052CE-9FFE-47F3-B242-A8D7089448E5}" srcOrd="9" destOrd="0" presId="urn:microsoft.com/office/officeart/2005/8/layout/radial1"/>
    <dgm:cxn modelId="{A5D72251-51A3-47ED-920A-3AB6E290ED0F}" type="presParOf" srcId="{0DF052CE-9FFE-47F3-B242-A8D7089448E5}" destId="{33895642-5546-4FB1-9303-BDA28B7A01CE}" srcOrd="0" destOrd="0" presId="urn:microsoft.com/office/officeart/2005/8/layout/radial1"/>
    <dgm:cxn modelId="{ADF4787C-E134-455B-8ADC-8A6B02120415}" type="presParOf" srcId="{0B242FB1-1C66-4A9C-9F84-3CD60BF390EE}" destId="{B24FB18E-F478-439D-BBED-4069C95CE45D}" srcOrd="10" destOrd="0" presId="urn:microsoft.com/office/officeart/2005/8/layout/radial1"/>
    <dgm:cxn modelId="{AC5EA208-9D0A-4E74-B847-29CFE133AF27}" type="presParOf" srcId="{0B242FB1-1C66-4A9C-9F84-3CD60BF390EE}" destId="{F0B8F85B-317D-47E3-A255-12A39711B949}" srcOrd="11" destOrd="0" presId="urn:microsoft.com/office/officeart/2005/8/layout/radial1"/>
    <dgm:cxn modelId="{DA12B4FB-5112-4C76-84B1-AAF80EDF7F1D}" type="presParOf" srcId="{F0B8F85B-317D-47E3-A255-12A39711B949}" destId="{1057D860-C25F-4BD0-916F-52B0E94C7F20}" srcOrd="0" destOrd="0" presId="urn:microsoft.com/office/officeart/2005/8/layout/radial1"/>
    <dgm:cxn modelId="{F2BDA662-7A99-4991-9099-68A3B20AC7A0}" type="presParOf" srcId="{0B242FB1-1C66-4A9C-9F84-3CD60BF390EE}" destId="{A4B0A3A0-1DC0-4D27-907B-3BD86AA2C824}" srcOrd="12" destOrd="0" presId="urn:microsoft.com/office/officeart/2005/8/layout/radial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44CFD162-F2CC-4E7E-AD42-0E7B7AA7E622}" type="doc">
      <dgm:prSet loTypeId="urn:microsoft.com/office/officeart/2005/8/layout/default" loCatId="list" qsTypeId="urn:microsoft.com/office/officeart/2005/8/quickstyle/simple1" qsCatId="simple" csTypeId="urn:microsoft.com/office/officeart/2005/8/colors/colorful1" csCatId="colorful" phldr="1"/>
      <dgm:spPr/>
      <dgm:t>
        <a:bodyPr/>
        <a:lstStyle/>
        <a:p>
          <a:endParaRPr lang="zh-TW" altLang="en-US"/>
        </a:p>
      </dgm:t>
    </dgm:pt>
    <dgm:pt modelId="{011DE725-AC42-4F26-B1FC-6CB0170819EB}">
      <dgm:prSet custT="1"/>
      <dgm:spPr/>
      <dgm:t>
        <a:bodyPr/>
        <a:lstStyle/>
        <a:p>
          <a:pPr rtl="0"/>
          <a:r>
            <a:rPr lang="zh-TW" sz="1800" b="1" dirty="0">
              <a:latin typeface="微軟正黑體" panose="020B0604030504040204" pitchFamily="34" charset="-120"/>
              <a:ea typeface="微軟正黑體" panose="020B0604030504040204" pitchFamily="34" charset="-120"/>
            </a:rPr>
            <a:t>文字</a:t>
          </a:r>
          <a:br>
            <a:rPr lang="en-US" altLang="zh-TW" sz="1800" b="1" dirty="0">
              <a:latin typeface="微軟正黑體" panose="020B0604030504040204" pitchFamily="34" charset="-120"/>
              <a:ea typeface="微軟正黑體" panose="020B0604030504040204" pitchFamily="34" charset="-120"/>
            </a:rPr>
          </a:br>
          <a:r>
            <a:rPr lang="en-US" sz="1800" b="1" dirty="0">
              <a:latin typeface="微軟正黑體" panose="020B0604030504040204" pitchFamily="34" charset="-120"/>
              <a:ea typeface="微軟正黑體" panose="020B0604030504040204" pitchFamily="34" charset="-120"/>
            </a:rPr>
            <a:t>(text)</a:t>
          </a:r>
          <a:endParaRPr lang="zh-TW" sz="1800" dirty="0">
            <a:latin typeface="微軟正黑體" panose="020B0604030504040204" pitchFamily="34" charset="-120"/>
            <a:ea typeface="微軟正黑體" panose="020B0604030504040204" pitchFamily="34" charset="-120"/>
          </a:endParaRPr>
        </a:p>
      </dgm:t>
    </dgm:pt>
    <dgm:pt modelId="{0EA2D3C1-4F82-40D9-94B7-A695DD232675}" type="parTrans" cxnId="{027DF3B6-9110-4E41-8BAC-5E2C951B2C4B}">
      <dgm:prSet/>
      <dgm:spPr/>
      <dgm:t>
        <a:bodyPr/>
        <a:lstStyle/>
        <a:p>
          <a:endParaRPr lang="zh-TW" altLang="en-US" sz="1800"/>
        </a:p>
      </dgm:t>
    </dgm:pt>
    <dgm:pt modelId="{613AF466-FEF5-40EB-9C8C-358A7F404AB4}" type="sibTrans" cxnId="{027DF3B6-9110-4E41-8BAC-5E2C951B2C4B}">
      <dgm:prSet/>
      <dgm:spPr/>
      <dgm:t>
        <a:bodyPr/>
        <a:lstStyle/>
        <a:p>
          <a:endParaRPr lang="zh-TW" altLang="en-US" sz="1800"/>
        </a:p>
      </dgm:t>
    </dgm:pt>
    <dgm:pt modelId="{4A3E22F7-A4CF-4199-BD4E-36A881FC6C26}">
      <dgm:prSet custT="1"/>
      <dgm:spPr/>
      <dgm:t>
        <a:bodyPr/>
        <a:lstStyle/>
        <a:p>
          <a:pPr rtl="0"/>
          <a:r>
            <a:rPr lang="zh-TW" sz="1800" b="1" dirty="0">
              <a:latin typeface="微軟正黑體" panose="020B0604030504040204" pitchFamily="34" charset="-120"/>
              <a:ea typeface="微軟正黑體" panose="020B0604030504040204" pitchFamily="34" charset="-120"/>
            </a:rPr>
            <a:t>聲音</a:t>
          </a:r>
          <a:br>
            <a:rPr lang="en-US" altLang="zh-TW" sz="1800" b="1" dirty="0">
              <a:latin typeface="微軟正黑體" panose="020B0604030504040204" pitchFamily="34" charset="-120"/>
              <a:ea typeface="微軟正黑體" panose="020B0604030504040204" pitchFamily="34" charset="-120"/>
            </a:rPr>
          </a:br>
          <a:r>
            <a:rPr lang="en-US" sz="1800" b="1" dirty="0">
              <a:latin typeface="微軟正黑體" panose="020B0604030504040204" pitchFamily="34" charset="-120"/>
              <a:ea typeface="微軟正黑體" panose="020B0604030504040204" pitchFamily="34" charset="-120"/>
            </a:rPr>
            <a:t>(audio)</a:t>
          </a:r>
          <a:endParaRPr lang="zh-TW" sz="1800" dirty="0">
            <a:latin typeface="微軟正黑體" panose="020B0604030504040204" pitchFamily="34" charset="-120"/>
            <a:ea typeface="微軟正黑體" panose="020B0604030504040204" pitchFamily="34" charset="-120"/>
          </a:endParaRPr>
        </a:p>
      </dgm:t>
    </dgm:pt>
    <dgm:pt modelId="{9968B4FA-3C8E-4E23-B6E7-C0C6B7913E2F}" type="parTrans" cxnId="{5E0F7DE7-3F2F-4067-AA28-7C637F6E6224}">
      <dgm:prSet/>
      <dgm:spPr/>
      <dgm:t>
        <a:bodyPr/>
        <a:lstStyle/>
        <a:p>
          <a:endParaRPr lang="zh-TW" altLang="en-US" sz="1800"/>
        </a:p>
      </dgm:t>
    </dgm:pt>
    <dgm:pt modelId="{96B2EDF1-569E-4CC5-B6E5-DFED62D3BA4D}" type="sibTrans" cxnId="{5E0F7DE7-3F2F-4067-AA28-7C637F6E6224}">
      <dgm:prSet/>
      <dgm:spPr/>
      <dgm:t>
        <a:bodyPr/>
        <a:lstStyle/>
        <a:p>
          <a:endParaRPr lang="zh-TW" altLang="en-US" sz="1800"/>
        </a:p>
      </dgm:t>
    </dgm:pt>
    <dgm:pt modelId="{39D4A175-4406-4CA5-8C3A-360B6BA91DC6}">
      <dgm:prSet custT="1"/>
      <dgm:spPr/>
      <dgm:t>
        <a:bodyPr/>
        <a:lstStyle/>
        <a:p>
          <a:pPr rtl="0"/>
          <a:r>
            <a:rPr lang="zh-TW" sz="1800" b="1" dirty="0">
              <a:latin typeface="微軟正黑體" panose="020B0604030504040204" pitchFamily="34" charset="-120"/>
              <a:ea typeface="微軟正黑體" panose="020B0604030504040204" pitchFamily="34" charset="-120"/>
            </a:rPr>
            <a:t>音樂</a:t>
          </a:r>
          <a:br>
            <a:rPr lang="en-US" altLang="zh-TW" sz="1800" b="1" dirty="0">
              <a:latin typeface="微軟正黑體" panose="020B0604030504040204" pitchFamily="34" charset="-120"/>
              <a:ea typeface="微軟正黑體" panose="020B0604030504040204" pitchFamily="34" charset="-120"/>
            </a:rPr>
          </a:br>
          <a:r>
            <a:rPr lang="en-US" sz="1800" b="1" dirty="0">
              <a:latin typeface="微軟正黑體" panose="020B0604030504040204" pitchFamily="34" charset="-120"/>
              <a:ea typeface="微軟正黑體" panose="020B0604030504040204" pitchFamily="34" charset="-120"/>
            </a:rPr>
            <a:t>(music)</a:t>
          </a:r>
          <a:endParaRPr lang="zh-TW" sz="1800" dirty="0">
            <a:latin typeface="微軟正黑體" panose="020B0604030504040204" pitchFamily="34" charset="-120"/>
            <a:ea typeface="微軟正黑體" panose="020B0604030504040204" pitchFamily="34" charset="-120"/>
          </a:endParaRPr>
        </a:p>
      </dgm:t>
    </dgm:pt>
    <dgm:pt modelId="{AABE8EA7-4D8C-420D-A3D7-050333A7A140}" type="parTrans" cxnId="{ED3B21E6-33B0-406F-8924-F98E7255E098}">
      <dgm:prSet/>
      <dgm:spPr/>
      <dgm:t>
        <a:bodyPr/>
        <a:lstStyle/>
        <a:p>
          <a:endParaRPr lang="zh-TW" altLang="en-US" sz="1800"/>
        </a:p>
      </dgm:t>
    </dgm:pt>
    <dgm:pt modelId="{B8CBC8C1-1F04-42A1-9F1D-C3AF77695AE6}" type="sibTrans" cxnId="{ED3B21E6-33B0-406F-8924-F98E7255E098}">
      <dgm:prSet/>
      <dgm:spPr/>
      <dgm:t>
        <a:bodyPr/>
        <a:lstStyle/>
        <a:p>
          <a:endParaRPr lang="zh-TW" altLang="en-US" sz="1800"/>
        </a:p>
      </dgm:t>
    </dgm:pt>
    <dgm:pt modelId="{77E81FA7-290A-4E38-99B2-F37AAF3FF390}">
      <dgm:prSet custT="1"/>
      <dgm:spPr/>
      <dgm:t>
        <a:bodyPr/>
        <a:lstStyle/>
        <a:p>
          <a:pPr rtl="0"/>
          <a:r>
            <a:rPr lang="zh-TW" sz="1800" b="1" dirty="0">
              <a:latin typeface="微軟正黑體" panose="020B0604030504040204" pitchFamily="34" charset="-120"/>
              <a:ea typeface="微軟正黑體" panose="020B0604030504040204" pitchFamily="34" charset="-120"/>
            </a:rPr>
            <a:t>語音</a:t>
          </a:r>
          <a:br>
            <a:rPr lang="en-US" altLang="zh-TW" sz="1800" b="1" dirty="0">
              <a:latin typeface="微軟正黑體" panose="020B0604030504040204" pitchFamily="34" charset="-120"/>
              <a:ea typeface="微軟正黑體" panose="020B0604030504040204" pitchFamily="34" charset="-120"/>
            </a:rPr>
          </a:br>
          <a:r>
            <a:rPr lang="en-US" sz="1800" b="1" dirty="0">
              <a:latin typeface="微軟正黑體" panose="020B0604030504040204" pitchFamily="34" charset="-120"/>
              <a:ea typeface="微軟正黑體" panose="020B0604030504040204" pitchFamily="34" charset="-120"/>
            </a:rPr>
            <a:t>(voice)</a:t>
          </a:r>
          <a:endParaRPr lang="zh-TW" sz="1800" dirty="0">
            <a:latin typeface="微軟正黑體" panose="020B0604030504040204" pitchFamily="34" charset="-120"/>
            <a:ea typeface="微軟正黑體" panose="020B0604030504040204" pitchFamily="34" charset="-120"/>
          </a:endParaRPr>
        </a:p>
      </dgm:t>
    </dgm:pt>
    <dgm:pt modelId="{87D5C95A-AE90-4C49-BFC1-FAA4526D2FA1}" type="parTrans" cxnId="{F93D34E8-3D20-4ADA-9D6A-B693155B1E41}">
      <dgm:prSet/>
      <dgm:spPr/>
      <dgm:t>
        <a:bodyPr/>
        <a:lstStyle/>
        <a:p>
          <a:endParaRPr lang="zh-TW" altLang="en-US" sz="1800"/>
        </a:p>
      </dgm:t>
    </dgm:pt>
    <dgm:pt modelId="{B595D597-519E-4A57-AE65-EBF95C3A59FF}" type="sibTrans" cxnId="{F93D34E8-3D20-4ADA-9D6A-B693155B1E41}">
      <dgm:prSet/>
      <dgm:spPr/>
      <dgm:t>
        <a:bodyPr/>
        <a:lstStyle/>
        <a:p>
          <a:endParaRPr lang="zh-TW" altLang="en-US" sz="1800"/>
        </a:p>
      </dgm:t>
    </dgm:pt>
    <dgm:pt modelId="{1A9FFE49-9F73-4E5E-B34A-A983864A66AF}">
      <dgm:prSet custT="1"/>
      <dgm:spPr/>
      <dgm:t>
        <a:bodyPr/>
        <a:lstStyle/>
        <a:p>
          <a:pPr rtl="0"/>
          <a:r>
            <a:rPr lang="zh-TW" sz="1800" b="1" dirty="0">
              <a:latin typeface="微軟正黑體" panose="020B0604030504040204" pitchFamily="34" charset="-120"/>
              <a:ea typeface="微軟正黑體" panose="020B0604030504040204" pitchFamily="34" charset="-120"/>
            </a:rPr>
            <a:t>音效</a:t>
          </a:r>
          <a:br>
            <a:rPr lang="en-US" altLang="zh-TW" sz="1800" b="1" dirty="0">
              <a:latin typeface="微軟正黑體" panose="020B0604030504040204" pitchFamily="34" charset="-120"/>
              <a:ea typeface="微軟正黑體" panose="020B0604030504040204" pitchFamily="34" charset="-120"/>
            </a:rPr>
          </a:br>
          <a:r>
            <a:rPr lang="en-US" sz="1800" b="1" dirty="0">
              <a:latin typeface="微軟正黑體" panose="020B0604030504040204" pitchFamily="34" charset="-120"/>
              <a:ea typeface="微軟正黑體" panose="020B0604030504040204" pitchFamily="34" charset="-120"/>
            </a:rPr>
            <a:t>(sound)</a:t>
          </a:r>
          <a:endParaRPr lang="zh-TW" sz="1800" dirty="0">
            <a:latin typeface="微軟正黑體" panose="020B0604030504040204" pitchFamily="34" charset="-120"/>
            <a:ea typeface="微軟正黑體" panose="020B0604030504040204" pitchFamily="34" charset="-120"/>
          </a:endParaRPr>
        </a:p>
      </dgm:t>
    </dgm:pt>
    <dgm:pt modelId="{916C929F-3B8E-4624-A6ED-2536BD2F5455}" type="parTrans" cxnId="{C35C2ED6-D60D-4F37-A6A8-B4E5F1EF90AD}">
      <dgm:prSet/>
      <dgm:spPr/>
      <dgm:t>
        <a:bodyPr/>
        <a:lstStyle/>
        <a:p>
          <a:endParaRPr lang="zh-TW" altLang="en-US" sz="1800"/>
        </a:p>
      </dgm:t>
    </dgm:pt>
    <dgm:pt modelId="{D794BB15-3F4B-4305-A968-0979FAB3AC7C}" type="sibTrans" cxnId="{C35C2ED6-D60D-4F37-A6A8-B4E5F1EF90AD}">
      <dgm:prSet/>
      <dgm:spPr/>
      <dgm:t>
        <a:bodyPr/>
        <a:lstStyle/>
        <a:p>
          <a:endParaRPr lang="zh-TW" altLang="en-US" sz="1800"/>
        </a:p>
      </dgm:t>
    </dgm:pt>
    <dgm:pt modelId="{6F5E89BB-4074-49BA-B8A0-CB5ED8CB23C8}">
      <dgm:prSet custT="1"/>
      <dgm:spPr/>
      <dgm:t>
        <a:bodyPr/>
        <a:lstStyle/>
        <a:p>
          <a:pPr rtl="0"/>
          <a:r>
            <a:rPr lang="zh-TW" sz="1800" b="1" dirty="0">
              <a:latin typeface="微軟正黑體" panose="020B0604030504040204" pitchFamily="34" charset="-120"/>
              <a:ea typeface="微軟正黑體" panose="020B0604030504040204" pitchFamily="34" charset="-120"/>
            </a:rPr>
            <a:t>影像</a:t>
          </a:r>
          <a:br>
            <a:rPr lang="en-US" altLang="zh-TW" sz="1800" b="1" dirty="0">
              <a:latin typeface="微軟正黑體" panose="020B0604030504040204" pitchFamily="34" charset="-120"/>
              <a:ea typeface="微軟正黑體" panose="020B0604030504040204" pitchFamily="34" charset="-120"/>
            </a:rPr>
          </a:br>
          <a:r>
            <a:rPr lang="en-US" sz="1800" b="1" dirty="0">
              <a:latin typeface="微軟正黑體" panose="020B0604030504040204" pitchFamily="34" charset="-120"/>
              <a:ea typeface="微軟正黑體" panose="020B0604030504040204" pitchFamily="34" charset="-120"/>
            </a:rPr>
            <a:t>(image)</a:t>
          </a:r>
          <a:endParaRPr lang="zh-TW" sz="1800" dirty="0">
            <a:latin typeface="微軟正黑體" panose="020B0604030504040204" pitchFamily="34" charset="-120"/>
            <a:ea typeface="微軟正黑體" panose="020B0604030504040204" pitchFamily="34" charset="-120"/>
          </a:endParaRPr>
        </a:p>
      </dgm:t>
    </dgm:pt>
    <dgm:pt modelId="{2B5C61BB-7FA0-482B-8655-8BF3930BC41E}" type="parTrans" cxnId="{6AF894D9-EDAB-4EAF-9B01-B0DBE3F59CAE}">
      <dgm:prSet/>
      <dgm:spPr/>
      <dgm:t>
        <a:bodyPr/>
        <a:lstStyle/>
        <a:p>
          <a:endParaRPr lang="zh-TW" altLang="en-US" sz="1800"/>
        </a:p>
      </dgm:t>
    </dgm:pt>
    <dgm:pt modelId="{E5E146C8-F57C-4B5C-A9FD-74DC09B696DF}" type="sibTrans" cxnId="{6AF894D9-EDAB-4EAF-9B01-B0DBE3F59CAE}">
      <dgm:prSet/>
      <dgm:spPr/>
      <dgm:t>
        <a:bodyPr/>
        <a:lstStyle/>
        <a:p>
          <a:endParaRPr lang="zh-TW" altLang="en-US" sz="1800"/>
        </a:p>
      </dgm:t>
    </dgm:pt>
    <dgm:pt modelId="{6A360EAA-B4D7-45D1-BC04-F5278FEC9BBF}">
      <dgm:prSet custT="1"/>
      <dgm:spPr/>
      <dgm:t>
        <a:bodyPr/>
        <a:lstStyle/>
        <a:p>
          <a:pPr rtl="0"/>
          <a:r>
            <a:rPr lang="zh-TW" sz="1800" b="1" dirty="0">
              <a:latin typeface="微軟正黑體" panose="020B0604030504040204" pitchFamily="34" charset="-120"/>
              <a:ea typeface="微軟正黑體" panose="020B0604030504040204" pitchFamily="34" charset="-120"/>
            </a:rPr>
            <a:t>圖形</a:t>
          </a:r>
          <a:br>
            <a:rPr lang="en-US" altLang="zh-TW" sz="1800" b="1" dirty="0">
              <a:latin typeface="微軟正黑體" panose="020B0604030504040204" pitchFamily="34" charset="-120"/>
              <a:ea typeface="微軟正黑體" panose="020B0604030504040204" pitchFamily="34" charset="-120"/>
            </a:rPr>
          </a:br>
          <a:r>
            <a:rPr lang="en-US" sz="1800" b="1" dirty="0">
              <a:latin typeface="微軟正黑體" panose="020B0604030504040204" pitchFamily="34" charset="-120"/>
              <a:ea typeface="微軟正黑體" panose="020B0604030504040204" pitchFamily="34" charset="-120"/>
            </a:rPr>
            <a:t>(graphics)</a:t>
          </a:r>
          <a:endParaRPr lang="zh-TW" sz="1800" dirty="0">
            <a:latin typeface="微軟正黑體" panose="020B0604030504040204" pitchFamily="34" charset="-120"/>
            <a:ea typeface="微軟正黑體" panose="020B0604030504040204" pitchFamily="34" charset="-120"/>
          </a:endParaRPr>
        </a:p>
      </dgm:t>
    </dgm:pt>
    <dgm:pt modelId="{5E597C2F-A61A-47B7-A1C5-542CB078EA6A}" type="parTrans" cxnId="{2AA43597-63CD-4E46-ACE0-BFC42F105806}">
      <dgm:prSet/>
      <dgm:spPr/>
      <dgm:t>
        <a:bodyPr/>
        <a:lstStyle/>
        <a:p>
          <a:endParaRPr lang="zh-TW" altLang="en-US" sz="1800"/>
        </a:p>
      </dgm:t>
    </dgm:pt>
    <dgm:pt modelId="{39397416-4250-467B-B570-3A5CA88C155E}" type="sibTrans" cxnId="{2AA43597-63CD-4E46-ACE0-BFC42F105806}">
      <dgm:prSet/>
      <dgm:spPr/>
      <dgm:t>
        <a:bodyPr/>
        <a:lstStyle/>
        <a:p>
          <a:endParaRPr lang="zh-TW" altLang="en-US" sz="1800"/>
        </a:p>
      </dgm:t>
    </dgm:pt>
    <dgm:pt modelId="{A753D09A-CB23-4600-8F19-EDF1AB4DFB8A}">
      <dgm:prSet custT="1"/>
      <dgm:spPr/>
      <dgm:t>
        <a:bodyPr/>
        <a:lstStyle/>
        <a:p>
          <a:pPr rtl="0"/>
          <a:r>
            <a:rPr lang="zh-TW" sz="1800" b="1" dirty="0">
              <a:latin typeface="微軟正黑體" panose="020B0604030504040204" pitchFamily="34" charset="-120"/>
              <a:ea typeface="微軟正黑體" panose="020B0604030504040204" pitchFamily="34" charset="-120"/>
            </a:rPr>
            <a:t>視訊</a:t>
          </a:r>
          <a:br>
            <a:rPr lang="en-US" altLang="zh-TW" sz="1800" b="1" dirty="0">
              <a:latin typeface="微軟正黑體" panose="020B0604030504040204" pitchFamily="34" charset="-120"/>
              <a:ea typeface="微軟正黑體" panose="020B0604030504040204" pitchFamily="34" charset="-120"/>
            </a:rPr>
          </a:br>
          <a:r>
            <a:rPr lang="en-US" sz="1800" b="1" dirty="0">
              <a:latin typeface="微軟正黑體" panose="020B0604030504040204" pitchFamily="34" charset="-120"/>
              <a:ea typeface="微軟正黑體" panose="020B0604030504040204" pitchFamily="34" charset="-120"/>
            </a:rPr>
            <a:t>(video)</a:t>
          </a:r>
          <a:endParaRPr lang="zh-TW" sz="1800" dirty="0">
            <a:latin typeface="微軟正黑體" panose="020B0604030504040204" pitchFamily="34" charset="-120"/>
            <a:ea typeface="微軟正黑體" panose="020B0604030504040204" pitchFamily="34" charset="-120"/>
          </a:endParaRPr>
        </a:p>
      </dgm:t>
    </dgm:pt>
    <dgm:pt modelId="{3F2D7770-6565-4E2F-B2D2-64EECEFD714C}" type="parTrans" cxnId="{38B96895-E9FA-4662-8465-8DE3625C726C}">
      <dgm:prSet/>
      <dgm:spPr/>
      <dgm:t>
        <a:bodyPr/>
        <a:lstStyle/>
        <a:p>
          <a:endParaRPr lang="zh-TW" altLang="en-US" sz="1800"/>
        </a:p>
      </dgm:t>
    </dgm:pt>
    <dgm:pt modelId="{66DBA06E-F804-4663-BBE2-B21535AEFC13}" type="sibTrans" cxnId="{38B96895-E9FA-4662-8465-8DE3625C726C}">
      <dgm:prSet/>
      <dgm:spPr/>
      <dgm:t>
        <a:bodyPr/>
        <a:lstStyle/>
        <a:p>
          <a:endParaRPr lang="zh-TW" altLang="en-US" sz="1800"/>
        </a:p>
      </dgm:t>
    </dgm:pt>
    <dgm:pt modelId="{4B427B63-3D28-4EEF-8796-55FCD9A1C6C2}">
      <dgm:prSet custT="1"/>
      <dgm:spPr/>
      <dgm:t>
        <a:bodyPr/>
        <a:lstStyle/>
        <a:p>
          <a:pPr rtl="0"/>
          <a:r>
            <a:rPr lang="zh-TW" sz="1800" b="1" dirty="0">
              <a:latin typeface="微軟正黑體" panose="020B0604030504040204" pitchFamily="34" charset="-120"/>
              <a:ea typeface="微軟正黑體" panose="020B0604030504040204" pitchFamily="34" charset="-120"/>
            </a:rPr>
            <a:t>動畫</a:t>
          </a:r>
          <a:br>
            <a:rPr lang="en-US" altLang="zh-TW" sz="1800" b="1" dirty="0">
              <a:latin typeface="微軟正黑體" panose="020B0604030504040204" pitchFamily="34" charset="-120"/>
              <a:ea typeface="微軟正黑體" panose="020B0604030504040204" pitchFamily="34" charset="-120"/>
            </a:rPr>
          </a:br>
          <a:r>
            <a:rPr lang="en-US" sz="1800" b="1" dirty="0">
              <a:latin typeface="微軟正黑體" panose="020B0604030504040204" pitchFamily="34" charset="-120"/>
              <a:ea typeface="微軟正黑體" panose="020B0604030504040204" pitchFamily="34" charset="-120"/>
            </a:rPr>
            <a:t>(animation)</a:t>
          </a:r>
          <a:endParaRPr lang="zh-TW" sz="1800" dirty="0">
            <a:latin typeface="微軟正黑體" panose="020B0604030504040204" pitchFamily="34" charset="-120"/>
            <a:ea typeface="微軟正黑體" panose="020B0604030504040204" pitchFamily="34" charset="-120"/>
          </a:endParaRPr>
        </a:p>
      </dgm:t>
    </dgm:pt>
    <dgm:pt modelId="{54F67FE6-9C7B-43CA-863C-CF09D5F80F71}" type="parTrans" cxnId="{7EC3578A-24D3-4000-95F6-19C62B2322FE}">
      <dgm:prSet/>
      <dgm:spPr/>
      <dgm:t>
        <a:bodyPr/>
        <a:lstStyle/>
        <a:p>
          <a:endParaRPr lang="zh-TW" altLang="en-US" sz="1800"/>
        </a:p>
      </dgm:t>
    </dgm:pt>
    <dgm:pt modelId="{A22799BF-2CD2-4F95-A56E-D525BC94C0BD}" type="sibTrans" cxnId="{7EC3578A-24D3-4000-95F6-19C62B2322FE}">
      <dgm:prSet/>
      <dgm:spPr/>
      <dgm:t>
        <a:bodyPr/>
        <a:lstStyle/>
        <a:p>
          <a:endParaRPr lang="zh-TW" altLang="en-US" sz="1800"/>
        </a:p>
      </dgm:t>
    </dgm:pt>
    <dgm:pt modelId="{B236B345-6518-4331-89FA-F966D5B1D146}" type="pres">
      <dgm:prSet presAssocID="{44CFD162-F2CC-4E7E-AD42-0E7B7AA7E622}" presName="diagram" presStyleCnt="0">
        <dgm:presLayoutVars>
          <dgm:dir/>
          <dgm:resizeHandles val="exact"/>
        </dgm:presLayoutVars>
      </dgm:prSet>
      <dgm:spPr/>
    </dgm:pt>
    <dgm:pt modelId="{71172AB0-01E9-4672-BB60-80BA6B7A9C44}" type="pres">
      <dgm:prSet presAssocID="{011DE725-AC42-4F26-B1FC-6CB0170819EB}" presName="node" presStyleLbl="node1" presStyleIdx="0" presStyleCnt="9">
        <dgm:presLayoutVars>
          <dgm:bulletEnabled val="1"/>
        </dgm:presLayoutVars>
      </dgm:prSet>
      <dgm:spPr/>
    </dgm:pt>
    <dgm:pt modelId="{FC064504-D008-4D6A-B317-CDBEBD295A12}" type="pres">
      <dgm:prSet presAssocID="{613AF466-FEF5-40EB-9C8C-358A7F404AB4}" presName="sibTrans" presStyleCnt="0"/>
      <dgm:spPr/>
    </dgm:pt>
    <dgm:pt modelId="{80DFC728-50F0-4C24-8CA3-FB8BC05E98F6}" type="pres">
      <dgm:prSet presAssocID="{4A3E22F7-A4CF-4199-BD4E-36A881FC6C26}" presName="node" presStyleLbl="node1" presStyleIdx="1" presStyleCnt="9">
        <dgm:presLayoutVars>
          <dgm:bulletEnabled val="1"/>
        </dgm:presLayoutVars>
      </dgm:prSet>
      <dgm:spPr/>
    </dgm:pt>
    <dgm:pt modelId="{60356E36-335D-41F6-B275-96A794C52155}" type="pres">
      <dgm:prSet presAssocID="{96B2EDF1-569E-4CC5-B6E5-DFED62D3BA4D}" presName="sibTrans" presStyleCnt="0"/>
      <dgm:spPr/>
    </dgm:pt>
    <dgm:pt modelId="{152D23CC-841A-4E0A-82D3-3CB93272A831}" type="pres">
      <dgm:prSet presAssocID="{39D4A175-4406-4CA5-8C3A-360B6BA91DC6}" presName="node" presStyleLbl="node1" presStyleIdx="2" presStyleCnt="9">
        <dgm:presLayoutVars>
          <dgm:bulletEnabled val="1"/>
        </dgm:presLayoutVars>
      </dgm:prSet>
      <dgm:spPr/>
    </dgm:pt>
    <dgm:pt modelId="{6C579EFF-01EC-4631-BF79-7BE9D0EF2830}" type="pres">
      <dgm:prSet presAssocID="{B8CBC8C1-1F04-42A1-9F1D-C3AF77695AE6}" presName="sibTrans" presStyleCnt="0"/>
      <dgm:spPr/>
    </dgm:pt>
    <dgm:pt modelId="{C9A5081B-7A01-4F45-BA74-001E82A93928}" type="pres">
      <dgm:prSet presAssocID="{77E81FA7-290A-4E38-99B2-F37AAF3FF390}" presName="node" presStyleLbl="node1" presStyleIdx="3" presStyleCnt="9">
        <dgm:presLayoutVars>
          <dgm:bulletEnabled val="1"/>
        </dgm:presLayoutVars>
      </dgm:prSet>
      <dgm:spPr/>
    </dgm:pt>
    <dgm:pt modelId="{ECD32EA4-2929-4590-BF15-13246BE6ACCA}" type="pres">
      <dgm:prSet presAssocID="{B595D597-519E-4A57-AE65-EBF95C3A59FF}" presName="sibTrans" presStyleCnt="0"/>
      <dgm:spPr/>
    </dgm:pt>
    <dgm:pt modelId="{6176B316-E14B-46BD-8D15-0C4E148D367E}" type="pres">
      <dgm:prSet presAssocID="{1A9FFE49-9F73-4E5E-B34A-A983864A66AF}" presName="node" presStyleLbl="node1" presStyleIdx="4" presStyleCnt="9">
        <dgm:presLayoutVars>
          <dgm:bulletEnabled val="1"/>
        </dgm:presLayoutVars>
      </dgm:prSet>
      <dgm:spPr/>
    </dgm:pt>
    <dgm:pt modelId="{15E1E7DE-BCB5-40D9-8D0D-7092F2B49595}" type="pres">
      <dgm:prSet presAssocID="{D794BB15-3F4B-4305-A968-0979FAB3AC7C}" presName="sibTrans" presStyleCnt="0"/>
      <dgm:spPr/>
    </dgm:pt>
    <dgm:pt modelId="{251EF37B-970F-4F98-A55F-083DC08E63BF}" type="pres">
      <dgm:prSet presAssocID="{6F5E89BB-4074-49BA-B8A0-CB5ED8CB23C8}" presName="node" presStyleLbl="node1" presStyleIdx="5" presStyleCnt="9">
        <dgm:presLayoutVars>
          <dgm:bulletEnabled val="1"/>
        </dgm:presLayoutVars>
      </dgm:prSet>
      <dgm:spPr/>
    </dgm:pt>
    <dgm:pt modelId="{44B42AB4-3D23-46F5-98C1-C16C6ECC477C}" type="pres">
      <dgm:prSet presAssocID="{E5E146C8-F57C-4B5C-A9FD-74DC09B696DF}" presName="sibTrans" presStyleCnt="0"/>
      <dgm:spPr/>
    </dgm:pt>
    <dgm:pt modelId="{2982B727-590C-43C3-8278-80BF89565964}" type="pres">
      <dgm:prSet presAssocID="{6A360EAA-B4D7-45D1-BC04-F5278FEC9BBF}" presName="node" presStyleLbl="node1" presStyleIdx="6" presStyleCnt="9">
        <dgm:presLayoutVars>
          <dgm:bulletEnabled val="1"/>
        </dgm:presLayoutVars>
      </dgm:prSet>
      <dgm:spPr/>
    </dgm:pt>
    <dgm:pt modelId="{A45231A9-06FC-4349-9101-33A7274D348A}" type="pres">
      <dgm:prSet presAssocID="{39397416-4250-467B-B570-3A5CA88C155E}" presName="sibTrans" presStyleCnt="0"/>
      <dgm:spPr/>
    </dgm:pt>
    <dgm:pt modelId="{34BA2853-278E-4861-AD5B-1BE0283F7916}" type="pres">
      <dgm:prSet presAssocID="{A753D09A-CB23-4600-8F19-EDF1AB4DFB8A}" presName="node" presStyleLbl="node1" presStyleIdx="7" presStyleCnt="9">
        <dgm:presLayoutVars>
          <dgm:bulletEnabled val="1"/>
        </dgm:presLayoutVars>
      </dgm:prSet>
      <dgm:spPr/>
    </dgm:pt>
    <dgm:pt modelId="{755EE5D1-4D88-4F4A-BA90-7033FBF15945}" type="pres">
      <dgm:prSet presAssocID="{66DBA06E-F804-4663-BBE2-B21535AEFC13}" presName="sibTrans" presStyleCnt="0"/>
      <dgm:spPr/>
    </dgm:pt>
    <dgm:pt modelId="{064EC473-F53F-4E93-B446-4F0EC10196D0}" type="pres">
      <dgm:prSet presAssocID="{4B427B63-3D28-4EEF-8796-55FCD9A1C6C2}" presName="node" presStyleLbl="node1" presStyleIdx="8" presStyleCnt="9">
        <dgm:presLayoutVars>
          <dgm:bulletEnabled val="1"/>
        </dgm:presLayoutVars>
      </dgm:prSet>
      <dgm:spPr/>
    </dgm:pt>
  </dgm:ptLst>
  <dgm:cxnLst>
    <dgm:cxn modelId="{FCE94A0E-B2F0-4948-978D-E40ADF9B7868}" type="presOf" srcId="{77E81FA7-290A-4E38-99B2-F37AAF3FF390}" destId="{C9A5081B-7A01-4F45-BA74-001E82A93928}" srcOrd="0" destOrd="0" presId="urn:microsoft.com/office/officeart/2005/8/layout/default"/>
    <dgm:cxn modelId="{39299516-7976-48C1-85D0-243BF3287C07}" type="presOf" srcId="{1A9FFE49-9F73-4E5E-B34A-A983864A66AF}" destId="{6176B316-E14B-46BD-8D15-0C4E148D367E}" srcOrd="0" destOrd="0" presId="urn:microsoft.com/office/officeart/2005/8/layout/default"/>
    <dgm:cxn modelId="{06D6492C-A2A6-40C0-901D-6C913CDE184E}" type="presOf" srcId="{4B427B63-3D28-4EEF-8796-55FCD9A1C6C2}" destId="{064EC473-F53F-4E93-B446-4F0EC10196D0}" srcOrd="0" destOrd="0" presId="urn:microsoft.com/office/officeart/2005/8/layout/default"/>
    <dgm:cxn modelId="{6DF62379-2A2F-4C73-BA4A-7E4A2AB851C8}" type="presOf" srcId="{A753D09A-CB23-4600-8F19-EDF1AB4DFB8A}" destId="{34BA2853-278E-4861-AD5B-1BE0283F7916}" srcOrd="0" destOrd="0" presId="urn:microsoft.com/office/officeart/2005/8/layout/default"/>
    <dgm:cxn modelId="{7EC3578A-24D3-4000-95F6-19C62B2322FE}" srcId="{44CFD162-F2CC-4E7E-AD42-0E7B7AA7E622}" destId="{4B427B63-3D28-4EEF-8796-55FCD9A1C6C2}" srcOrd="8" destOrd="0" parTransId="{54F67FE6-9C7B-43CA-863C-CF09D5F80F71}" sibTransId="{A22799BF-2CD2-4F95-A56E-D525BC94C0BD}"/>
    <dgm:cxn modelId="{B9813591-1F23-470D-95DC-4A197B68E178}" type="presOf" srcId="{4A3E22F7-A4CF-4199-BD4E-36A881FC6C26}" destId="{80DFC728-50F0-4C24-8CA3-FB8BC05E98F6}" srcOrd="0" destOrd="0" presId="urn:microsoft.com/office/officeart/2005/8/layout/default"/>
    <dgm:cxn modelId="{38B96895-E9FA-4662-8465-8DE3625C726C}" srcId="{44CFD162-F2CC-4E7E-AD42-0E7B7AA7E622}" destId="{A753D09A-CB23-4600-8F19-EDF1AB4DFB8A}" srcOrd="7" destOrd="0" parTransId="{3F2D7770-6565-4E2F-B2D2-64EECEFD714C}" sibTransId="{66DBA06E-F804-4663-BBE2-B21535AEFC13}"/>
    <dgm:cxn modelId="{2AA43597-63CD-4E46-ACE0-BFC42F105806}" srcId="{44CFD162-F2CC-4E7E-AD42-0E7B7AA7E622}" destId="{6A360EAA-B4D7-45D1-BC04-F5278FEC9BBF}" srcOrd="6" destOrd="0" parTransId="{5E597C2F-A61A-47B7-A1C5-542CB078EA6A}" sibTransId="{39397416-4250-467B-B570-3A5CA88C155E}"/>
    <dgm:cxn modelId="{38D771A0-C5F9-47A4-B676-BDA7E602A723}" type="presOf" srcId="{6A360EAA-B4D7-45D1-BC04-F5278FEC9BBF}" destId="{2982B727-590C-43C3-8278-80BF89565964}" srcOrd="0" destOrd="0" presId="urn:microsoft.com/office/officeart/2005/8/layout/default"/>
    <dgm:cxn modelId="{B5AE95A5-6D5B-4A44-9644-37A77EEFBC3C}" type="presOf" srcId="{6F5E89BB-4074-49BA-B8A0-CB5ED8CB23C8}" destId="{251EF37B-970F-4F98-A55F-083DC08E63BF}" srcOrd="0" destOrd="0" presId="urn:microsoft.com/office/officeart/2005/8/layout/default"/>
    <dgm:cxn modelId="{E21EFFB4-0C4A-44E6-BFDD-EEB086CCBF0A}" type="presOf" srcId="{39D4A175-4406-4CA5-8C3A-360B6BA91DC6}" destId="{152D23CC-841A-4E0A-82D3-3CB93272A831}" srcOrd="0" destOrd="0" presId="urn:microsoft.com/office/officeart/2005/8/layout/default"/>
    <dgm:cxn modelId="{027DF3B6-9110-4E41-8BAC-5E2C951B2C4B}" srcId="{44CFD162-F2CC-4E7E-AD42-0E7B7AA7E622}" destId="{011DE725-AC42-4F26-B1FC-6CB0170819EB}" srcOrd="0" destOrd="0" parTransId="{0EA2D3C1-4F82-40D9-94B7-A695DD232675}" sibTransId="{613AF466-FEF5-40EB-9C8C-358A7F404AB4}"/>
    <dgm:cxn modelId="{625372D1-7E1F-4036-8925-8788B414D16D}" type="presOf" srcId="{44CFD162-F2CC-4E7E-AD42-0E7B7AA7E622}" destId="{B236B345-6518-4331-89FA-F966D5B1D146}" srcOrd="0" destOrd="0" presId="urn:microsoft.com/office/officeart/2005/8/layout/default"/>
    <dgm:cxn modelId="{C35C2ED6-D60D-4F37-A6A8-B4E5F1EF90AD}" srcId="{44CFD162-F2CC-4E7E-AD42-0E7B7AA7E622}" destId="{1A9FFE49-9F73-4E5E-B34A-A983864A66AF}" srcOrd="4" destOrd="0" parTransId="{916C929F-3B8E-4624-A6ED-2536BD2F5455}" sibTransId="{D794BB15-3F4B-4305-A968-0979FAB3AC7C}"/>
    <dgm:cxn modelId="{6AF894D9-EDAB-4EAF-9B01-B0DBE3F59CAE}" srcId="{44CFD162-F2CC-4E7E-AD42-0E7B7AA7E622}" destId="{6F5E89BB-4074-49BA-B8A0-CB5ED8CB23C8}" srcOrd="5" destOrd="0" parTransId="{2B5C61BB-7FA0-482B-8655-8BF3930BC41E}" sibTransId="{E5E146C8-F57C-4B5C-A9FD-74DC09B696DF}"/>
    <dgm:cxn modelId="{2EF70EE4-5A81-4EEF-95B7-BE78C25FAD66}" type="presOf" srcId="{011DE725-AC42-4F26-B1FC-6CB0170819EB}" destId="{71172AB0-01E9-4672-BB60-80BA6B7A9C44}" srcOrd="0" destOrd="0" presId="urn:microsoft.com/office/officeart/2005/8/layout/default"/>
    <dgm:cxn modelId="{ED3B21E6-33B0-406F-8924-F98E7255E098}" srcId="{44CFD162-F2CC-4E7E-AD42-0E7B7AA7E622}" destId="{39D4A175-4406-4CA5-8C3A-360B6BA91DC6}" srcOrd="2" destOrd="0" parTransId="{AABE8EA7-4D8C-420D-A3D7-050333A7A140}" sibTransId="{B8CBC8C1-1F04-42A1-9F1D-C3AF77695AE6}"/>
    <dgm:cxn modelId="{5E0F7DE7-3F2F-4067-AA28-7C637F6E6224}" srcId="{44CFD162-F2CC-4E7E-AD42-0E7B7AA7E622}" destId="{4A3E22F7-A4CF-4199-BD4E-36A881FC6C26}" srcOrd="1" destOrd="0" parTransId="{9968B4FA-3C8E-4E23-B6E7-C0C6B7913E2F}" sibTransId="{96B2EDF1-569E-4CC5-B6E5-DFED62D3BA4D}"/>
    <dgm:cxn modelId="{F93D34E8-3D20-4ADA-9D6A-B693155B1E41}" srcId="{44CFD162-F2CC-4E7E-AD42-0E7B7AA7E622}" destId="{77E81FA7-290A-4E38-99B2-F37AAF3FF390}" srcOrd="3" destOrd="0" parTransId="{87D5C95A-AE90-4C49-BFC1-FAA4526D2FA1}" sibTransId="{B595D597-519E-4A57-AE65-EBF95C3A59FF}"/>
    <dgm:cxn modelId="{813C697C-358C-449F-BF32-B6BB14246BA0}" type="presParOf" srcId="{B236B345-6518-4331-89FA-F966D5B1D146}" destId="{71172AB0-01E9-4672-BB60-80BA6B7A9C44}" srcOrd="0" destOrd="0" presId="urn:microsoft.com/office/officeart/2005/8/layout/default"/>
    <dgm:cxn modelId="{C4FC3327-9D59-4F94-BACC-2A3B2136DF52}" type="presParOf" srcId="{B236B345-6518-4331-89FA-F966D5B1D146}" destId="{FC064504-D008-4D6A-B317-CDBEBD295A12}" srcOrd="1" destOrd="0" presId="urn:microsoft.com/office/officeart/2005/8/layout/default"/>
    <dgm:cxn modelId="{40EB6292-7DF8-4CFF-9DD5-5948AEC50BDD}" type="presParOf" srcId="{B236B345-6518-4331-89FA-F966D5B1D146}" destId="{80DFC728-50F0-4C24-8CA3-FB8BC05E98F6}" srcOrd="2" destOrd="0" presId="urn:microsoft.com/office/officeart/2005/8/layout/default"/>
    <dgm:cxn modelId="{43C599BA-F409-4C07-BAB6-B285C17E38B1}" type="presParOf" srcId="{B236B345-6518-4331-89FA-F966D5B1D146}" destId="{60356E36-335D-41F6-B275-96A794C52155}" srcOrd="3" destOrd="0" presId="urn:microsoft.com/office/officeart/2005/8/layout/default"/>
    <dgm:cxn modelId="{4C5A9547-D65D-4BDE-A2A9-209B9D4D14AB}" type="presParOf" srcId="{B236B345-6518-4331-89FA-F966D5B1D146}" destId="{152D23CC-841A-4E0A-82D3-3CB93272A831}" srcOrd="4" destOrd="0" presId="urn:microsoft.com/office/officeart/2005/8/layout/default"/>
    <dgm:cxn modelId="{2E04C73C-1311-43BE-8AEF-90ECEA8FF6B3}" type="presParOf" srcId="{B236B345-6518-4331-89FA-F966D5B1D146}" destId="{6C579EFF-01EC-4631-BF79-7BE9D0EF2830}" srcOrd="5" destOrd="0" presId="urn:microsoft.com/office/officeart/2005/8/layout/default"/>
    <dgm:cxn modelId="{76EEFAFB-0CAF-40ED-9D4C-782D3EE3FDD6}" type="presParOf" srcId="{B236B345-6518-4331-89FA-F966D5B1D146}" destId="{C9A5081B-7A01-4F45-BA74-001E82A93928}" srcOrd="6" destOrd="0" presId="urn:microsoft.com/office/officeart/2005/8/layout/default"/>
    <dgm:cxn modelId="{2335B6D2-6548-4B5E-AE16-B5F7DAF79EEA}" type="presParOf" srcId="{B236B345-6518-4331-89FA-F966D5B1D146}" destId="{ECD32EA4-2929-4590-BF15-13246BE6ACCA}" srcOrd="7" destOrd="0" presId="urn:microsoft.com/office/officeart/2005/8/layout/default"/>
    <dgm:cxn modelId="{39189D57-D163-4312-AD43-FA732F89E305}" type="presParOf" srcId="{B236B345-6518-4331-89FA-F966D5B1D146}" destId="{6176B316-E14B-46BD-8D15-0C4E148D367E}" srcOrd="8" destOrd="0" presId="urn:microsoft.com/office/officeart/2005/8/layout/default"/>
    <dgm:cxn modelId="{9A7BF5EF-583A-4DA3-8AB1-2F862DBE4FB7}" type="presParOf" srcId="{B236B345-6518-4331-89FA-F966D5B1D146}" destId="{15E1E7DE-BCB5-40D9-8D0D-7092F2B49595}" srcOrd="9" destOrd="0" presId="urn:microsoft.com/office/officeart/2005/8/layout/default"/>
    <dgm:cxn modelId="{F5E76E86-2C1B-4497-87E3-63D795ABF3F7}" type="presParOf" srcId="{B236B345-6518-4331-89FA-F966D5B1D146}" destId="{251EF37B-970F-4F98-A55F-083DC08E63BF}" srcOrd="10" destOrd="0" presId="urn:microsoft.com/office/officeart/2005/8/layout/default"/>
    <dgm:cxn modelId="{8DB1B7C3-6184-4647-8D37-82F10DC36A39}" type="presParOf" srcId="{B236B345-6518-4331-89FA-F966D5B1D146}" destId="{44B42AB4-3D23-46F5-98C1-C16C6ECC477C}" srcOrd="11" destOrd="0" presId="urn:microsoft.com/office/officeart/2005/8/layout/default"/>
    <dgm:cxn modelId="{C54FB1A7-27F6-4722-9EB4-D07835AFF220}" type="presParOf" srcId="{B236B345-6518-4331-89FA-F966D5B1D146}" destId="{2982B727-590C-43C3-8278-80BF89565964}" srcOrd="12" destOrd="0" presId="urn:microsoft.com/office/officeart/2005/8/layout/default"/>
    <dgm:cxn modelId="{BD70FB5F-E41A-46B6-A0B0-2A06734F8311}" type="presParOf" srcId="{B236B345-6518-4331-89FA-F966D5B1D146}" destId="{A45231A9-06FC-4349-9101-33A7274D348A}" srcOrd="13" destOrd="0" presId="urn:microsoft.com/office/officeart/2005/8/layout/default"/>
    <dgm:cxn modelId="{17E6DAAD-66EB-4F81-8094-D5503F0D708D}" type="presParOf" srcId="{B236B345-6518-4331-89FA-F966D5B1D146}" destId="{34BA2853-278E-4861-AD5B-1BE0283F7916}" srcOrd="14" destOrd="0" presId="urn:microsoft.com/office/officeart/2005/8/layout/default"/>
    <dgm:cxn modelId="{9B3D7A1E-6C3F-457A-9E92-8CEEF6161A1A}" type="presParOf" srcId="{B236B345-6518-4331-89FA-F966D5B1D146}" destId="{755EE5D1-4D88-4F4A-BA90-7033FBF15945}" srcOrd="15" destOrd="0" presId="urn:microsoft.com/office/officeart/2005/8/layout/default"/>
    <dgm:cxn modelId="{BB37B7DC-B3EF-4235-964F-8C452E17D6DF}" type="presParOf" srcId="{B236B345-6518-4331-89FA-F966D5B1D146}" destId="{064EC473-F53F-4E93-B446-4F0EC10196D0}" srcOrd="1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2A0AFCA-F965-452B-85EA-37D5F5ABD4E5}" type="doc">
      <dgm:prSet loTypeId="urn:microsoft.com/office/officeart/2005/8/layout/process3" loCatId="process" qsTypeId="urn:microsoft.com/office/officeart/2005/8/quickstyle/simple1" qsCatId="simple" csTypeId="urn:microsoft.com/office/officeart/2005/8/colors/colorful1" csCatId="colorful" phldr="1"/>
      <dgm:spPr/>
      <dgm:t>
        <a:bodyPr/>
        <a:lstStyle/>
        <a:p>
          <a:endParaRPr lang="zh-TW" altLang="en-US"/>
        </a:p>
      </dgm:t>
    </dgm:pt>
    <dgm:pt modelId="{D11859FD-68B6-4D06-86D2-BAB35F9FFE71}" type="pres">
      <dgm:prSet presAssocID="{42A0AFCA-F965-452B-85EA-37D5F5ABD4E5}" presName="linearFlow" presStyleCnt="0">
        <dgm:presLayoutVars>
          <dgm:dir/>
          <dgm:animLvl val="lvl"/>
          <dgm:resizeHandles val="exact"/>
        </dgm:presLayoutVars>
      </dgm:prSet>
      <dgm:spPr/>
    </dgm:pt>
  </dgm:ptLst>
  <dgm:cxnLst>
    <dgm:cxn modelId="{63B367E9-F22A-45B6-9172-E5F748D79870}" type="presOf" srcId="{42A0AFCA-F965-452B-85EA-37D5F5ABD4E5}" destId="{D11859FD-68B6-4D06-86D2-BAB35F9FFE71}" srcOrd="0" destOrd="0" presId="urn:microsoft.com/office/officeart/2005/8/layout/process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42A0AFCA-F965-452B-85EA-37D5F5ABD4E5}" type="doc">
      <dgm:prSet loTypeId="urn:microsoft.com/office/officeart/2005/8/layout/process3" loCatId="process" qsTypeId="urn:microsoft.com/office/officeart/2005/8/quickstyle/simple1" qsCatId="simple" csTypeId="urn:microsoft.com/office/officeart/2005/8/colors/colorful1" csCatId="colorful" phldr="1"/>
      <dgm:spPr/>
      <dgm:t>
        <a:bodyPr/>
        <a:lstStyle/>
        <a:p>
          <a:endParaRPr lang="zh-TW" altLang="en-US"/>
        </a:p>
      </dgm:t>
    </dgm:pt>
    <dgm:pt modelId="{CB473075-B157-4615-BBBA-B35B50F01779}">
      <dgm:prSet custT="1"/>
      <dgm:spPr/>
      <dgm:t>
        <a:bodyPr tIns="0" bIns="0" anchor="ctr" anchorCtr="0"/>
        <a:lstStyle/>
        <a:p>
          <a:pPr algn="ctr" rtl="0"/>
          <a:r>
            <a:rPr lang="zh-TW" altLang="en-US" sz="2400" b="1" dirty="0">
              <a:latin typeface="微軟正黑體" panose="020B0604030504040204" pitchFamily="34" charset="-120"/>
              <a:ea typeface="微軟正黑體" panose="020B0604030504040204" pitchFamily="34" charset="-120"/>
            </a:rPr>
            <a:t>聲音的基本物理特性</a:t>
          </a:r>
          <a:endParaRPr lang="zh-TW" altLang="en-US" sz="2400" dirty="0">
            <a:latin typeface="微軟正黑體" panose="020B0604030504040204" pitchFamily="34" charset="-120"/>
            <a:ea typeface="微軟正黑體" panose="020B0604030504040204" pitchFamily="34" charset="-120"/>
          </a:endParaRPr>
        </a:p>
      </dgm:t>
    </dgm:pt>
    <dgm:pt modelId="{8D4B32AC-EE00-46DB-AEAC-1A256C37303C}" type="parTrans" cxnId="{0ECE065C-5FF5-44C0-A56E-58CDA3E708D6}">
      <dgm:prSet/>
      <dgm:spPr/>
      <dgm:t>
        <a:bodyPr/>
        <a:lstStyle/>
        <a:p>
          <a:endParaRPr lang="zh-TW" altLang="en-US"/>
        </a:p>
      </dgm:t>
    </dgm:pt>
    <dgm:pt modelId="{54D712FD-582A-4967-867B-D023A657078F}" type="sibTrans" cxnId="{0ECE065C-5FF5-44C0-A56E-58CDA3E708D6}">
      <dgm:prSet/>
      <dgm:spPr/>
      <dgm:t>
        <a:bodyPr/>
        <a:lstStyle/>
        <a:p>
          <a:endParaRPr lang="zh-TW" altLang="en-US"/>
        </a:p>
      </dgm:t>
    </dgm:pt>
    <dgm:pt modelId="{E4E8F61C-6F5A-4B2A-9AEE-FB526115B3DB}">
      <dgm:prSet custT="1"/>
      <dgm:spPr/>
      <dgm:t>
        <a:bodyPr lIns="72000" tIns="0" rIns="0" bIns="0" anchor="ctr" anchorCtr="0"/>
        <a:lstStyle/>
        <a:p>
          <a:pPr rtl="0"/>
          <a:r>
            <a:rPr lang="zh-TW" sz="2000" b="1" dirty="0">
              <a:latin typeface="微軟正黑體" panose="020B0604030504040204" pitchFamily="34" charset="-120"/>
              <a:ea typeface="微軟正黑體" panose="020B0604030504040204" pitchFamily="34" charset="-120"/>
            </a:rPr>
            <a:t>震動頻率</a:t>
          </a:r>
          <a:r>
            <a:rPr lang="en-US" sz="2000" b="1" dirty="0">
              <a:latin typeface="微軟正黑體" panose="020B0604030504040204" pitchFamily="34" charset="-120"/>
              <a:ea typeface="微軟正黑體" panose="020B0604030504040204" pitchFamily="34" charset="-120"/>
            </a:rPr>
            <a:t>(frequency)</a:t>
          </a:r>
          <a:endParaRPr lang="zh-TW" sz="2000" dirty="0">
            <a:latin typeface="微軟正黑體" panose="020B0604030504040204" pitchFamily="34" charset="-120"/>
            <a:ea typeface="微軟正黑體" panose="020B0604030504040204" pitchFamily="34" charset="-120"/>
          </a:endParaRPr>
        </a:p>
      </dgm:t>
    </dgm:pt>
    <dgm:pt modelId="{C7100C33-0FCB-43EE-810E-0AF0854C1AB2}" type="parTrans" cxnId="{A0A61B1D-5012-4DAA-94C6-FBD3E8BE4C5C}">
      <dgm:prSet/>
      <dgm:spPr/>
      <dgm:t>
        <a:bodyPr/>
        <a:lstStyle/>
        <a:p>
          <a:endParaRPr lang="zh-TW" altLang="en-US"/>
        </a:p>
      </dgm:t>
    </dgm:pt>
    <dgm:pt modelId="{ACA8CDAA-2BDC-45C2-9E01-39E9582446A0}" type="sibTrans" cxnId="{A0A61B1D-5012-4DAA-94C6-FBD3E8BE4C5C}">
      <dgm:prSet/>
      <dgm:spPr/>
      <dgm:t>
        <a:bodyPr/>
        <a:lstStyle/>
        <a:p>
          <a:endParaRPr lang="zh-TW" altLang="en-US"/>
        </a:p>
      </dgm:t>
    </dgm:pt>
    <dgm:pt modelId="{0A46353A-580B-4985-B1D0-04D8E1B1D4D9}">
      <dgm:prSet custT="1"/>
      <dgm:spPr/>
      <dgm:t>
        <a:bodyPr lIns="72000" tIns="0" rIns="0" bIns="0" anchor="ctr" anchorCtr="0"/>
        <a:lstStyle/>
        <a:p>
          <a:pPr rtl="0"/>
          <a:r>
            <a:rPr lang="zh-TW" sz="2000" b="1" dirty="0">
              <a:latin typeface="微軟正黑體" panose="020B0604030504040204" pitchFamily="34" charset="-120"/>
              <a:ea typeface="微軟正黑體" panose="020B0604030504040204" pitchFamily="34" charset="-120"/>
            </a:rPr>
            <a:t>震動幅度</a:t>
          </a:r>
          <a:r>
            <a:rPr lang="en-US" sz="2000" b="1" dirty="0">
              <a:latin typeface="微軟正黑體" panose="020B0604030504040204" pitchFamily="34" charset="-120"/>
              <a:ea typeface="微軟正黑體" panose="020B0604030504040204" pitchFamily="34" charset="-120"/>
            </a:rPr>
            <a:t>(amplitude)</a:t>
          </a:r>
          <a:endParaRPr lang="zh-TW" sz="2000" dirty="0">
            <a:latin typeface="微軟正黑體" panose="020B0604030504040204" pitchFamily="34" charset="-120"/>
            <a:ea typeface="微軟正黑體" panose="020B0604030504040204" pitchFamily="34" charset="-120"/>
          </a:endParaRPr>
        </a:p>
      </dgm:t>
    </dgm:pt>
    <dgm:pt modelId="{CE9D2F17-0418-4B5D-83FC-ED658163CC46}" type="parTrans" cxnId="{6C70B0B9-4620-4E58-91C9-7A992252D5BC}">
      <dgm:prSet/>
      <dgm:spPr/>
      <dgm:t>
        <a:bodyPr/>
        <a:lstStyle/>
        <a:p>
          <a:endParaRPr lang="zh-TW" altLang="en-US"/>
        </a:p>
      </dgm:t>
    </dgm:pt>
    <dgm:pt modelId="{CDDD6552-BE75-430F-8236-22CF645E4CD3}" type="sibTrans" cxnId="{6C70B0B9-4620-4E58-91C9-7A992252D5BC}">
      <dgm:prSet/>
      <dgm:spPr/>
      <dgm:t>
        <a:bodyPr/>
        <a:lstStyle/>
        <a:p>
          <a:endParaRPr lang="zh-TW" altLang="en-US"/>
        </a:p>
      </dgm:t>
    </dgm:pt>
    <dgm:pt modelId="{16AEAEC6-B731-4282-9D74-44749D731FFF}">
      <dgm:prSet custT="1"/>
      <dgm:spPr/>
      <dgm:t>
        <a:bodyPr lIns="72000" tIns="0" rIns="0" bIns="0" anchor="ctr" anchorCtr="0"/>
        <a:lstStyle/>
        <a:p>
          <a:pPr rtl="0"/>
          <a:r>
            <a:rPr lang="zh-TW" sz="2000" b="1" dirty="0">
              <a:latin typeface="微軟正黑體" panose="020B0604030504040204" pitchFamily="34" charset="-120"/>
              <a:ea typeface="微軟正黑體" panose="020B0604030504040204" pitchFamily="34" charset="-120"/>
            </a:rPr>
            <a:t>震動波形</a:t>
          </a:r>
          <a:r>
            <a:rPr lang="en-US" sz="2000" b="1" dirty="0">
              <a:latin typeface="微軟正黑體" panose="020B0604030504040204" pitchFamily="34" charset="-120"/>
              <a:ea typeface="微軟正黑體" panose="020B0604030504040204" pitchFamily="34" charset="-120"/>
            </a:rPr>
            <a:t>(wave form)</a:t>
          </a:r>
          <a:endParaRPr lang="zh-TW" sz="2000" dirty="0">
            <a:latin typeface="微軟正黑體" panose="020B0604030504040204" pitchFamily="34" charset="-120"/>
            <a:ea typeface="微軟正黑體" panose="020B0604030504040204" pitchFamily="34" charset="-120"/>
          </a:endParaRPr>
        </a:p>
      </dgm:t>
    </dgm:pt>
    <dgm:pt modelId="{DD1F59F0-E3D6-485E-AC5E-C282253596A6}" type="parTrans" cxnId="{435B0EE6-81DB-477A-A45A-A22E023C09D0}">
      <dgm:prSet/>
      <dgm:spPr/>
      <dgm:t>
        <a:bodyPr/>
        <a:lstStyle/>
        <a:p>
          <a:endParaRPr lang="zh-TW" altLang="en-US"/>
        </a:p>
      </dgm:t>
    </dgm:pt>
    <dgm:pt modelId="{2FDCB176-9633-4C34-A3DD-7E63FBBF77CF}" type="sibTrans" cxnId="{435B0EE6-81DB-477A-A45A-A22E023C09D0}">
      <dgm:prSet/>
      <dgm:spPr/>
      <dgm:t>
        <a:bodyPr/>
        <a:lstStyle/>
        <a:p>
          <a:endParaRPr lang="zh-TW" altLang="en-US"/>
        </a:p>
      </dgm:t>
    </dgm:pt>
    <dgm:pt modelId="{1AABBBAA-E23F-4157-8240-28D6800F33A2}">
      <dgm:prSet custT="1"/>
      <dgm:spPr/>
      <dgm:t>
        <a:bodyPr lIns="72000" tIns="0" rIns="0" bIns="0" anchor="ctr" anchorCtr="0"/>
        <a:lstStyle/>
        <a:p>
          <a:pPr rtl="0"/>
          <a:r>
            <a:rPr lang="zh-TW" altLang="en-US" sz="2000" b="1" dirty="0">
              <a:latin typeface="微軟正黑體" panose="020B0604030504040204" pitchFamily="34" charset="-120"/>
              <a:ea typeface="微軟正黑體" panose="020B0604030504040204" pitchFamily="34" charset="-120"/>
            </a:rPr>
            <a:t>發聲源與接收者的相對位置</a:t>
          </a:r>
          <a:endParaRPr lang="zh-TW" altLang="en-US" sz="2000" dirty="0">
            <a:latin typeface="微軟正黑體" panose="020B0604030504040204" pitchFamily="34" charset="-120"/>
            <a:ea typeface="微軟正黑體" panose="020B0604030504040204" pitchFamily="34" charset="-120"/>
          </a:endParaRPr>
        </a:p>
      </dgm:t>
    </dgm:pt>
    <dgm:pt modelId="{631D2CCC-DD34-4394-84FD-D60A0DCB54A0}" type="parTrans" cxnId="{94F4A95A-094F-46F0-A3D5-78C38D2DA398}">
      <dgm:prSet/>
      <dgm:spPr/>
      <dgm:t>
        <a:bodyPr/>
        <a:lstStyle/>
        <a:p>
          <a:endParaRPr lang="zh-TW" altLang="en-US"/>
        </a:p>
      </dgm:t>
    </dgm:pt>
    <dgm:pt modelId="{21FEB455-BD1D-47AF-8675-5FC4B9F7B48F}" type="sibTrans" cxnId="{94F4A95A-094F-46F0-A3D5-78C38D2DA398}">
      <dgm:prSet/>
      <dgm:spPr/>
      <dgm:t>
        <a:bodyPr/>
        <a:lstStyle/>
        <a:p>
          <a:endParaRPr lang="zh-TW" altLang="en-US"/>
        </a:p>
      </dgm:t>
    </dgm:pt>
    <dgm:pt modelId="{D11859FD-68B6-4D06-86D2-BAB35F9FFE71}" type="pres">
      <dgm:prSet presAssocID="{42A0AFCA-F965-452B-85EA-37D5F5ABD4E5}" presName="linearFlow" presStyleCnt="0">
        <dgm:presLayoutVars>
          <dgm:dir/>
          <dgm:animLvl val="lvl"/>
          <dgm:resizeHandles val="exact"/>
        </dgm:presLayoutVars>
      </dgm:prSet>
      <dgm:spPr/>
    </dgm:pt>
    <dgm:pt modelId="{5787CD34-064B-4DA8-BDB4-E6C640118301}" type="pres">
      <dgm:prSet presAssocID="{CB473075-B157-4615-BBBA-B35B50F01779}" presName="composite" presStyleCnt="0"/>
      <dgm:spPr/>
    </dgm:pt>
    <dgm:pt modelId="{39E84BBB-9949-4511-BA4B-9DD4331B70F0}" type="pres">
      <dgm:prSet presAssocID="{CB473075-B157-4615-BBBA-B35B50F01779}" presName="parTx" presStyleLbl="node1" presStyleIdx="0" presStyleCnt="1">
        <dgm:presLayoutVars>
          <dgm:chMax val="0"/>
          <dgm:chPref val="0"/>
          <dgm:bulletEnabled val="1"/>
        </dgm:presLayoutVars>
      </dgm:prSet>
      <dgm:spPr/>
    </dgm:pt>
    <dgm:pt modelId="{C57A895F-5E5D-4FEC-A826-2AEEA620C9A9}" type="pres">
      <dgm:prSet presAssocID="{CB473075-B157-4615-BBBA-B35B50F01779}" presName="parSh" presStyleLbl="node1" presStyleIdx="0" presStyleCnt="1" custScaleX="54075" custScaleY="23954" custLinFactNeighborX="6832" custLinFactNeighborY="-4690"/>
      <dgm:spPr/>
    </dgm:pt>
    <dgm:pt modelId="{FD103776-062D-4C9E-ABA9-98F01631B02C}" type="pres">
      <dgm:prSet presAssocID="{CB473075-B157-4615-BBBA-B35B50F01779}" presName="desTx" presStyleLbl="fgAcc1" presStyleIdx="0" presStyleCnt="1" custScaleX="91930" custScaleY="53305" custLinFactNeighborX="5341" custLinFactNeighborY="1075">
        <dgm:presLayoutVars>
          <dgm:bulletEnabled val="1"/>
        </dgm:presLayoutVars>
      </dgm:prSet>
      <dgm:spPr/>
    </dgm:pt>
  </dgm:ptLst>
  <dgm:cxnLst>
    <dgm:cxn modelId="{CFE13510-9C2E-4E6A-97D1-68A0B2754479}" type="presOf" srcId="{1AABBBAA-E23F-4157-8240-28D6800F33A2}" destId="{FD103776-062D-4C9E-ABA9-98F01631B02C}" srcOrd="0" destOrd="3" presId="urn:microsoft.com/office/officeart/2005/8/layout/process3"/>
    <dgm:cxn modelId="{A0A61B1D-5012-4DAA-94C6-FBD3E8BE4C5C}" srcId="{CB473075-B157-4615-BBBA-B35B50F01779}" destId="{E4E8F61C-6F5A-4B2A-9AEE-FB526115B3DB}" srcOrd="0" destOrd="0" parTransId="{C7100C33-0FCB-43EE-810E-0AF0854C1AB2}" sibTransId="{ACA8CDAA-2BDC-45C2-9E01-39E9582446A0}"/>
    <dgm:cxn modelId="{0ECE065C-5FF5-44C0-A56E-58CDA3E708D6}" srcId="{42A0AFCA-F965-452B-85EA-37D5F5ABD4E5}" destId="{CB473075-B157-4615-BBBA-B35B50F01779}" srcOrd="0" destOrd="0" parTransId="{8D4B32AC-EE00-46DB-AEAC-1A256C37303C}" sibTransId="{54D712FD-582A-4967-867B-D023A657078F}"/>
    <dgm:cxn modelId="{60FAAA69-EC83-43A3-86D0-AC262BD22999}" type="presOf" srcId="{0A46353A-580B-4985-B1D0-04D8E1B1D4D9}" destId="{FD103776-062D-4C9E-ABA9-98F01631B02C}" srcOrd="0" destOrd="1" presId="urn:microsoft.com/office/officeart/2005/8/layout/process3"/>
    <dgm:cxn modelId="{E0DFAD76-B79B-44BB-8B56-57AE90D3F229}" type="presOf" srcId="{CB473075-B157-4615-BBBA-B35B50F01779}" destId="{39E84BBB-9949-4511-BA4B-9DD4331B70F0}" srcOrd="0" destOrd="0" presId="urn:microsoft.com/office/officeart/2005/8/layout/process3"/>
    <dgm:cxn modelId="{E0710658-49BF-4AB8-A496-F8F53DA356F8}" type="presOf" srcId="{16AEAEC6-B731-4282-9D74-44749D731FFF}" destId="{FD103776-062D-4C9E-ABA9-98F01631B02C}" srcOrd="0" destOrd="2" presId="urn:microsoft.com/office/officeart/2005/8/layout/process3"/>
    <dgm:cxn modelId="{94F4A95A-094F-46F0-A3D5-78C38D2DA398}" srcId="{CB473075-B157-4615-BBBA-B35B50F01779}" destId="{1AABBBAA-E23F-4157-8240-28D6800F33A2}" srcOrd="3" destOrd="0" parTransId="{631D2CCC-DD34-4394-84FD-D60A0DCB54A0}" sibTransId="{21FEB455-BD1D-47AF-8675-5FC4B9F7B48F}"/>
    <dgm:cxn modelId="{2EED5182-412B-4787-8B34-36845431084E}" type="presOf" srcId="{E4E8F61C-6F5A-4B2A-9AEE-FB526115B3DB}" destId="{FD103776-062D-4C9E-ABA9-98F01631B02C}" srcOrd="0" destOrd="0" presId="urn:microsoft.com/office/officeart/2005/8/layout/process3"/>
    <dgm:cxn modelId="{6C70B0B9-4620-4E58-91C9-7A992252D5BC}" srcId="{CB473075-B157-4615-BBBA-B35B50F01779}" destId="{0A46353A-580B-4985-B1D0-04D8E1B1D4D9}" srcOrd="1" destOrd="0" parTransId="{CE9D2F17-0418-4B5D-83FC-ED658163CC46}" sibTransId="{CDDD6552-BE75-430F-8236-22CF645E4CD3}"/>
    <dgm:cxn modelId="{5B56CCDC-799A-451A-88E9-71E2C2B3323B}" type="presOf" srcId="{CB473075-B157-4615-BBBA-B35B50F01779}" destId="{C57A895F-5E5D-4FEC-A826-2AEEA620C9A9}" srcOrd="1" destOrd="0" presId="urn:microsoft.com/office/officeart/2005/8/layout/process3"/>
    <dgm:cxn modelId="{435B0EE6-81DB-477A-A45A-A22E023C09D0}" srcId="{CB473075-B157-4615-BBBA-B35B50F01779}" destId="{16AEAEC6-B731-4282-9D74-44749D731FFF}" srcOrd="2" destOrd="0" parTransId="{DD1F59F0-E3D6-485E-AC5E-C282253596A6}" sibTransId="{2FDCB176-9633-4C34-A3DD-7E63FBBF77CF}"/>
    <dgm:cxn modelId="{96A774F0-1137-40A3-8275-8B301F3C524D}" type="presOf" srcId="{42A0AFCA-F965-452B-85EA-37D5F5ABD4E5}" destId="{D11859FD-68B6-4D06-86D2-BAB35F9FFE71}" srcOrd="0" destOrd="0" presId="urn:microsoft.com/office/officeart/2005/8/layout/process3"/>
    <dgm:cxn modelId="{540483CC-03E9-446E-BD8D-983101964419}" type="presParOf" srcId="{D11859FD-68B6-4D06-86D2-BAB35F9FFE71}" destId="{5787CD34-064B-4DA8-BDB4-E6C640118301}" srcOrd="0" destOrd="0" presId="urn:microsoft.com/office/officeart/2005/8/layout/process3"/>
    <dgm:cxn modelId="{475C107F-03D1-45D3-91F4-639A3369750A}" type="presParOf" srcId="{5787CD34-064B-4DA8-BDB4-E6C640118301}" destId="{39E84BBB-9949-4511-BA4B-9DD4331B70F0}" srcOrd="0" destOrd="0" presId="urn:microsoft.com/office/officeart/2005/8/layout/process3"/>
    <dgm:cxn modelId="{0BA1B9E9-55B4-4025-A6DF-833499FB3AB9}" type="presParOf" srcId="{5787CD34-064B-4DA8-BDB4-E6C640118301}" destId="{C57A895F-5E5D-4FEC-A826-2AEEA620C9A9}" srcOrd="1" destOrd="0" presId="urn:microsoft.com/office/officeart/2005/8/layout/process3"/>
    <dgm:cxn modelId="{26A5504D-396B-4A1C-85D4-0E43D7D1CC87}" type="presParOf" srcId="{5787CD34-064B-4DA8-BDB4-E6C640118301}" destId="{FD103776-062D-4C9E-ABA9-98F01631B02C}" srcOrd="2" destOrd="0" presId="urn:microsoft.com/office/officeart/2005/8/layout/process3"/>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4C45177-8A77-4E2F-82BB-C1A222B44838}" type="doc">
      <dgm:prSet loTypeId="urn:microsoft.com/office/officeart/2005/8/layout/lProcess2" loCatId="list" qsTypeId="urn:microsoft.com/office/officeart/2005/8/quickstyle/simple1" qsCatId="simple" csTypeId="urn:microsoft.com/office/officeart/2005/8/colors/accent1_2" csCatId="accent1" phldr="1"/>
      <dgm:spPr/>
      <dgm:t>
        <a:bodyPr/>
        <a:lstStyle/>
        <a:p>
          <a:endParaRPr lang="zh-TW" altLang="en-US"/>
        </a:p>
      </dgm:t>
    </dgm:pt>
    <dgm:pt modelId="{F5A512E7-311C-4812-90B4-3404453A3004}">
      <dgm:prSet/>
      <dgm:spPr/>
      <dgm:t>
        <a:bodyPr/>
        <a:lstStyle/>
        <a:p>
          <a:pPr rtl="0"/>
          <a:r>
            <a:rPr lang="zh-TW" b="1" dirty="0">
              <a:latin typeface="微軟正黑體" panose="020B0604030504040204" pitchFamily="34" charset="-120"/>
              <a:ea typeface="微軟正黑體" panose="020B0604030504040204" pitchFamily="34" charset="-120"/>
            </a:rPr>
            <a:t>到底這句話是真話還是謊話呢？</a:t>
          </a:r>
          <a:endParaRPr lang="zh-TW" dirty="0">
            <a:latin typeface="微軟正黑體" panose="020B0604030504040204" pitchFamily="34" charset="-120"/>
            <a:ea typeface="微軟正黑體" panose="020B0604030504040204" pitchFamily="34" charset="-120"/>
          </a:endParaRPr>
        </a:p>
      </dgm:t>
    </dgm:pt>
    <dgm:pt modelId="{F3EEB972-8322-4853-A962-71F49C07ABC9}" type="parTrans" cxnId="{5FA948FC-4E31-42CF-8283-B18CF21928E5}">
      <dgm:prSet/>
      <dgm:spPr/>
      <dgm:t>
        <a:bodyPr/>
        <a:lstStyle/>
        <a:p>
          <a:endParaRPr lang="zh-TW" altLang="en-US"/>
        </a:p>
      </dgm:t>
    </dgm:pt>
    <dgm:pt modelId="{A75220DD-F403-4111-899B-0DEB8C19CC0E}" type="sibTrans" cxnId="{5FA948FC-4E31-42CF-8283-B18CF21928E5}">
      <dgm:prSet/>
      <dgm:spPr/>
      <dgm:t>
        <a:bodyPr/>
        <a:lstStyle/>
        <a:p>
          <a:endParaRPr lang="zh-TW" altLang="en-US"/>
        </a:p>
      </dgm:t>
    </dgm:pt>
    <dgm:pt modelId="{E19C3F3E-8697-4CB4-9FAB-A85A6DA3E107}">
      <dgm:prSet/>
      <dgm:spPr/>
      <dgm:t>
        <a:bodyPr/>
        <a:lstStyle/>
        <a:p>
          <a:pPr rtl="0"/>
          <a:r>
            <a:rPr lang="zh-TW" b="1" dirty="0">
              <a:latin typeface="微軟正黑體" panose="020B0604030504040204" pitchFamily="34" charset="-120"/>
              <a:ea typeface="微軟正黑體" panose="020B0604030504040204" pitchFamily="34" charset="-120"/>
            </a:rPr>
            <a:t>如果是真話，那它所說的為真，也就變成謊話。</a:t>
          </a:r>
          <a:endParaRPr lang="zh-TW" dirty="0">
            <a:latin typeface="微軟正黑體" panose="020B0604030504040204" pitchFamily="34" charset="-120"/>
            <a:ea typeface="微軟正黑體" panose="020B0604030504040204" pitchFamily="34" charset="-120"/>
          </a:endParaRPr>
        </a:p>
      </dgm:t>
    </dgm:pt>
    <dgm:pt modelId="{4CF0C6CA-7061-4300-87E2-7BA808897C1A}" type="parTrans" cxnId="{A2152E60-B6B6-42F4-B7A1-06D771DECFA2}">
      <dgm:prSet/>
      <dgm:spPr/>
      <dgm:t>
        <a:bodyPr/>
        <a:lstStyle/>
        <a:p>
          <a:endParaRPr lang="zh-TW" altLang="en-US"/>
        </a:p>
      </dgm:t>
    </dgm:pt>
    <dgm:pt modelId="{2D8AFB08-A447-49FB-B0BD-AB9674B36A72}" type="sibTrans" cxnId="{A2152E60-B6B6-42F4-B7A1-06D771DECFA2}">
      <dgm:prSet/>
      <dgm:spPr/>
      <dgm:t>
        <a:bodyPr/>
        <a:lstStyle/>
        <a:p>
          <a:endParaRPr lang="zh-TW" altLang="en-US"/>
        </a:p>
      </dgm:t>
    </dgm:pt>
    <dgm:pt modelId="{77FD5D7D-7430-41D9-A006-C25CD308F131}">
      <dgm:prSet/>
      <dgm:spPr/>
      <dgm:t>
        <a:bodyPr/>
        <a:lstStyle/>
        <a:p>
          <a:pPr rtl="0"/>
          <a:r>
            <a:rPr lang="zh-TW" b="1" dirty="0">
              <a:latin typeface="微軟正黑體" panose="020B0604030504040204" pitchFamily="34" charset="-120"/>
              <a:ea typeface="微軟正黑體" panose="020B0604030504040204" pitchFamily="34" charset="-120"/>
            </a:rPr>
            <a:t>如果是謊話，那它所說的為假，也就變成真話。</a:t>
          </a:r>
          <a:endParaRPr lang="zh-TW" dirty="0">
            <a:latin typeface="微軟正黑體" panose="020B0604030504040204" pitchFamily="34" charset="-120"/>
            <a:ea typeface="微軟正黑體" panose="020B0604030504040204" pitchFamily="34" charset="-120"/>
          </a:endParaRPr>
        </a:p>
      </dgm:t>
    </dgm:pt>
    <dgm:pt modelId="{FB1BA9AD-8C5C-491A-85DB-A95DA41DB19C}" type="parTrans" cxnId="{30FA88DD-E52A-4031-A768-C6DCD01A4DA9}">
      <dgm:prSet/>
      <dgm:spPr/>
      <dgm:t>
        <a:bodyPr/>
        <a:lstStyle/>
        <a:p>
          <a:endParaRPr lang="zh-TW" altLang="en-US"/>
        </a:p>
      </dgm:t>
    </dgm:pt>
    <dgm:pt modelId="{5F9EC9FC-CE47-4C0A-9F4B-A1A84D527E4A}" type="sibTrans" cxnId="{30FA88DD-E52A-4031-A768-C6DCD01A4DA9}">
      <dgm:prSet/>
      <dgm:spPr/>
      <dgm:t>
        <a:bodyPr/>
        <a:lstStyle/>
        <a:p>
          <a:endParaRPr lang="zh-TW" altLang="en-US"/>
        </a:p>
      </dgm:t>
    </dgm:pt>
    <dgm:pt modelId="{DD5BE8F3-8CA9-4A16-8921-CB061536CEFC}" type="pres">
      <dgm:prSet presAssocID="{D4C45177-8A77-4E2F-82BB-C1A222B44838}" presName="theList" presStyleCnt="0">
        <dgm:presLayoutVars>
          <dgm:dir/>
          <dgm:animLvl val="lvl"/>
          <dgm:resizeHandles val="exact"/>
        </dgm:presLayoutVars>
      </dgm:prSet>
      <dgm:spPr/>
    </dgm:pt>
    <dgm:pt modelId="{7CD9C3A5-DC45-4027-A5EA-9647CE6590EA}" type="pres">
      <dgm:prSet presAssocID="{F5A512E7-311C-4812-90B4-3404453A3004}" presName="compNode" presStyleCnt="0"/>
      <dgm:spPr/>
    </dgm:pt>
    <dgm:pt modelId="{5D8CEF64-EE5B-463D-846E-AF937CA52F0C}" type="pres">
      <dgm:prSet presAssocID="{F5A512E7-311C-4812-90B4-3404453A3004}" presName="aNode" presStyleLbl="bgShp" presStyleIdx="0" presStyleCnt="1" custLinFactNeighborX="-3327" custLinFactNeighborY="-4055"/>
      <dgm:spPr/>
    </dgm:pt>
    <dgm:pt modelId="{4079F156-44B9-4218-92C0-3A57A6E6BD5E}" type="pres">
      <dgm:prSet presAssocID="{F5A512E7-311C-4812-90B4-3404453A3004}" presName="textNode" presStyleLbl="bgShp" presStyleIdx="0" presStyleCnt="1"/>
      <dgm:spPr/>
    </dgm:pt>
    <dgm:pt modelId="{6234A61A-CB2B-4B40-9BFB-075605956FDA}" type="pres">
      <dgm:prSet presAssocID="{F5A512E7-311C-4812-90B4-3404453A3004}" presName="compChildNode" presStyleCnt="0"/>
      <dgm:spPr/>
    </dgm:pt>
    <dgm:pt modelId="{26319B9A-2259-415B-92CA-DF7AE7C08586}" type="pres">
      <dgm:prSet presAssocID="{F5A512E7-311C-4812-90B4-3404453A3004}" presName="theInnerList" presStyleCnt="0"/>
      <dgm:spPr/>
    </dgm:pt>
    <dgm:pt modelId="{7C50BC20-0613-447E-AFC6-AD20573334D6}" type="pres">
      <dgm:prSet presAssocID="{E19C3F3E-8697-4CB4-9FAB-A85A6DA3E107}" presName="childNode" presStyleLbl="node1" presStyleIdx="0" presStyleCnt="2">
        <dgm:presLayoutVars>
          <dgm:bulletEnabled val="1"/>
        </dgm:presLayoutVars>
      </dgm:prSet>
      <dgm:spPr/>
    </dgm:pt>
    <dgm:pt modelId="{008FC519-9335-4BDD-B636-345477D757E7}" type="pres">
      <dgm:prSet presAssocID="{E19C3F3E-8697-4CB4-9FAB-A85A6DA3E107}" presName="aSpace2" presStyleCnt="0"/>
      <dgm:spPr/>
    </dgm:pt>
    <dgm:pt modelId="{9C77CE43-5501-4DA1-B6E4-AB5566DC294F}" type="pres">
      <dgm:prSet presAssocID="{77FD5D7D-7430-41D9-A006-C25CD308F131}" presName="childNode" presStyleLbl="node1" presStyleIdx="1" presStyleCnt="2">
        <dgm:presLayoutVars>
          <dgm:bulletEnabled val="1"/>
        </dgm:presLayoutVars>
      </dgm:prSet>
      <dgm:spPr/>
    </dgm:pt>
  </dgm:ptLst>
  <dgm:cxnLst>
    <dgm:cxn modelId="{D67A2203-2913-4747-988C-03AD47180788}" type="presOf" srcId="{77FD5D7D-7430-41D9-A006-C25CD308F131}" destId="{9C77CE43-5501-4DA1-B6E4-AB5566DC294F}" srcOrd="0" destOrd="0" presId="urn:microsoft.com/office/officeart/2005/8/layout/lProcess2"/>
    <dgm:cxn modelId="{B8856A0A-0A2B-4A8B-8B23-E5621DB6B635}" type="presOf" srcId="{E19C3F3E-8697-4CB4-9FAB-A85A6DA3E107}" destId="{7C50BC20-0613-447E-AFC6-AD20573334D6}" srcOrd="0" destOrd="0" presId="urn:microsoft.com/office/officeart/2005/8/layout/lProcess2"/>
    <dgm:cxn modelId="{522C4C29-EF86-41BE-9487-8FEE5971FB6B}" type="presOf" srcId="{F5A512E7-311C-4812-90B4-3404453A3004}" destId="{4079F156-44B9-4218-92C0-3A57A6E6BD5E}" srcOrd="1" destOrd="0" presId="urn:microsoft.com/office/officeart/2005/8/layout/lProcess2"/>
    <dgm:cxn modelId="{A2152E60-B6B6-42F4-B7A1-06D771DECFA2}" srcId="{F5A512E7-311C-4812-90B4-3404453A3004}" destId="{E19C3F3E-8697-4CB4-9FAB-A85A6DA3E107}" srcOrd="0" destOrd="0" parTransId="{4CF0C6CA-7061-4300-87E2-7BA808897C1A}" sibTransId="{2D8AFB08-A447-49FB-B0BD-AB9674B36A72}"/>
    <dgm:cxn modelId="{2E8D6650-0518-4D68-AC6B-EDB2773605FE}" type="presOf" srcId="{D4C45177-8A77-4E2F-82BB-C1A222B44838}" destId="{DD5BE8F3-8CA9-4A16-8921-CB061536CEFC}" srcOrd="0" destOrd="0" presId="urn:microsoft.com/office/officeart/2005/8/layout/lProcess2"/>
    <dgm:cxn modelId="{B1268D8B-A0DA-4B94-9AAF-051C770F6E1F}" type="presOf" srcId="{F5A512E7-311C-4812-90B4-3404453A3004}" destId="{5D8CEF64-EE5B-463D-846E-AF937CA52F0C}" srcOrd="0" destOrd="0" presId="urn:microsoft.com/office/officeart/2005/8/layout/lProcess2"/>
    <dgm:cxn modelId="{30FA88DD-E52A-4031-A768-C6DCD01A4DA9}" srcId="{F5A512E7-311C-4812-90B4-3404453A3004}" destId="{77FD5D7D-7430-41D9-A006-C25CD308F131}" srcOrd="1" destOrd="0" parTransId="{FB1BA9AD-8C5C-491A-85DB-A95DA41DB19C}" sibTransId="{5F9EC9FC-CE47-4C0A-9F4B-A1A84D527E4A}"/>
    <dgm:cxn modelId="{5FA948FC-4E31-42CF-8283-B18CF21928E5}" srcId="{D4C45177-8A77-4E2F-82BB-C1A222B44838}" destId="{F5A512E7-311C-4812-90B4-3404453A3004}" srcOrd="0" destOrd="0" parTransId="{F3EEB972-8322-4853-A962-71F49C07ABC9}" sibTransId="{A75220DD-F403-4111-899B-0DEB8C19CC0E}"/>
    <dgm:cxn modelId="{3550BB82-9FBE-49E4-9EC2-739BB0EF20D4}" type="presParOf" srcId="{DD5BE8F3-8CA9-4A16-8921-CB061536CEFC}" destId="{7CD9C3A5-DC45-4027-A5EA-9647CE6590EA}" srcOrd="0" destOrd="0" presId="urn:microsoft.com/office/officeart/2005/8/layout/lProcess2"/>
    <dgm:cxn modelId="{915A4315-33B8-482B-9E7D-E04057CF09CB}" type="presParOf" srcId="{7CD9C3A5-DC45-4027-A5EA-9647CE6590EA}" destId="{5D8CEF64-EE5B-463D-846E-AF937CA52F0C}" srcOrd="0" destOrd="0" presId="urn:microsoft.com/office/officeart/2005/8/layout/lProcess2"/>
    <dgm:cxn modelId="{A6E1257C-FA27-429E-8218-BBBB3AC5724E}" type="presParOf" srcId="{7CD9C3A5-DC45-4027-A5EA-9647CE6590EA}" destId="{4079F156-44B9-4218-92C0-3A57A6E6BD5E}" srcOrd="1" destOrd="0" presId="urn:microsoft.com/office/officeart/2005/8/layout/lProcess2"/>
    <dgm:cxn modelId="{65E888B4-43BE-414E-BD13-F3A15767CD6B}" type="presParOf" srcId="{7CD9C3A5-DC45-4027-A5EA-9647CE6590EA}" destId="{6234A61A-CB2B-4B40-9BFB-075605956FDA}" srcOrd="2" destOrd="0" presId="urn:microsoft.com/office/officeart/2005/8/layout/lProcess2"/>
    <dgm:cxn modelId="{08EA09EC-28E8-497A-BD2D-2E68539D4045}" type="presParOf" srcId="{6234A61A-CB2B-4B40-9BFB-075605956FDA}" destId="{26319B9A-2259-415B-92CA-DF7AE7C08586}" srcOrd="0" destOrd="0" presId="urn:microsoft.com/office/officeart/2005/8/layout/lProcess2"/>
    <dgm:cxn modelId="{2AAC5941-2FE5-4F80-B624-8DAD857A9EED}" type="presParOf" srcId="{26319B9A-2259-415B-92CA-DF7AE7C08586}" destId="{7C50BC20-0613-447E-AFC6-AD20573334D6}" srcOrd="0" destOrd="0" presId="urn:microsoft.com/office/officeart/2005/8/layout/lProcess2"/>
    <dgm:cxn modelId="{A998022F-48F7-4851-A2D5-758535F2CA59}" type="presParOf" srcId="{26319B9A-2259-415B-92CA-DF7AE7C08586}" destId="{008FC519-9335-4BDD-B636-345477D757E7}" srcOrd="1" destOrd="0" presId="urn:microsoft.com/office/officeart/2005/8/layout/lProcess2"/>
    <dgm:cxn modelId="{83E568F8-34FE-48F6-9769-212FC3DE3417}" type="presParOf" srcId="{26319B9A-2259-415B-92CA-DF7AE7C08586}" destId="{9C77CE43-5501-4DA1-B6E4-AB5566DC294F}" srcOrd="2" destOrd="0" presId="urn:microsoft.com/office/officeart/2005/8/layout/l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F3DD35C-D520-493E-8DFD-B8D8E20CA057}" type="doc">
      <dgm:prSet loTypeId="urn:microsoft.com/office/officeart/2009/3/layout/StepUpProcess" loCatId="process" qsTypeId="urn:microsoft.com/office/officeart/2005/8/quickstyle/simple1" qsCatId="simple" csTypeId="urn:microsoft.com/office/officeart/2005/8/colors/colorful1" csCatId="colorful"/>
      <dgm:spPr/>
      <dgm:t>
        <a:bodyPr/>
        <a:lstStyle/>
        <a:p>
          <a:endParaRPr lang="zh-TW" altLang="en-US"/>
        </a:p>
      </dgm:t>
    </dgm:pt>
    <dgm:pt modelId="{25373C9C-E780-401D-8DE7-65BC1BDDE109}">
      <dgm:prSet custT="1"/>
      <dgm:spPr/>
      <dgm:t>
        <a:bodyPr/>
        <a:lstStyle/>
        <a:p>
          <a:pPr rtl="0"/>
          <a:r>
            <a:rPr lang="zh-TW" altLang="en-US" sz="2000" b="1" baseline="0" dirty="0">
              <a:latin typeface="微軟正黑體" panose="020B0604030504040204" pitchFamily="34" charset="-120"/>
              <a:ea typeface="微軟正黑體" panose="020B0604030504040204" pitchFamily="34" charset="-120"/>
            </a:rPr>
            <a:t>感知層</a:t>
          </a:r>
          <a:endParaRPr lang="zh-TW" altLang="en-US" sz="2000" baseline="0" dirty="0">
            <a:latin typeface="微軟正黑體" panose="020B0604030504040204" pitchFamily="34" charset="-120"/>
            <a:ea typeface="微軟正黑體" panose="020B0604030504040204" pitchFamily="34" charset="-120"/>
          </a:endParaRPr>
        </a:p>
      </dgm:t>
    </dgm:pt>
    <dgm:pt modelId="{5AD2A3F3-2553-4BA8-A078-64C8AD9A0F95}" type="parTrans" cxnId="{65ED5ABD-C196-4E6B-8BEA-F55FBED59F9C}">
      <dgm:prSet/>
      <dgm:spPr/>
      <dgm:t>
        <a:bodyPr/>
        <a:lstStyle/>
        <a:p>
          <a:endParaRPr lang="zh-TW" altLang="en-US" sz="2000"/>
        </a:p>
      </dgm:t>
    </dgm:pt>
    <dgm:pt modelId="{8E788F48-6FEF-420C-865B-1AAD39D6AAEF}" type="sibTrans" cxnId="{65ED5ABD-C196-4E6B-8BEA-F55FBED59F9C}">
      <dgm:prSet/>
      <dgm:spPr/>
      <dgm:t>
        <a:bodyPr/>
        <a:lstStyle/>
        <a:p>
          <a:endParaRPr lang="zh-TW" altLang="en-US" sz="2000"/>
        </a:p>
      </dgm:t>
    </dgm:pt>
    <dgm:pt modelId="{6845A076-5543-421F-B3FF-73C120478B71}">
      <dgm:prSet custT="1"/>
      <dgm:spPr/>
      <dgm:t>
        <a:bodyPr/>
        <a:lstStyle/>
        <a:p>
          <a:pPr rtl="0"/>
          <a:r>
            <a:rPr lang="zh-TW" altLang="en-US" sz="2000" b="1" baseline="0" dirty="0">
              <a:latin typeface="微軟正黑體" panose="020B0604030504040204" pitchFamily="34" charset="-120"/>
              <a:ea typeface="微軟正黑體" panose="020B0604030504040204" pitchFamily="34" charset="-120"/>
            </a:rPr>
            <a:t>資料的提供者</a:t>
          </a:r>
          <a:endParaRPr lang="zh-TW" altLang="en-US" sz="2000" baseline="0" dirty="0">
            <a:latin typeface="微軟正黑體" panose="020B0604030504040204" pitchFamily="34" charset="-120"/>
            <a:ea typeface="微軟正黑體" panose="020B0604030504040204" pitchFamily="34" charset="-120"/>
          </a:endParaRPr>
        </a:p>
      </dgm:t>
    </dgm:pt>
    <dgm:pt modelId="{A126CAF0-518A-46AD-8FDD-AEB1AE932E66}" type="parTrans" cxnId="{86D6F0CA-D55B-4B14-8AD9-B337FF296197}">
      <dgm:prSet/>
      <dgm:spPr/>
      <dgm:t>
        <a:bodyPr/>
        <a:lstStyle/>
        <a:p>
          <a:endParaRPr lang="zh-TW" altLang="en-US" sz="2000"/>
        </a:p>
      </dgm:t>
    </dgm:pt>
    <dgm:pt modelId="{ECB8529C-7E63-4723-9D56-CB402CFDFE8E}" type="sibTrans" cxnId="{86D6F0CA-D55B-4B14-8AD9-B337FF296197}">
      <dgm:prSet/>
      <dgm:spPr/>
      <dgm:t>
        <a:bodyPr/>
        <a:lstStyle/>
        <a:p>
          <a:endParaRPr lang="zh-TW" altLang="en-US" sz="2000"/>
        </a:p>
      </dgm:t>
    </dgm:pt>
    <dgm:pt modelId="{2A555153-462A-4D8D-B1E4-8C9399CEA77C}">
      <dgm:prSet custT="1"/>
      <dgm:spPr/>
      <dgm:t>
        <a:bodyPr/>
        <a:lstStyle/>
        <a:p>
          <a:pPr rtl="0"/>
          <a:r>
            <a:rPr lang="zh-TW" altLang="en-US" sz="2000" b="1" baseline="0" dirty="0">
              <a:latin typeface="微軟正黑體" panose="020B0604030504040204" pitchFamily="34" charset="-120"/>
              <a:ea typeface="微軟正黑體" panose="020B0604030504040204" pitchFamily="34" charset="-120"/>
            </a:rPr>
            <a:t>網路層</a:t>
          </a:r>
          <a:endParaRPr lang="zh-TW" altLang="en-US" sz="2000" baseline="0" dirty="0">
            <a:latin typeface="微軟正黑體" panose="020B0604030504040204" pitchFamily="34" charset="-120"/>
            <a:ea typeface="微軟正黑體" panose="020B0604030504040204" pitchFamily="34" charset="-120"/>
          </a:endParaRPr>
        </a:p>
      </dgm:t>
    </dgm:pt>
    <dgm:pt modelId="{525FB30D-0C3F-4B8C-84B0-AA1646219990}" type="parTrans" cxnId="{EA35DD9F-362F-4123-AB52-0AEB1453CCA9}">
      <dgm:prSet/>
      <dgm:spPr/>
      <dgm:t>
        <a:bodyPr/>
        <a:lstStyle/>
        <a:p>
          <a:endParaRPr lang="zh-TW" altLang="en-US" sz="2000"/>
        </a:p>
      </dgm:t>
    </dgm:pt>
    <dgm:pt modelId="{50A619E9-2108-47E3-9BF3-26B6BE3E3168}" type="sibTrans" cxnId="{EA35DD9F-362F-4123-AB52-0AEB1453CCA9}">
      <dgm:prSet/>
      <dgm:spPr/>
      <dgm:t>
        <a:bodyPr/>
        <a:lstStyle/>
        <a:p>
          <a:endParaRPr lang="zh-TW" altLang="en-US" sz="2000"/>
        </a:p>
      </dgm:t>
    </dgm:pt>
    <dgm:pt modelId="{AC888BBA-3BE1-42CB-AC1D-3710E2EC27C2}">
      <dgm:prSet custT="1"/>
      <dgm:spPr/>
      <dgm:t>
        <a:bodyPr/>
        <a:lstStyle/>
        <a:p>
          <a:pPr rtl="0"/>
          <a:r>
            <a:rPr lang="zh-TW" altLang="en-US" sz="2000" b="1" baseline="0" dirty="0">
              <a:latin typeface="微軟正黑體" panose="020B0604030504040204" pitchFamily="34" charset="-120"/>
              <a:ea typeface="微軟正黑體" panose="020B0604030504040204" pitchFamily="34" charset="-120"/>
            </a:rPr>
            <a:t>負責資料的傳輸</a:t>
          </a:r>
          <a:endParaRPr lang="zh-TW" altLang="en-US" sz="2000" baseline="0" dirty="0">
            <a:latin typeface="微軟正黑體" panose="020B0604030504040204" pitchFamily="34" charset="-120"/>
            <a:ea typeface="微軟正黑體" panose="020B0604030504040204" pitchFamily="34" charset="-120"/>
          </a:endParaRPr>
        </a:p>
      </dgm:t>
    </dgm:pt>
    <dgm:pt modelId="{3482E5FA-CC85-4604-BE15-14DE98C1FE56}" type="parTrans" cxnId="{66E329FF-3434-48D8-8B52-5025E46613B8}">
      <dgm:prSet/>
      <dgm:spPr/>
      <dgm:t>
        <a:bodyPr/>
        <a:lstStyle/>
        <a:p>
          <a:endParaRPr lang="zh-TW" altLang="en-US" sz="2000"/>
        </a:p>
      </dgm:t>
    </dgm:pt>
    <dgm:pt modelId="{0F6BE368-2365-4746-BC3E-76B4A06E8179}" type="sibTrans" cxnId="{66E329FF-3434-48D8-8B52-5025E46613B8}">
      <dgm:prSet/>
      <dgm:spPr/>
      <dgm:t>
        <a:bodyPr/>
        <a:lstStyle/>
        <a:p>
          <a:endParaRPr lang="zh-TW" altLang="en-US" sz="2000"/>
        </a:p>
      </dgm:t>
    </dgm:pt>
    <dgm:pt modelId="{266814D9-7D22-4F24-8D91-7C689CE899A0}">
      <dgm:prSet custT="1"/>
      <dgm:spPr/>
      <dgm:t>
        <a:bodyPr/>
        <a:lstStyle/>
        <a:p>
          <a:pPr rtl="0"/>
          <a:r>
            <a:rPr lang="zh-TW" altLang="en-US" sz="2000" b="1" baseline="0" dirty="0">
              <a:latin typeface="微軟正黑體" panose="020B0604030504040204" pitchFamily="34" charset="-120"/>
              <a:ea typeface="微軟正黑體" panose="020B0604030504040204" pitchFamily="34" charset="-120"/>
            </a:rPr>
            <a:t>應用層</a:t>
          </a:r>
          <a:endParaRPr lang="zh-TW" altLang="en-US" sz="2000" baseline="0" dirty="0">
            <a:latin typeface="微軟正黑體" panose="020B0604030504040204" pitchFamily="34" charset="-120"/>
            <a:ea typeface="微軟正黑體" panose="020B0604030504040204" pitchFamily="34" charset="-120"/>
          </a:endParaRPr>
        </a:p>
      </dgm:t>
    </dgm:pt>
    <dgm:pt modelId="{B48CAE3B-DA87-412D-AF7E-49472EC1D64A}" type="parTrans" cxnId="{88CABD9B-682B-4077-80E4-F220515EBC9D}">
      <dgm:prSet/>
      <dgm:spPr/>
      <dgm:t>
        <a:bodyPr/>
        <a:lstStyle/>
        <a:p>
          <a:endParaRPr lang="zh-TW" altLang="en-US" sz="2000"/>
        </a:p>
      </dgm:t>
    </dgm:pt>
    <dgm:pt modelId="{A1926F3E-5C0B-4728-AF92-7226CB263AA9}" type="sibTrans" cxnId="{88CABD9B-682B-4077-80E4-F220515EBC9D}">
      <dgm:prSet/>
      <dgm:spPr/>
      <dgm:t>
        <a:bodyPr/>
        <a:lstStyle/>
        <a:p>
          <a:endParaRPr lang="zh-TW" altLang="en-US" sz="2000"/>
        </a:p>
      </dgm:t>
    </dgm:pt>
    <dgm:pt modelId="{B9FB5825-BBEB-40A1-8425-6E17D5CF95F4}">
      <dgm:prSet custT="1"/>
      <dgm:spPr/>
      <dgm:t>
        <a:bodyPr/>
        <a:lstStyle/>
        <a:p>
          <a:pPr rtl="0"/>
          <a:r>
            <a:rPr lang="zh-TW" altLang="en-US" sz="2000" b="1" baseline="0" dirty="0">
              <a:latin typeface="微軟正黑體" panose="020B0604030504040204" pitchFamily="34" charset="-120"/>
              <a:ea typeface="微軟正黑體" panose="020B0604030504040204" pitchFamily="34" charset="-120"/>
            </a:rPr>
            <a:t>針對搜集回來的資料，進行不同的專業應用。</a:t>
          </a:r>
          <a:endParaRPr lang="zh-TW" altLang="en-US" sz="2000" baseline="0" dirty="0">
            <a:latin typeface="微軟正黑體" panose="020B0604030504040204" pitchFamily="34" charset="-120"/>
            <a:ea typeface="微軟正黑體" panose="020B0604030504040204" pitchFamily="34" charset="-120"/>
          </a:endParaRPr>
        </a:p>
      </dgm:t>
    </dgm:pt>
    <dgm:pt modelId="{903712EC-2EA7-4DD9-B1E9-9D5C8B42C51B}" type="parTrans" cxnId="{56CBD22E-1543-48B0-9EBE-3772C3015669}">
      <dgm:prSet/>
      <dgm:spPr/>
      <dgm:t>
        <a:bodyPr/>
        <a:lstStyle/>
        <a:p>
          <a:endParaRPr lang="zh-TW" altLang="en-US" sz="2000"/>
        </a:p>
      </dgm:t>
    </dgm:pt>
    <dgm:pt modelId="{91D9A23B-361C-406C-97A0-B885B99FD25A}" type="sibTrans" cxnId="{56CBD22E-1543-48B0-9EBE-3772C3015669}">
      <dgm:prSet/>
      <dgm:spPr/>
      <dgm:t>
        <a:bodyPr/>
        <a:lstStyle/>
        <a:p>
          <a:endParaRPr lang="zh-TW" altLang="en-US" sz="2000"/>
        </a:p>
      </dgm:t>
    </dgm:pt>
    <dgm:pt modelId="{8AD9844D-79A5-4D07-B990-ACEA09E704C5}" type="pres">
      <dgm:prSet presAssocID="{3F3DD35C-D520-493E-8DFD-B8D8E20CA057}" presName="rootnode" presStyleCnt="0">
        <dgm:presLayoutVars>
          <dgm:chMax/>
          <dgm:chPref/>
          <dgm:dir/>
          <dgm:animLvl val="lvl"/>
        </dgm:presLayoutVars>
      </dgm:prSet>
      <dgm:spPr/>
    </dgm:pt>
    <dgm:pt modelId="{94521A63-9093-49DD-B6E4-910D992ADE93}" type="pres">
      <dgm:prSet presAssocID="{25373C9C-E780-401D-8DE7-65BC1BDDE109}" presName="composite" presStyleCnt="0"/>
      <dgm:spPr/>
    </dgm:pt>
    <dgm:pt modelId="{22CD5A25-D9A4-446C-BE28-2EB419DE8CC2}" type="pres">
      <dgm:prSet presAssocID="{25373C9C-E780-401D-8DE7-65BC1BDDE109}" presName="LShape" presStyleLbl="alignNode1" presStyleIdx="0" presStyleCnt="5"/>
      <dgm:spPr/>
    </dgm:pt>
    <dgm:pt modelId="{1FECD42E-6A86-4E77-B7CB-E85999B314CA}" type="pres">
      <dgm:prSet presAssocID="{25373C9C-E780-401D-8DE7-65BC1BDDE109}" presName="ParentText" presStyleLbl="revTx" presStyleIdx="0" presStyleCnt="3">
        <dgm:presLayoutVars>
          <dgm:chMax val="0"/>
          <dgm:chPref val="0"/>
          <dgm:bulletEnabled val="1"/>
        </dgm:presLayoutVars>
      </dgm:prSet>
      <dgm:spPr/>
    </dgm:pt>
    <dgm:pt modelId="{20ED6AFC-B074-401B-9B05-6F23A203A601}" type="pres">
      <dgm:prSet presAssocID="{25373C9C-E780-401D-8DE7-65BC1BDDE109}" presName="Triangle" presStyleLbl="alignNode1" presStyleIdx="1" presStyleCnt="5"/>
      <dgm:spPr/>
    </dgm:pt>
    <dgm:pt modelId="{A6BCA25C-F20C-4012-A2CF-D5C22974649C}" type="pres">
      <dgm:prSet presAssocID="{8E788F48-6FEF-420C-865B-1AAD39D6AAEF}" presName="sibTrans" presStyleCnt="0"/>
      <dgm:spPr/>
    </dgm:pt>
    <dgm:pt modelId="{F57E989B-520F-4C0A-9220-9927D9D3113A}" type="pres">
      <dgm:prSet presAssocID="{8E788F48-6FEF-420C-865B-1AAD39D6AAEF}" presName="space" presStyleCnt="0"/>
      <dgm:spPr/>
    </dgm:pt>
    <dgm:pt modelId="{283D1D80-30C9-4745-B282-53ECA0C815EB}" type="pres">
      <dgm:prSet presAssocID="{2A555153-462A-4D8D-B1E4-8C9399CEA77C}" presName="composite" presStyleCnt="0"/>
      <dgm:spPr/>
    </dgm:pt>
    <dgm:pt modelId="{7AD50954-5770-4DC0-96E6-762D7181B822}" type="pres">
      <dgm:prSet presAssocID="{2A555153-462A-4D8D-B1E4-8C9399CEA77C}" presName="LShape" presStyleLbl="alignNode1" presStyleIdx="2" presStyleCnt="5"/>
      <dgm:spPr/>
    </dgm:pt>
    <dgm:pt modelId="{B2906FF2-2686-4156-9E87-DBA2E536FDA8}" type="pres">
      <dgm:prSet presAssocID="{2A555153-462A-4D8D-B1E4-8C9399CEA77C}" presName="ParentText" presStyleLbl="revTx" presStyleIdx="1" presStyleCnt="3">
        <dgm:presLayoutVars>
          <dgm:chMax val="0"/>
          <dgm:chPref val="0"/>
          <dgm:bulletEnabled val="1"/>
        </dgm:presLayoutVars>
      </dgm:prSet>
      <dgm:spPr/>
    </dgm:pt>
    <dgm:pt modelId="{614CF2D6-8291-4A49-87B0-252C2B02E677}" type="pres">
      <dgm:prSet presAssocID="{2A555153-462A-4D8D-B1E4-8C9399CEA77C}" presName="Triangle" presStyleLbl="alignNode1" presStyleIdx="3" presStyleCnt="5"/>
      <dgm:spPr/>
    </dgm:pt>
    <dgm:pt modelId="{E08AC045-EA99-41AD-A120-0CBF33954F82}" type="pres">
      <dgm:prSet presAssocID="{50A619E9-2108-47E3-9BF3-26B6BE3E3168}" presName="sibTrans" presStyleCnt="0"/>
      <dgm:spPr/>
    </dgm:pt>
    <dgm:pt modelId="{815BBFAF-2B2B-45CD-87A2-86E494AB9826}" type="pres">
      <dgm:prSet presAssocID="{50A619E9-2108-47E3-9BF3-26B6BE3E3168}" presName="space" presStyleCnt="0"/>
      <dgm:spPr/>
    </dgm:pt>
    <dgm:pt modelId="{89311711-B333-4FD4-9F45-C07F09D934AA}" type="pres">
      <dgm:prSet presAssocID="{266814D9-7D22-4F24-8D91-7C689CE899A0}" presName="composite" presStyleCnt="0"/>
      <dgm:spPr/>
    </dgm:pt>
    <dgm:pt modelId="{801AAEB8-B83C-4ADB-9EDB-60F63898A353}" type="pres">
      <dgm:prSet presAssocID="{266814D9-7D22-4F24-8D91-7C689CE899A0}" presName="LShape" presStyleLbl="alignNode1" presStyleIdx="4" presStyleCnt="5"/>
      <dgm:spPr/>
    </dgm:pt>
    <dgm:pt modelId="{3A62DD41-2DBE-4958-8B70-CAE92E4858FD}" type="pres">
      <dgm:prSet presAssocID="{266814D9-7D22-4F24-8D91-7C689CE899A0}" presName="ParentText" presStyleLbl="revTx" presStyleIdx="2" presStyleCnt="3">
        <dgm:presLayoutVars>
          <dgm:chMax val="0"/>
          <dgm:chPref val="0"/>
          <dgm:bulletEnabled val="1"/>
        </dgm:presLayoutVars>
      </dgm:prSet>
      <dgm:spPr/>
    </dgm:pt>
  </dgm:ptLst>
  <dgm:cxnLst>
    <dgm:cxn modelId="{56CBD22E-1543-48B0-9EBE-3772C3015669}" srcId="{266814D9-7D22-4F24-8D91-7C689CE899A0}" destId="{B9FB5825-BBEB-40A1-8425-6E17D5CF95F4}" srcOrd="0" destOrd="0" parTransId="{903712EC-2EA7-4DD9-B1E9-9D5C8B42C51B}" sibTransId="{91D9A23B-361C-406C-97A0-B885B99FD25A}"/>
    <dgm:cxn modelId="{C8AE4F32-0DD4-4D3F-ACAC-4A30857E28E5}" type="presOf" srcId="{B9FB5825-BBEB-40A1-8425-6E17D5CF95F4}" destId="{3A62DD41-2DBE-4958-8B70-CAE92E4858FD}" srcOrd="0" destOrd="1" presId="urn:microsoft.com/office/officeart/2009/3/layout/StepUpProcess"/>
    <dgm:cxn modelId="{4E6E9766-16D4-474D-81E0-F5D2316AB757}" type="presOf" srcId="{3F3DD35C-D520-493E-8DFD-B8D8E20CA057}" destId="{8AD9844D-79A5-4D07-B990-ACEA09E704C5}" srcOrd="0" destOrd="0" presId="urn:microsoft.com/office/officeart/2009/3/layout/StepUpProcess"/>
    <dgm:cxn modelId="{8B42964A-B8E3-416C-BEED-E0F02775FCDE}" type="presOf" srcId="{2A555153-462A-4D8D-B1E4-8C9399CEA77C}" destId="{B2906FF2-2686-4156-9E87-DBA2E536FDA8}" srcOrd="0" destOrd="0" presId="urn:microsoft.com/office/officeart/2009/3/layout/StepUpProcess"/>
    <dgm:cxn modelId="{90292B95-F9DA-4E89-BBDE-1E0A12CF4D37}" type="presOf" srcId="{266814D9-7D22-4F24-8D91-7C689CE899A0}" destId="{3A62DD41-2DBE-4958-8B70-CAE92E4858FD}" srcOrd="0" destOrd="0" presId="urn:microsoft.com/office/officeart/2009/3/layout/StepUpProcess"/>
    <dgm:cxn modelId="{88CABD9B-682B-4077-80E4-F220515EBC9D}" srcId="{3F3DD35C-D520-493E-8DFD-B8D8E20CA057}" destId="{266814D9-7D22-4F24-8D91-7C689CE899A0}" srcOrd="2" destOrd="0" parTransId="{B48CAE3B-DA87-412D-AF7E-49472EC1D64A}" sibTransId="{A1926F3E-5C0B-4728-AF92-7226CB263AA9}"/>
    <dgm:cxn modelId="{EA35DD9F-362F-4123-AB52-0AEB1453CCA9}" srcId="{3F3DD35C-D520-493E-8DFD-B8D8E20CA057}" destId="{2A555153-462A-4D8D-B1E4-8C9399CEA77C}" srcOrd="1" destOrd="0" parTransId="{525FB30D-0C3F-4B8C-84B0-AA1646219990}" sibTransId="{50A619E9-2108-47E3-9BF3-26B6BE3E3168}"/>
    <dgm:cxn modelId="{A5C4ABA0-C693-4C78-AA0B-2E2C5FAC16ED}" type="presOf" srcId="{6845A076-5543-421F-B3FF-73C120478B71}" destId="{1FECD42E-6A86-4E77-B7CB-E85999B314CA}" srcOrd="0" destOrd="1" presId="urn:microsoft.com/office/officeart/2009/3/layout/StepUpProcess"/>
    <dgm:cxn modelId="{FE3B69A7-2553-4984-A0F5-D2F824B0E6E8}" type="presOf" srcId="{25373C9C-E780-401D-8DE7-65BC1BDDE109}" destId="{1FECD42E-6A86-4E77-B7CB-E85999B314CA}" srcOrd="0" destOrd="0" presId="urn:microsoft.com/office/officeart/2009/3/layout/StepUpProcess"/>
    <dgm:cxn modelId="{65ED5ABD-C196-4E6B-8BEA-F55FBED59F9C}" srcId="{3F3DD35C-D520-493E-8DFD-B8D8E20CA057}" destId="{25373C9C-E780-401D-8DE7-65BC1BDDE109}" srcOrd="0" destOrd="0" parTransId="{5AD2A3F3-2553-4BA8-A078-64C8AD9A0F95}" sibTransId="{8E788F48-6FEF-420C-865B-1AAD39D6AAEF}"/>
    <dgm:cxn modelId="{E72351C0-1A90-49BB-A501-EB906C5004CD}" type="presOf" srcId="{AC888BBA-3BE1-42CB-AC1D-3710E2EC27C2}" destId="{B2906FF2-2686-4156-9E87-DBA2E536FDA8}" srcOrd="0" destOrd="1" presId="urn:microsoft.com/office/officeart/2009/3/layout/StepUpProcess"/>
    <dgm:cxn modelId="{86D6F0CA-D55B-4B14-8AD9-B337FF296197}" srcId="{25373C9C-E780-401D-8DE7-65BC1BDDE109}" destId="{6845A076-5543-421F-B3FF-73C120478B71}" srcOrd="0" destOrd="0" parTransId="{A126CAF0-518A-46AD-8FDD-AEB1AE932E66}" sibTransId="{ECB8529C-7E63-4723-9D56-CB402CFDFE8E}"/>
    <dgm:cxn modelId="{66E329FF-3434-48D8-8B52-5025E46613B8}" srcId="{2A555153-462A-4D8D-B1E4-8C9399CEA77C}" destId="{AC888BBA-3BE1-42CB-AC1D-3710E2EC27C2}" srcOrd="0" destOrd="0" parTransId="{3482E5FA-CC85-4604-BE15-14DE98C1FE56}" sibTransId="{0F6BE368-2365-4746-BC3E-76B4A06E8179}"/>
    <dgm:cxn modelId="{9BD97561-C1F1-44A3-A240-B9FD005AFC8A}" type="presParOf" srcId="{8AD9844D-79A5-4D07-B990-ACEA09E704C5}" destId="{94521A63-9093-49DD-B6E4-910D992ADE93}" srcOrd="0" destOrd="0" presId="urn:microsoft.com/office/officeart/2009/3/layout/StepUpProcess"/>
    <dgm:cxn modelId="{B395DEEB-CECA-4A86-AF73-F4F92FD81DEF}" type="presParOf" srcId="{94521A63-9093-49DD-B6E4-910D992ADE93}" destId="{22CD5A25-D9A4-446C-BE28-2EB419DE8CC2}" srcOrd="0" destOrd="0" presId="urn:microsoft.com/office/officeart/2009/3/layout/StepUpProcess"/>
    <dgm:cxn modelId="{1C65CCB1-841C-40FF-A8BE-119A0B427919}" type="presParOf" srcId="{94521A63-9093-49DD-B6E4-910D992ADE93}" destId="{1FECD42E-6A86-4E77-B7CB-E85999B314CA}" srcOrd="1" destOrd="0" presId="urn:microsoft.com/office/officeart/2009/3/layout/StepUpProcess"/>
    <dgm:cxn modelId="{31550556-5BED-4150-BED4-B83344B8F350}" type="presParOf" srcId="{94521A63-9093-49DD-B6E4-910D992ADE93}" destId="{20ED6AFC-B074-401B-9B05-6F23A203A601}" srcOrd="2" destOrd="0" presId="urn:microsoft.com/office/officeart/2009/3/layout/StepUpProcess"/>
    <dgm:cxn modelId="{68976F9E-4360-4C7C-92F8-9F467034C642}" type="presParOf" srcId="{8AD9844D-79A5-4D07-B990-ACEA09E704C5}" destId="{A6BCA25C-F20C-4012-A2CF-D5C22974649C}" srcOrd="1" destOrd="0" presId="urn:microsoft.com/office/officeart/2009/3/layout/StepUpProcess"/>
    <dgm:cxn modelId="{91A5F551-2B5B-4D66-91F5-37674F0706EF}" type="presParOf" srcId="{A6BCA25C-F20C-4012-A2CF-D5C22974649C}" destId="{F57E989B-520F-4C0A-9220-9927D9D3113A}" srcOrd="0" destOrd="0" presId="urn:microsoft.com/office/officeart/2009/3/layout/StepUpProcess"/>
    <dgm:cxn modelId="{A49FE78F-76B3-41FC-B0EB-A3193374B280}" type="presParOf" srcId="{8AD9844D-79A5-4D07-B990-ACEA09E704C5}" destId="{283D1D80-30C9-4745-B282-53ECA0C815EB}" srcOrd="2" destOrd="0" presId="urn:microsoft.com/office/officeart/2009/3/layout/StepUpProcess"/>
    <dgm:cxn modelId="{F3118732-D2D9-4DCA-A596-AD17BBF06E76}" type="presParOf" srcId="{283D1D80-30C9-4745-B282-53ECA0C815EB}" destId="{7AD50954-5770-4DC0-96E6-762D7181B822}" srcOrd="0" destOrd="0" presId="urn:microsoft.com/office/officeart/2009/3/layout/StepUpProcess"/>
    <dgm:cxn modelId="{4A2D3543-506A-4B3D-9119-0AF11673560B}" type="presParOf" srcId="{283D1D80-30C9-4745-B282-53ECA0C815EB}" destId="{B2906FF2-2686-4156-9E87-DBA2E536FDA8}" srcOrd="1" destOrd="0" presId="urn:microsoft.com/office/officeart/2009/3/layout/StepUpProcess"/>
    <dgm:cxn modelId="{8BDDFC42-A4AC-4EF0-85B3-F21343BF7FA9}" type="presParOf" srcId="{283D1D80-30C9-4745-B282-53ECA0C815EB}" destId="{614CF2D6-8291-4A49-87B0-252C2B02E677}" srcOrd="2" destOrd="0" presId="urn:microsoft.com/office/officeart/2009/3/layout/StepUpProcess"/>
    <dgm:cxn modelId="{218AFE1F-5A5F-44AB-9EDE-EBD652FFF2E2}" type="presParOf" srcId="{8AD9844D-79A5-4D07-B990-ACEA09E704C5}" destId="{E08AC045-EA99-41AD-A120-0CBF33954F82}" srcOrd="3" destOrd="0" presId="urn:microsoft.com/office/officeart/2009/3/layout/StepUpProcess"/>
    <dgm:cxn modelId="{2ED53D1B-399D-4A47-B538-2436A13E0117}" type="presParOf" srcId="{E08AC045-EA99-41AD-A120-0CBF33954F82}" destId="{815BBFAF-2B2B-45CD-87A2-86E494AB9826}" srcOrd="0" destOrd="0" presId="urn:microsoft.com/office/officeart/2009/3/layout/StepUpProcess"/>
    <dgm:cxn modelId="{70F9CAE0-DE55-428C-AEC7-4403D08DF770}" type="presParOf" srcId="{8AD9844D-79A5-4D07-B990-ACEA09E704C5}" destId="{89311711-B333-4FD4-9F45-C07F09D934AA}" srcOrd="4" destOrd="0" presId="urn:microsoft.com/office/officeart/2009/3/layout/StepUpProcess"/>
    <dgm:cxn modelId="{5A1C3982-4624-446B-B6A0-A125780FB4E9}" type="presParOf" srcId="{89311711-B333-4FD4-9F45-C07F09D934AA}" destId="{801AAEB8-B83C-4ADB-9EDB-60F63898A353}" srcOrd="0" destOrd="0" presId="urn:microsoft.com/office/officeart/2009/3/layout/StepUpProcess"/>
    <dgm:cxn modelId="{200C4CBD-A6FB-4952-BC30-731C3B7BAA48}" type="presParOf" srcId="{89311711-B333-4FD4-9F45-C07F09D934AA}" destId="{3A62DD41-2DBE-4958-8B70-CAE92E4858FD}" srcOrd="1" destOrd="0" presId="urn:microsoft.com/office/officeart/2009/3/layout/StepUp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CFC7097-4C4B-4CF5-8CF6-1B0B44219BE7}">
      <dsp:nvSpPr>
        <dsp:cNvPr id="0" name=""/>
        <dsp:cNvSpPr/>
      </dsp:nvSpPr>
      <dsp:spPr>
        <a:xfrm>
          <a:off x="0" y="450386"/>
          <a:ext cx="6982936" cy="2116800"/>
        </a:xfrm>
        <a:prstGeom prst="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41953" tIns="583184" rIns="541953" bIns="199136" numCol="1" spcCol="1270" anchor="t" anchorCtr="0">
          <a:noAutofit/>
        </a:bodyPr>
        <a:lstStyle/>
        <a:p>
          <a:pPr marL="285750" lvl="1" indent="-285750" algn="l" defTabSz="1244600" rtl="0">
            <a:lnSpc>
              <a:spcPct val="90000"/>
            </a:lnSpc>
            <a:spcBef>
              <a:spcPct val="0"/>
            </a:spcBef>
            <a:spcAft>
              <a:spcPct val="15000"/>
            </a:spcAft>
            <a:buChar char="•"/>
          </a:pPr>
          <a:r>
            <a:rPr lang="en-US" sz="2800" b="1" kern="1200" dirty="0">
              <a:solidFill>
                <a:srgbClr val="0070C0"/>
              </a:solidFill>
            </a:rPr>
            <a:t>IaaS </a:t>
          </a:r>
          <a:r>
            <a:rPr lang="en-US" altLang="zh-TW" sz="2800" b="1" kern="1200" dirty="0"/>
            <a:t>(</a:t>
          </a:r>
          <a:r>
            <a:rPr lang="pt-BR" sz="2800" b="1" kern="1200" dirty="0"/>
            <a:t>infrastructure as a service</a:t>
          </a:r>
          <a:r>
            <a:rPr lang="en-US" altLang="zh-TW" sz="2800" b="1" kern="1200" dirty="0"/>
            <a:t>)</a:t>
          </a:r>
          <a:endParaRPr lang="zh-TW" sz="2800" kern="1200" dirty="0"/>
        </a:p>
        <a:p>
          <a:pPr marL="285750" lvl="1" indent="-285750" algn="l" defTabSz="1244600" rtl="0">
            <a:lnSpc>
              <a:spcPct val="90000"/>
            </a:lnSpc>
            <a:spcBef>
              <a:spcPct val="0"/>
            </a:spcBef>
            <a:spcAft>
              <a:spcPct val="15000"/>
            </a:spcAft>
            <a:buChar char="•"/>
          </a:pPr>
          <a:r>
            <a:rPr lang="pt-BR" sz="2800" b="1" kern="1200" dirty="0">
              <a:solidFill>
                <a:srgbClr val="0070C0"/>
              </a:solidFill>
            </a:rPr>
            <a:t>PaaS </a:t>
          </a:r>
          <a:r>
            <a:rPr lang="en-US" altLang="zh-TW" sz="2800" b="1" kern="1200" dirty="0"/>
            <a:t>(</a:t>
          </a:r>
          <a:r>
            <a:rPr lang="pt-BR" sz="2800" b="1" kern="1200" dirty="0"/>
            <a:t>platform as a </a:t>
          </a:r>
          <a:r>
            <a:rPr lang="en-US" sz="2800" b="1" kern="1200" dirty="0"/>
            <a:t>service</a:t>
          </a:r>
          <a:r>
            <a:rPr lang="en-US" altLang="zh-TW" sz="2800" b="1" kern="1200" dirty="0"/>
            <a:t>)</a:t>
          </a:r>
          <a:endParaRPr lang="zh-TW" sz="2800" kern="1200" dirty="0"/>
        </a:p>
        <a:p>
          <a:pPr marL="285750" lvl="1" indent="-285750" algn="l" defTabSz="1244600" rtl="0">
            <a:lnSpc>
              <a:spcPct val="90000"/>
            </a:lnSpc>
            <a:spcBef>
              <a:spcPct val="0"/>
            </a:spcBef>
            <a:spcAft>
              <a:spcPct val="15000"/>
            </a:spcAft>
            <a:buChar char="•"/>
          </a:pPr>
          <a:r>
            <a:rPr lang="en-US" sz="2800" b="1" kern="1200" dirty="0">
              <a:solidFill>
                <a:srgbClr val="0070C0"/>
              </a:solidFill>
            </a:rPr>
            <a:t>SaaS </a:t>
          </a:r>
          <a:r>
            <a:rPr lang="en-US" altLang="zh-TW" sz="2800" b="1" kern="1200" dirty="0"/>
            <a:t>(</a:t>
          </a:r>
          <a:r>
            <a:rPr lang="en-US" sz="2800" b="1" kern="1200" dirty="0"/>
            <a:t>software as a service</a:t>
          </a:r>
          <a:r>
            <a:rPr lang="en-US" altLang="zh-TW" sz="2800" b="1" kern="1200" dirty="0"/>
            <a:t>)</a:t>
          </a:r>
          <a:endParaRPr lang="zh-TW" sz="2800" kern="1200" dirty="0"/>
        </a:p>
      </dsp:txBody>
      <dsp:txXfrm>
        <a:off x="0" y="450386"/>
        <a:ext cx="6982936" cy="2116800"/>
      </dsp:txXfrm>
    </dsp:sp>
    <dsp:sp modelId="{2E57EA9A-698A-46A8-834C-F79EEA08E17A}">
      <dsp:nvSpPr>
        <dsp:cNvPr id="0" name=""/>
        <dsp:cNvSpPr/>
      </dsp:nvSpPr>
      <dsp:spPr>
        <a:xfrm>
          <a:off x="349146" y="37106"/>
          <a:ext cx="4888055" cy="826560"/>
        </a:xfrm>
        <a:prstGeom prst="roundRect">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84757" tIns="0" rIns="184757" bIns="0" numCol="1" spcCol="1270" anchor="ctr" anchorCtr="0">
          <a:noAutofit/>
        </a:bodyPr>
        <a:lstStyle/>
        <a:p>
          <a:pPr marL="0" lvl="0" indent="0" algn="l" defTabSz="1244600" rtl="0">
            <a:lnSpc>
              <a:spcPct val="90000"/>
            </a:lnSpc>
            <a:spcBef>
              <a:spcPct val="0"/>
            </a:spcBef>
            <a:spcAft>
              <a:spcPct val="35000"/>
            </a:spcAft>
            <a:buNone/>
          </a:pPr>
          <a:r>
            <a:rPr lang="zh-TW" sz="2800" b="1" kern="1200" dirty="0">
              <a:latin typeface="微軟正黑體" pitchFamily="34" charset="-120"/>
              <a:ea typeface="微軟正黑體" pitchFamily="34" charset="-120"/>
            </a:rPr>
            <a:t>雲端運算常見服務 </a:t>
          </a:r>
          <a:endParaRPr lang="zh-TW" sz="2800" kern="1200" dirty="0">
            <a:latin typeface="微軟正黑體" pitchFamily="34" charset="-120"/>
            <a:ea typeface="微軟正黑體" pitchFamily="34" charset="-120"/>
          </a:endParaRPr>
        </a:p>
      </dsp:txBody>
      <dsp:txXfrm>
        <a:off x="389495" y="77455"/>
        <a:ext cx="4807357" cy="7458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40F903E-5173-463E-BC5A-B94F14F1AE97}">
      <dsp:nvSpPr>
        <dsp:cNvPr id="0" name=""/>
        <dsp:cNvSpPr/>
      </dsp:nvSpPr>
      <dsp:spPr>
        <a:xfrm>
          <a:off x="0" y="231851"/>
          <a:ext cx="6635080" cy="744715"/>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0688" tIns="97536" rIns="170688" bIns="97536" numCol="1" spcCol="1270" anchor="ctr" anchorCtr="0">
          <a:noAutofit/>
        </a:bodyPr>
        <a:lstStyle/>
        <a:p>
          <a:pPr marL="0" lvl="0" indent="0" algn="ctr" defTabSz="1066800" rtl="0">
            <a:lnSpc>
              <a:spcPct val="90000"/>
            </a:lnSpc>
            <a:spcBef>
              <a:spcPct val="0"/>
            </a:spcBef>
            <a:spcAft>
              <a:spcPct val="35000"/>
            </a:spcAft>
            <a:buNone/>
          </a:pPr>
          <a:r>
            <a:rPr lang="zh-TW" altLang="en-US" sz="2400" b="1" kern="1200" dirty="0">
              <a:latin typeface="微軟正黑體" panose="020B0604030504040204" pitchFamily="34" charset="-120"/>
              <a:ea typeface="微軟正黑體" panose="020B0604030504040204" pitchFamily="34" charset="-120"/>
            </a:rPr>
            <a:t>其他雲端相關技術</a:t>
          </a:r>
          <a:endParaRPr lang="zh-TW" altLang="en-US" sz="2400" kern="1200" dirty="0">
            <a:latin typeface="微軟正黑體" panose="020B0604030504040204" pitchFamily="34" charset="-120"/>
            <a:ea typeface="微軟正黑體" panose="020B0604030504040204" pitchFamily="34" charset="-120"/>
          </a:endParaRPr>
        </a:p>
      </dsp:txBody>
      <dsp:txXfrm>
        <a:off x="0" y="231851"/>
        <a:ext cx="6635080" cy="744715"/>
      </dsp:txXfrm>
    </dsp:sp>
    <dsp:sp modelId="{64DB8DA4-149F-417F-AD6A-87E3CFFCE9FB}">
      <dsp:nvSpPr>
        <dsp:cNvPr id="0" name=""/>
        <dsp:cNvSpPr/>
      </dsp:nvSpPr>
      <dsp:spPr>
        <a:xfrm>
          <a:off x="0" y="976567"/>
          <a:ext cx="6635080" cy="2346974"/>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rtl="0">
            <a:lnSpc>
              <a:spcPct val="90000"/>
            </a:lnSpc>
            <a:spcBef>
              <a:spcPct val="0"/>
            </a:spcBef>
            <a:spcAft>
              <a:spcPct val="15000"/>
            </a:spcAft>
            <a:buChar char="•"/>
          </a:pPr>
          <a:r>
            <a:rPr lang="zh-TW" sz="1900" b="1" kern="1200" dirty="0">
              <a:latin typeface="微軟正黑體" panose="020B0604030504040204" pitchFamily="34" charset="-120"/>
              <a:ea typeface="微軟正黑體" panose="020B0604030504040204" pitchFamily="34" charset="-120"/>
            </a:rPr>
            <a:t>分散式運算</a:t>
          </a:r>
          <a:r>
            <a:rPr lang="en-US" altLang="zh-TW" sz="1900" b="1" kern="1200" dirty="0">
              <a:latin typeface="微軟正黑體" panose="020B0604030504040204" pitchFamily="34" charset="-120"/>
              <a:ea typeface="微軟正黑體" panose="020B0604030504040204" pitchFamily="34" charset="-120"/>
            </a:rPr>
            <a:t>(</a:t>
          </a:r>
          <a:r>
            <a:rPr lang="zh-TW" sz="1900" b="1" kern="1200" dirty="0">
              <a:latin typeface="微軟正黑體" panose="020B0604030504040204" pitchFamily="34" charset="-120"/>
              <a:ea typeface="微軟正黑體" panose="020B0604030504040204" pitchFamily="34" charset="-120"/>
            </a:rPr>
            <a:t>如</a:t>
          </a:r>
          <a:r>
            <a:rPr lang="en-US" sz="1900" b="1" kern="1200" dirty="0">
              <a:latin typeface="微軟正黑體" panose="020B0604030504040204" pitchFamily="34" charset="-120"/>
              <a:ea typeface="微軟正黑體" panose="020B0604030504040204" pitchFamily="34" charset="-120"/>
            </a:rPr>
            <a:t>Hadoop</a:t>
          </a:r>
          <a:r>
            <a:rPr lang="en-US" altLang="zh-TW" sz="1900" b="1" kern="1200" dirty="0">
              <a:latin typeface="微軟正黑體" panose="020B0604030504040204" pitchFamily="34" charset="-120"/>
              <a:ea typeface="微軟正黑體" panose="020B0604030504040204" pitchFamily="34" charset="-120"/>
            </a:rPr>
            <a:t>)</a:t>
          </a:r>
          <a:r>
            <a:rPr lang="zh-TW" altLang="en-US" sz="1900" b="1" kern="1200" dirty="0">
              <a:latin typeface="微軟正黑體" panose="020B0604030504040204" pitchFamily="34" charset="-120"/>
              <a:ea typeface="微軟正黑體" panose="020B0604030504040204" pitchFamily="34" charset="-120"/>
            </a:rPr>
            <a:t>。</a:t>
          </a:r>
          <a:endParaRPr lang="zh-TW" sz="1900" kern="1200" dirty="0">
            <a:latin typeface="微軟正黑體" panose="020B0604030504040204" pitchFamily="34" charset="-120"/>
            <a:ea typeface="微軟正黑體" panose="020B0604030504040204" pitchFamily="34" charset="-120"/>
          </a:endParaRPr>
        </a:p>
        <a:p>
          <a:pPr marL="171450" lvl="1" indent="-171450" algn="l" defTabSz="844550" rtl="0">
            <a:lnSpc>
              <a:spcPct val="90000"/>
            </a:lnSpc>
            <a:spcBef>
              <a:spcPct val="0"/>
            </a:spcBef>
            <a:spcAft>
              <a:spcPct val="15000"/>
            </a:spcAft>
            <a:buChar char="•"/>
          </a:pPr>
          <a:r>
            <a:rPr lang="zh-TW" sz="1900" b="1" kern="1200" dirty="0">
              <a:latin typeface="微軟正黑體" panose="020B0604030504040204" pitchFamily="34" charset="-120"/>
              <a:ea typeface="微軟正黑體" panose="020B0604030504040204" pitchFamily="34" charset="-120"/>
            </a:rPr>
            <a:t>分散式檔案系統</a:t>
          </a:r>
          <a:r>
            <a:rPr lang="en-US" altLang="zh-TW" sz="1900" b="1" kern="1200" dirty="0">
              <a:latin typeface="微軟正黑體" panose="020B0604030504040204" pitchFamily="34" charset="-120"/>
              <a:ea typeface="微軟正黑體" panose="020B0604030504040204" pitchFamily="34" charset="-120"/>
            </a:rPr>
            <a:t>(</a:t>
          </a:r>
          <a:r>
            <a:rPr lang="zh-TW" sz="1900" b="1" kern="1200" dirty="0">
              <a:latin typeface="微軟正黑體" panose="020B0604030504040204" pitchFamily="34" charset="-120"/>
              <a:ea typeface="微軟正黑體" panose="020B0604030504040204" pitchFamily="34" charset="-120"/>
            </a:rPr>
            <a:t>如</a:t>
          </a:r>
          <a:r>
            <a:rPr lang="en-US" sz="1900" b="1" kern="1200" dirty="0">
              <a:latin typeface="微軟正黑體" panose="020B0604030504040204" pitchFamily="34" charset="-120"/>
              <a:ea typeface="微軟正黑體" panose="020B0604030504040204" pitchFamily="34" charset="-120"/>
            </a:rPr>
            <a:t>GFS</a:t>
          </a:r>
          <a:r>
            <a:rPr lang="zh-TW" sz="1900" b="1" kern="1200" dirty="0">
              <a:latin typeface="微軟正黑體" panose="020B0604030504040204" pitchFamily="34" charset="-120"/>
              <a:ea typeface="微軟正黑體" panose="020B0604030504040204" pitchFamily="34" charset="-120"/>
            </a:rPr>
            <a:t>、</a:t>
          </a:r>
          <a:r>
            <a:rPr lang="en-US" sz="1900" b="1" kern="1200" dirty="0">
              <a:latin typeface="微軟正黑體" panose="020B0604030504040204" pitchFamily="34" charset="-120"/>
              <a:ea typeface="微軟正黑體" panose="020B0604030504040204" pitchFamily="34" charset="-120"/>
            </a:rPr>
            <a:t>HDFS</a:t>
          </a:r>
          <a:r>
            <a:rPr lang="en-US" altLang="zh-TW" sz="1900" b="1" kern="1200" dirty="0">
              <a:latin typeface="微軟正黑體" panose="020B0604030504040204" pitchFamily="34" charset="-120"/>
              <a:ea typeface="微軟正黑體" panose="020B0604030504040204" pitchFamily="34" charset="-120"/>
            </a:rPr>
            <a:t>)</a:t>
          </a:r>
          <a:r>
            <a:rPr lang="zh-TW" altLang="en-US" sz="1900" b="1" kern="1200" dirty="0">
              <a:latin typeface="微軟正黑體" panose="020B0604030504040204" pitchFamily="34" charset="-120"/>
              <a:ea typeface="微軟正黑體" panose="020B0604030504040204" pitchFamily="34" charset="-120"/>
            </a:rPr>
            <a:t>。</a:t>
          </a:r>
          <a:endParaRPr lang="zh-TW" sz="1900" kern="1200" dirty="0">
            <a:latin typeface="微軟正黑體" panose="020B0604030504040204" pitchFamily="34" charset="-120"/>
            <a:ea typeface="微軟正黑體" panose="020B0604030504040204" pitchFamily="34" charset="-120"/>
          </a:endParaRPr>
        </a:p>
        <a:p>
          <a:pPr marL="171450" lvl="1" indent="-171450" algn="l" defTabSz="844550" rtl="0">
            <a:lnSpc>
              <a:spcPct val="90000"/>
            </a:lnSpc>
            <a:spcBef>
              <a:spcPct val="0"/>
            </a:spcBef>
            <a:spcAft>
              <a:spcPct val="15000"/>
            </a:spcAft>
            <a:buChar char="•"/>
          </a:pPr>
          <a:r>
            <a:rPr lang="zh-TW" sz="1900" b="1" kern="1200" dirty="0">
              <a:latin typeface="微軟正黑體" panose="020B0604030504040204" pitchFamily="34" charset="-120"/>
              <a:ea typeface="微軟正黑體" panose="020B0604030504040204" pitchFamily="34" charset="-120"/>
            </a:rPr>
            <a:t>分散式儲存</a:t>
          </a:r>
          <a:r>
            <a:rPr lang="en-US" altLang="zh-TW" sz="1900" b="1" kern="1200" dirty="0">
              <a:latin typeface="微軟正黑體" panose="020B0604030504040204" pitchFamily="34" charset="-120"/>
              <a:ea typeface="微軟正黑體" panose="020B0604030504040204" pitchFamily="34" charset="-120"/>
            </a:rPr>
            <a:t>(</a:t>
          </a:r>
          <a:r>
            <a:rPr lang="zh-TW" sz="1900" b="1" kern="1200" dirty="0">
              <a:latin typeface="微軟正黑體" panose="020B0604030504040204" pitchFamily="34" charset="-120"/>
              <a:ea typeface="微軟正黑體" panose="020B0604030504040204" pitchFamily="34" charset="-120"/>
            </a:rPr>
            <a:t>如</a:t>
          </a:r>
          <a:r>
            <a:rPr lang="en-US" sz="1900" b="1" kern="1200" dirty="0">
              <a:latin typeface="微軟正黑體" panose="020B0604030504040204" pitchFamily="34" charset="-120"/>
              <a:ea typeface="微軟正黑體" panose="020B0604030504040204" pitchFamily="34" charset="-120"/>
            </a:rPr>
            <a:t>Cassandra</a:t>
          </a:r>
          <a:r>
            <a:rPr lang="zh-TW" sz="1900" b="1" kern="1200" dirty="0">
              <a:latin typeface="微軟正黑體" panose="020B0604030504040204" pitchFamily="34" charset="-120"/>
              <a:ea typeface="微軟正黑體" panose="020B0604030504040204" pitchFamily="34" charset="-120"/>
            </a:rPr>
            <a:t>、</a:t>
          </a:r>
          <a:r>
            <a:rPr lang="en-US" sz="1900" b="1" kern="1200" dirty="0" err="1">
              <a:latin typeface="微軟正黑體" panose="020B0604030504040204" pitchFamily="34" charset="-120"/>
              <a:ea typeface="微軟正黑體" panose="020B0604030504040204" pitchFamily="34" charset="-120"/>
            </a:rPr>
            <a:t>HBase</a:t>
          </a:r>
          <a:r>
            <a:rPr lang="zh-TW" sz="1900" b="1" kern="1200" dirty="0">
              <a:latin typeface="微軟正黑體" panose="020B0604030504040204" pitchFamily="34" charset="-120"/>
              <a:ea typeface="微軟正黑體" panose="020B0604030504040204" pitchFamily="34" charset="-120"/>
            </a:rPr>
            <a:t>、</a:t>
          </a:r>
          <a:r>
            <a:rPr lang="en-US" sz="1900" b="1" kern="1200" dirty="0" err="1">
              <a:latin typeface="微軟正黑體" panose="020B0604030504040204" pitchFamily="34" charset="-120"/>
              <a:ea typeface="微軟正黑體" panose="020B0604030504040204" pitchFamily="34" charset="-120"/>
            </a:rPr>
            <a:t>HyperTable</a:t>
          </a:r>
          <a:r>
            <a:rPr lang="zh-TW" sz="1900" b="1" kern="1200" dirty="0">
              <a:latin typeface="微軟正黑體" panose="020B0604030504040204" pitchFamily="34" charset="-120"/>
              <a:ea typeface="微軟正黑體" panose="020B0604030504040204" pitchFamily="34" charset="-120"/>
            </a:rPr>
            <a:t>、</a:t>
          </a:r>
          <a:r>
            <a:rPr lang="en-US" sz="1900" b="1" kern="1200" dirty="0">
              <a:latin typeface="微軟正黑體" panose="020B0604030504040204" pitchFamily="34" charset="-120"/>
              <a:ea typeface="微軟正黑體" panose="020B0604030504040204" pitchFamily="34" charset="-120"/>
            </a:rPr>
            <a:t>MongoDB</a:t>
          </a:r>
          <a:r>
            <a:rPr lang="zh-TW" sz="1900" b="1" kern="1200" dirty="0">
              <a:latin typeface="微軟正黑體" panose="020B0604030504040204" pitchFamily="34" charset="-120"/>
              <a:ea typeface="微軟正黑體" panose="020B0604030504040204" pitchFamily="34" charset="-120"/>
            </a:rPr>
            <a:t>、</a:t>
          </a:r>
          <a:r>
            <a:rPr lang="en-US" sz="1900" b="1" kern="1200" dirty="0" err="1">
              <a:latin typeface="微軟正黑體" panose="020B0604030504040204" pitchFamily="34" charset="-120"/>
              <a:ea typeface="微軟正黑體" panose="020B0604030504040204" pitchFamily="34" charset="-120"/>
            </a:rPr>
            <a:t>memcached</a:t>
          </a:r>
          <a:r>
            <a:rPr lang="en-US" altLang="zh-TW" sz="1900" b="1" kern="1200" dirty="0">
              <a:latin typeface="微軟正黑體" panose="020B0604030504040204" pitchFamily="34" charset="-120"/>
              <a:ea typeface="微軟正黑體" panose="020B0604030504040204" pitchFamily="34" charset="-120"/>
            </a:rPr>
            <a:t>)</a:t>
          </a:r>
          <a:r>
            <a:rPr lang="zh-TW" altLang="en-US" sz="1900" b="1" kern="1200" dirty="0">
              <a:latin typeface="微軟正黑體" panose="020B0604030504040204" pitchFamily="34" charset="-120"/>
              <a:ea typeface="微軟正黑體" panose="020B0604030504040204" pitchFamily="34" charset="-120"/>
            </a:rPr>
            <a:t>。</a:t>
          </a:r>
          <a:endParaRPr lang="zh-TW" sz="1900" kern="1200" dirty="0">
            <a:latin typeface="微軟正黑體" panose="020B0604030504040204" pitchFamily="34" charset="-120"/>
            <a:ea typeface="微軟正黑體" panose="020B0604030504040204" pitchFamily="34" charset="-120"/>
          </a:endParaRPr>
        </a:p>
        <a:p>
          <a:pPr marL="171450" lvl="1" indent="-171450" algn="l" defTabSz="844550" rtl="0">
            <a:lnSpc>
              <a:spcPct val="90000"/>
            </a:lnSpc>
            <a:spcBef>
              <a:spcPct val="0"/>
            </a:spcBef>
            <a:spcAft>
              <a:spcPct val="15000"/>
            </a:spcAft>
            <a:buChar char="•"/>
          </a:pPr>
          <a:r>
            <a:rPr lang="zh-TW" sz="1900" b="1" kern="1200" dirty="0">
              <a:latin typeface="微軟正黑體" panose="020B0604030504040204" pitchFamily="34" charset="-120"/>
              <a:ea typeface="微軟正黑體" panose="020B0604030504040204" pitchFamily="34" charset="-120"/>
            </a:rPr>
            <a:t>前端呈現內容的網頁技術</a:t>
          </a:r>
          <a:r>
            <a:rPr lang="en-US" altLang="zh-TW" sz="1900" b="1" kern="1200" dirty="0">
              <a:latin typeface="微軟正黑體" panose="020B0604030504040204" pitchFamily="34" charset="-120"/>
              <a:ea typeface="微軟正黑體" panose="020B0604030504040204" pitchFamily="34" charset="-120"/>
            </a:rPr>
            <a:t>(</a:t>
          </a:r>
          <a:r>
            <a:rPr lang="zh-TW" sz="1900" b="1" kern="1200" dirty="0">
              <a:latin typeface="微軟正黑體" panose="020B0604030504040204" pitchFamily="34" charset="-120"/>
              <a:ea typeface="微軟正黑體" panose="020B0604030504040204" pitchFamily="34" charset="-120"/>
            </a:rPr>
            <a:t>如</a:t>
          </a:r>
          <a:r>
            <a:rPr lang="en-US" sz="1900" b="1" kern="1200" dirty="0" err="1">
              <a:latin typeface="微軟正黑體" panose="020B0604030504040204" pitchFamily="34" charset="-120"/>
              <a:ea typeface="微軟正黑體" panose="020B0604030504040204" pitchFamily="34" charset="-120"/>
            </a:rPr>
            <a:t>HTML5</a:t>
          </a:r>
          <a:r>
            <a:rPr lang="zh-TW" sz="1900" b="1" kern="1200" dirty="0">
              <a:latin typeface="微軟正黑體" panose="020B0604030504040204" pitchFamily="34" charset="-120"/>
              <a:ea typeface="微軟正黑體" panose="020B0604030504040204" pitchFamily="34" charset="-120"/>
            </a:rPr>
            <a:t>、</a:t>
          </a:r>
          <a:r>
            <a:rPr lang="en-US" sz="1900" b="1" kern="1200" dirty="0" err="1">
              <a:latin typeface="微軟正黑體" panose="020B0604030504040204" pitchFamily="34" charset="-120"/>
              <a:ea typeface="微軟正黑體" panose="020B0604030504040204" pitchFamily="34" charset="-120"/>
            </a:rPr>
            <a:t>CSS</a:t>
          </a:r>
          <a:r>
            <a:rPr lang="zh-TW" sz="1900" b="1" kern="1200" dirty="0">
              <a:latin typeface="微軟正黑體" panose="020B0604030504040204" pitchFamily="34" charset="-120"/>
              <a:ea typeface="微軟正黑體" panose="020B0604030504040204" pitchFamily="34" charset="-120"/>
            </a:rPr>
            <a:t>、</a:t>
          </a:r>
          <a:r>
            <a:rPr lang="en-US" sz="1900" b="1" kern="1200" dirty="0">
              <a:latin typeface="微軟正黑體" panose="020B0604030504040204" pitchFamily="34" charset="-120"/>
              <a:ea typeface="微軟正黑體" panose="020B0604030504040204" pitchFamily="34" charset="-120"/>
            </a:rPr>
            <a:t>Java Script</a:t>
          </a:r>
          <a:r>
            <a:rPr lang="en-US" altLang="zh-TW" sz="1900" b="1" kern="1200" dirty="0">
              <a:latin typeface="微軟正黑體" panose="020B0604030504040204" pitchFamily="34" charset="-120"/>
              <a:ea typeface="微軟正黑體" panose="020B0604030504040204" pitchFamily="34" charset="-120"/>
            </a:rPr>
            <a:t>)</a:t>
          </a:r>
          <a:r>
            <a:rPr lang="zh-TW" altLang="en-US" sz="1900" b="1" kern="1200" dirty="0">
              <a:latin typeface="微軟正黑體" panose="020B0604030504040204" pitchFamily="34" charset="-120"/>
              <a:ea typeface="微軟正黑體" panose="020B0604030504040204" pitchFamily="34" charset="-120"/>
            </a:rPr>
            <a:t>。</a:t>
          </a:r>
          <a:endParaRPr lang="zh-TW" sz="1900" kern="1200" dirty="0">
            <a:latin typeface="微軟正黑體" panose="020B0604030504040204" pitchFamily="34" charset="-120"/>
            <a:ea typeface="微軟正黑體" panose="020B0604030504040204" pitchFamily="34" charset="-120"/>
          </a:endParaRPr>
        </a:p>
      </dsp:txBody>
      <dsp:txXfrm>
        <a:off x="0" y="976567"/>
        <a:ext cx="6635080" cy="234697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CE8B21-E7A3-4C8F-8DCB-A397FEC99FA9}">
      <dsp:nvSpPr>
        <dsp:cNvPr id="0" name=""/>
        <dsp:cNvSpPr/>
      </dsp:nvSpPr>
      <dsp:spPr>
        <a:xfrm>
          <a:off x="-3042941" y="-468555"/>
          <a:ext cx="3629872" cy="3629872"/>
        </a:xfrm>
        <a:prstGeom prst="blockArc">
          <a:avLst>
            <a:gd name="adj1" fmla="val 18900000"/>
            <a:gd name="adj2" fmla="val 2700000"/>
            <a:gd name="adj3" fmla="val 595"/>
          </a:avLst>
        </a:prstGeom>
        <a:noFill/>
        <a:ln w="25400" cap="flat" cmpd="sng" algn="ctr">
          <a:solidFill>
            <a:schemeClr val="accent5">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34630BF-795B-488D-940F-2810617CC113}">
      <dsp:nvSpPr>
        <dsp:cNvPr id="0" name=""/>
        <dsp:cNvSpPr/>
      </dsp:nvSpPr>
      <dsp:spPr>
        <a:xfrm>
          <a:off x="307912" y="207019"/>
          <a:ext cx="6878702" cy="414254"/>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328815" tIns="50800" rIns="50800" bIns="50800" numCol="1" spcCol="1270" anchor="ctr" anchorCtr="0">
          <a:noAutofit/>
        </a:bodyPr>
        <a:lstStyle/>
        <a:p>
          <a:pPr marL="0" lvl="0" indent="0" algn="l" defTabSz="889000" rtl="0">
            <a:lnSpc>
              <a:spcPct val="90000"/>
            </a:lnSpc>
            <a:spcBef>
              <a:spcPct val="0"/>
            </a:spcBef>
            <a:spcAft>
              <a:spcPct val="35000"/>
            </a:spcAft>
            <a:buNone/>
          </a:pPr>
          <a:r>
            <a:rPr lang="zh-TW" altLang="en-US" sz="2000" b="1" kern="1200" dirty="0">
              <a:latin typeface="微軟正黑體" panose="020B0604030504040204" pitchFamily="34" charset="-120"/>
              <a:ea typeface="微軟正黑體" panose="020B0604030504040204" pitchFamily="34" charset="-120"/>
            </a:rPr>
            <a:t>大量資料的分析演算法及統計方法</a:t>
          </a:r>
          <a:endParaRPr lang="zh-TW" altLang="en-US" sz="2000" kern="1200" dirty="0">
            <a:latin typeface="微軟正黑體" panose="020B0604030504040204" pitchFamily="34" charset="-120"/>
            <a:ea typeface="微軟正黑體" panose="020B0604030504040204" pitchFamily="34" charset="-120"/>
          </a:endParaRPr>
        </a:p>
      </dsp:txBody>
      <dsp:txXfrm>
        <a:off x="307912" y="207019"/>
        <a:ext cx="6878702" cy="414254"/>
      </dsp:txXfrm>
    </dsp:sp>
    <dsp:sp modelId="{B2C15958-C1A7-4712-B791-308FF2166333}">
      <dsp:nvSpPr>
        <dsp:cNvPr id="0" name=""/>
        <dsp:cNvSpPr/>
      </dsp:nvSpPr>
      <dsp:spPr>
        <a:xfrm>
          <a:off x="49003" y="155237"/>
          <a:ext cx="517818" cy="517818"/>
        </a:xfrm>
        <a:prstGeom prst="ellipse">
          <a:avLst/>
        </a:prstGeom>
        <a:solidFill>
          <a:schemeClr val="lt1">
            <a:hueOff val="0"/>
            <a:satOff val="0"/>
            <a:lumOff val="0"/>
            <a:alphaOff val="0"/>
          </a:schemeClr>
        </a:solidFill>
        <a:ln w="9525" cap="flat" cmpd="sng" algn="ctr">
          <a:solidFill>
            <a:schemeClr val="accent4">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sp>
    <dsp:sp modelId="{3B9CCA12-7407-4EDE-8983-E9FC15728C22}">
      <dsp:nvSpPr>
        <dsp:cNvPr id="0" name=""/>
        <dsp:cNvSpPr/>
      </dsp:nvSpPr>
      <dsp:spPr>
        <a:xfrm>
          <a:off x="545414" y="828509"/>
          <a:ext cx="6641201" cy="414254"/>
        </a:xfrm>
        <a:prstGeom prst="rect">
          <a:avLst/>
        </a:prstGeom>
        <a:gradFill rotWithShape="0">
          <a:gsLst>
            <a:gs pos="0">
              <a:schemeClr val="accent4">
                <a:hueOff val="119958"/>
                <a:satOff val="5793"/>
                <a:lumOff val="3268"/>
                <a:alphaOff val="0"/>
                <a:shade val="51000"/>
                <a:satMod val="130000"/>
              </a:schemeClr>
            </a:gs>
            <a:gs pos="80000">
              <a:schemeClr val="accent4">
                <a:hueOff val="119958"/>
                <a:satOff val="5793"/>
                <a:lumOff val="3268"/>
                <a:alphaOff val="0"/>
                <a:shade val="93000"/>
                <a:satMod val="130000"/>
              </a:schemeClr>
            </a:gs>
            <a:gs pos="100000">
              <a:schemeClr val="accent4">
                <a:hueOff val="119958"/>
                <a:satOff val="5793"/>
                <a:lumOff val="3268"/>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328815" tIns="50800" rIns="50800" bIns="50800" numCol="1" spcCol="1270" anchor="ctr" anchorCtr="0">
          <a:noAutofit/>
        </a:bodyPr>
        <a:lstStyle/>
        <a:p>
          <a:pPr marL="0" lvl="0" indent="0" algn="l" defTabSz="889000" rtl="0">
            <a:lnSpc>
              <a:spcPct val="90000"/>
            </a:lnSpc>
            <a:spcBef>
              <a:spcPct val="0"/>
            </a:spcBef>
            <a:spcAft>
              <a:spcPct val="35000"/>
            </a:spcAft>
            <a:buNone/>
          </a:pPr>
          <a:r>
            <a:rPr lang="zh-TW" altLang="en-US" sz="2000" b="1" kern="1200" dirty="0">
              <a:latin typeface="微軟正黑體" panose="020B0604030504040204" pitchFamily="34" charset="-120"/>
              <a:ea typeface="微軟正黑體" panose="020B0604030504040204" pitchFamily="34" charset="-120"/>
            </a:rPr>
            <a:t>各種生物序列及結構的分析與解釋</a:t>
          </a:r>
          <a:endParaRPr lang="zh-TW" altLang="en-US" sz="2000" kern="1200" dirty="0">
            <a:latin typeface="微軟正黑體" panose="020B0604030504040204" pitchFamily="34" charset="-120"/>
            <a:ea typeface="微軟正黑體" panose="020B0604030504040204" pitchFamily="34" charset="-120"/>
          </a:endParaRPr>
        </a:p>
      </dsp:txBody>
      <dsp:txXfrm>
        <a:off x="545414" y="828509"/>
        <a:ext cx="6641201" cy="414254"/>
      </dsp:txXfrm>
    </dsp:sp>
    <dsp:sp modelId="{7B6E58A3-1DC3-4851-8BAB-5CAFAFC3B60C}">
      <dsp:nvSpPr>
        <dsp:cNvPr id="0" name=""/>
        <dsp:cNvSpPr/>
      </dsp:nvSpPr>
      <dsp:spPr>
        <a:xfrm>
          <a:off x="286505" y="776727"/>
          <a:ext cx="517818" cy="517818"/>
        </a:xfrm>
        <a:prstGeom prst="ellipse">
          <a:avLst/>
        </a:prstGeom>
        <a:solidFill>
          <a:schemeClr val="lt1">
            <a:hueOff val="0"/>
            <a:satOff val="0"/>
            <a:lumOff val="0"/>
            <a:alphaOff val="0"/>
          </a:schemeClr>
        </a:solidFill>
        <a:ln w="9525" cap="flat" cmpd="sng" algn="ctr">
          <a:solidFill>
            <a:schemeClr val="accent4">
              <a:hueOff val="119958"/>
              <a:satOff val="5793"/>
              <a:lumOff val="3268"/>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sp>
    <dsp:sp modelId="{63A6C5AC-B377-4FC5-A7EB-F713A0EBF9B1}">
      <dsp:nvSpPr>
        <dsp:cNvPr id="0" name=""/>
        <dsp:cNvSpPr/>
      </dsp:nvSpPr>
      <dsp:spPr>
        <a:xfrm>
          <a:off x="545414" y="1449998"/>
          <a:ext cx="6641201" cy="414254"/>
        </a:xfrm>
        <a:prstGeom prst="rect">
          <a:avLst/>
        </a:prstGeom>
        <a:gradFill rotWithShape="0">
          <a:gsLst>
            <a:gs pos="0">
              <a:schemeClr val="accent4">
                <a:hueOff val="239915"/>
                <a:satOff val="11587"/>
                <a:lumOff val="6535"/>
                <a:alphaOff val="0"/>
                <a:shade val="51000"/>
                <a:satMod val="130000"/>
              </a:schemeClr>
            </a:gs>
            <a:gs pos="80000">
              <a:schemeClr val="accent4">
                <a:hueOff val="239915"/>
                <a:satOff val="11587"/>
                <a:lumOff val="6535"/>
                <a:alphaOff val="0"/>
                <a:shade val="93000"/>
                <a:satMod val="130000"/>
              </a:schemeClr>
            </a:gs>
            <a:gs pos="100000">
              <a:schemeClr val="accent4">
                <a:hueOff val="239915"/>
                <a:satOff val="11587"/>
                <a:lumOff val="6535"/>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328815" tIns="50800" rIns="50800" bIns="50800" numCol="1" spcCol="1270" anchor="ctr" anchorCtr="0">
          <a:noAutofit/>
        </a:bodyPr>
        <a:lstStyle/>
        <a:p>
          <a:pPr marL="0" lvl="0" indent="0" algn="l" defTabSz="889000" rtl="0">
            <a:lnSpc>
              <a:spcPct val="90000"/>
            </a:lnSpc>
            <a:spcBef>
              <a:spcPct val="0"/>
            </a:spcBef>
            <a:spcAft>
              <a:spcPct val="35000"/>
            </a:spcAft>
            <a:buNone/>
          </a:pPr>
          <a:r>
            <a:rPr lang="zh-TW" altLang="en-US" sz="2000" b="1" kern="1200" dirty="0">
              <a:latin typeface="微軟正黑體" panose="020B0604030504040204" pitchFamily="34" charset="-120"/>
              <a:ea typeface="微軟正黑體" panose="020B0604030504040204" pitchFamily="34" charset="-120"/>
            </a:rPr>
            <a:t>管理及使用各種型態資訊的軟體工具</a:t>
          </a:r>
          <a:endParaRPr lang="zh-TW" altLang="en-US" sz="2000" kern="1200" dirty="0">
            <a:latin typeface="微軟正黑體" panose="020B0604030504040204" pitchFamily="34" charset="-120"/>
            <a:ea typeface="微軟正黑體" panose="020B0604030504040204" pitchFamily="34" charset="-120"/>
          </a:endParaRPr>
        </a:p>
      </dsp:txBody>
      <dsp:txXfrm>
        <a:off x="545414" y="1449998"/>
        <a:ext cx="6641201" cy="414254"/>
      </dsp:txXfrm>
    </dsp:sp>
    <dsp:sp modelId="{7F63D217-A6FA-45F0-8064-662BB879D585}">
      <dsp:nvSpPr>
        <dsp:cNvPr id="0" name=""/>
        <dsp:cNvSpPr/>
      </dsp:nvSpPr>
      <dsp:spPr>
        <a:xfrm>
          <a:off x="286505" y="1398216"/>
          <a:ext cx="517818" cy="517818"/>
        </a:xfrm>
        <a:prstGeom prst="ellipse">
          <a:avLst/>
        </a:prstGeom>
        <a:solidFill>
          <a:schemeClr val="lt1">
            <a:hueOff val="0"/>
            <a:satOff val="0"/>
            <a:lumOff val="0"/>
            <a:alphaOff val="0"/>
          </a:schemeClr>
        </a:solidFill>
        <a:ln w="9525" cap="flat" cmpd="sng" algn="ctr">
          <a:solidFill>
            <a:schemeClr val="accent4">
              <a:hueOff val="239915"/>
              <a:satOff val="11587"/>
              <a:lumOff val="6535"/>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sp>
    <dsp:sp modelId="{B0368B6F-7CFA-4BCA-9DC9-4F31DFE34BCF}">
      <dsp:nvSpPr>
        <dsp:cNvPr id="0" name=""/>
        <dsp:cNvSpPr/>
      </dsp:nvSpPr>
      <dsp:spPr>
        <a:xfrm>
          <a:off x="307912" y="2071487"/>
          <a:ext cx="6878702" cy="414254"/>
        </a:xfrm>
        <a:prstGeom prst="rect">
          <a:avLst/>
        </a:prstGeom>
        <a:gradFill rotWithShape="0">
          <a:gsLst>
            <a:gs pos="0">
              <a:schemeClr val="accent4">
                <a:hueOff val="359873"/>
                <a:satOff val="17380"/>
                <a:lumOff val="9803"/>
                <a:alphaOff val="0"/>
                <a:shade val="51000"/>
                <a:satMod val="130000"/>
              </a:schemeClr>
            </a:gs>
            <a:gs pos="80000">
              <a:schemeClr val="accent4">
                <a:hueOff val="359873"/>
                <a:satOff val="17380"/>
                <a:lumOff val="9803"/>
                <a:alphaOff val="0"/>
                <a:shade val="93000"/>
                <a:satMod val="130000"/>
              </a:schemeClr>
            </a:gs>
            <a:gs pos="100000">
              <a:schemeClr val="accent4">
                <a:hueOff val="359873"/>
                <a:satOff val="17380"/>
                <a:lumOff val="9803"/>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328815" tIns="50800" rIns="50800" bIns="50800" numCol="1" spcCol="1270" anchor="ctr" anchorCtr="0">
          <a:noAutofit/>
        </a:bodyPr>
        <a:lstStyle/>
        <a:p>
          <a:pPr marL="0" lvl="0" indent="0" algn="l" defTabSz="889000" rtl="0">
            <a:lnSpc>
              <a:spcPct val="90000"/>
            </a:lnSpc>
            <a:spcBef>
              <a:spcPct val="0"/>
            </a:spcBef>
            <a:spcAft>
              <a:spcPct val="35000"/>
            </a:spcAft>
            <a:buNone/>
          </a:pPr>
          <a:r>
            <a:rPr lang="zh-TW" altLang="en-US" sz="2000" b="1" kern="1200" dirty="0">
              <a:latin typeface="微軟正黑體" panose="020B0604030504040204" pitchFamily="34" charset="-120"/>
              <a:ea typeface="微軟正黑體" panose="020B0604030504040204" pitchFamily="34" charset="-120"/>
            </a:rPr>
            <a:t>生物醫學及藥物的開發</a:t>
          </a:r>
          <a:endParaRPr lang="zh-TW" altLang="en-US" sz="2000" kern="1200" dirty="0">
            <a:latin typeface="微軟正黑體" panose="020B0604030504040204" pitchFamily="34" charset="-120"/>
            <a:ea typeface="微軟正黑體" panose="020B0604030504040204" pitchFamily="34" charset="-120"/>
          </a:endParaRPr>
        </a:p>
      </dsp:txBody>
      <dsp:txXfrm>
        <a:off x="307912" y="2071487"/>
        <a:ext cx="6878702" cy="414254"/>
      </dsp:txXfrm>
    </dsp:sp>
    <dsp:sp modelId="{A8D5CE8D-BE10-4941-96D9-8A8FAABFC35B}">
      <dsp:nvSpPr>
        <dsp:cNvPr id="0" name=""/>
        <dsp:cNvSpPr/>
      </dsp:nvSpPr>
      <dsp:spPr>
        <a:xfrm>
          <a:off x="49003" y="2019706"/>
          <a:ext cx="517818" cy="517818"/>
        </a:xfrm>
        <a:prstGeom prst="ellipse">
          <a:avLst/>
        </a:prstGeom>
        <a:solidFill>
          <a:schemeClr val="lt1">
            <a:hueOff val="0"/>
            <a:satOff val="0"/>
            <a:lumOff val="0"/>
            <a:alphaOff val="0"/>
          </a:schemeClr>
        </a:solidFill>
        <a:ln w="9525" cap="flat" cmpd="sng" algn="ctr">
          <a:solidFill>
            <a:schemeClr val="accent4">
              <a:hueOff val="359873"/>
              <a:satOff val="17380"/>
              <a:lumOff val="9803"/>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2B9C0E-2AD2-4027-8EF9-742991E7343F}">
      <dsp:nvSpPr>
        <dsp:cNvPr id="0" name=""/>
        <dsp:cNvSpPr/>
      </dsp:nvSpPr>
      <dsp:spPr>
        <a:xfrm>
          <a:off x="1359042" y="1262575"/>
          <a:ext cx="1300497" cy="1300497"/>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rtl="0">
            <a:lnSpc>
              <a:spcPct val="90000"/>
            </a:lnSpc>
            <a:spcBef>
              <a:spcPct val="0"/>
            </a:spcBef>
            <a:spcAft>
              <a:spcPct val="35000"/>
            </a:spcAft>
            <a:buNone/>
          </a:pPr>
          <a:r>
            <a:rPr lang="zh-TW" altLang="en-US" sz="1600" b="1" kern="1200" baseline="0" dirty="0">
              <a:latin typeface="微軟正黑體" panose="020B0604030504040204" pitchFamily="34" charset="-120"/>
              <a:ea typeface="微軟正黑體" panose="020B0604030504040204" pitchFamily="34" charset="-120"/>
            </a:rPr>
            <a:t>生物</a:t>
          </a:r>
          <a:br>
            <a:rPr lang="en-US" altLang="zh-TW" sz="1600" b="1" kern="1200" baseline="0" dirty="0">
              <a:latin typeface="微軟正黑體" panose="020B0604030504040204" pitchFamily="34" charset="-120"/>
              <a:ea typeface="微軟正黑體" panose="020B0604030504040204" pitchFamily="34" charset="-120"/>
            </a:rPr>
          </a:br>
          <a:r>
            <a:rPr lang="zh-TW" altLang="en-US" sz="1600" b="1" kern="1200" baseline="0" dirty="0">
              <a:latin typeface="微軟正黑體" panose="020B0604030504040204" pitchFamily="34" charset="-120"/>
              <a:ea typeface="微軟正黑體" panose="020B0604030504040204" pitchFamily="34" charset="-120"/>
            </a:rPr>
            <a:t>資訊學</a:t>
          </a:r>
          <a:br>
            <a:rPr lang="en-US" altLang="zh-TW" sz="1600" b="1" kern="1200" baseline="0" dirty="0">
              <a:latin typeface="微軟正黑體" panose="020B0604030504040204" pitchFamily="34" charset="-120"/>
              <a:ea typeface="微軟正黑體" panose="020B0604030504040204" pitchFamily="34" charset="-120"/>
            </a:rPr>
          </a:br>
          <a:r>
            <a:rPr lang="zh-TW" altLang="en-US" sz="1600" b="1" kern="1200" baseline="0" dirty="0">
              <a:latin typeface="微軟正黑體" panose="020B0604030504040204" pitchFamily="34" charset="-120"/>
              <a:ea typeface="微軟正黑體" panose="020B0604030504040204" pitchFamily="34" charset="-120"/>
            </a:rPr>
            <a:t>核心課題</a:t>
          </a:r>
          <a:endParaRPr lang="zh-TW" altLang="en-US" sz="1600" kern="1200" baseline="0" dirty="0">
            <a:latin typeface="微軟正黑體" panose="020B0604030504040204" pitchFamily="34" charset="-120"/>
            <a:ea typeface="微軟正黑體" panose="020B0604030504040204" pitchFamily="34" charset="-120"/>
          </a:endParaRPr>
        </a:p>
      </dsp:txBody>
      <dsp:txXfrm>
        <a:off x="1549495" y="1453028"/>
        <a:ext cx="919591" cy="919591"/>
      </dsp:txXfrm>
    </dsp:sp>
    <dsp:sp modelId="{9B04FBB1-9C7F-4530-9317-90F526812E0A}">
      <dsp:nvSpPr>
        <dsp:cNvPr id="0" name=""/>
        <dsp:cNvSpPr/>
      </dsp:nvSpPr>
      <dsp:spPr>
        <a:xfrm rot="16189911">
          <a:off x="1972112" y="1203822"/>
          <a:ext cx="70335" cy="47177"/>
        </a:xfrm>
        <a:custGeom>
          <a:avLst/>
          <a:gdLst/>
          <a:ahLst/>
          <a:cxnLst/>
          <a:rect l="0" t="0" r="0" b="0"/>
          <a:pathLst>
            <a:path>
              <a:moveTo>
                <a:pt x="0" y="23588"/>
              </a:moveTo>
              <a:lnTo>
                <a:pt x="70335" y="23588"/>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66700">
            <a:lnSpc>
              <a:spcPct val="90000"/>
            </a:lnSpc>
            <a:spcBef>
              <a:spcPct val="0"/>
            </a:spcBef>
            <a:spcAft>
              <a:spcPct val="35000"/>
            </a:spcAft>
            <a:buNone/>
          </a:pPr>
          <a:endParaRPr lang="zh-TW" altLang="en-US" sz="600" kern="1200"/>
        </a:p>
      </dsp:txBody>
      <dsp:txXfrm rot="10800000">
        <a:off x="2005521" y="1225652"/>
        <a:ext cx="3516" cy="3516"/>
      </dsp:txXfrm>
    </dsp:sp>
    <dsp:sp modelId="{1E2F1536-459D-46A4-B22F-428E284A1B83}">
      <dsp:nvSpPr>
        <dsp:cNvPr id="0" name=""/>
        <dsp:cNvSpPr/>
      </dsp:nvSpPr>
      <dsp:spPr>
        <a:xfrm>
          <a:off x="1355019" y="-108250"/>
          <a:ext cx="1300497" cy="1300497"/>
        </a:xfrm>
        <a:prstGeom prst="ellips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rtl="0">
            <a:lnSpc>
              <a:spcPct val="90000"/>
            </a:lnSpc>
            <a:spcBef>
              <a:spcPct val="0"/>
            </a:spcBef>
            <a:spcAft>
              <a:spcPct val="35000"/>
            </a:spcAft>
            <a:buNone/>
          </a:pPr>
          <a:r>
            <a:rPr lang="zh-TW" altLang="en-US" sz="1800" b="1" kern="1200" baseline="0" dirty="0">
              <a:latin typeface="微軟正黑體" panose="020B0604030504040204" pitchFamily="34" charset="-120"/>
              <a:ea typeface="微軟正黑體" panose="020B0604030504040204" pitchFamily="34" charset="-120"/>
            </a:rPr>
            <a:t>序列</a:t>
          </a:r>
          <a:br>
            <a:rPr lang="en-US" altLang="zh-TW" sz="1800" b="1" kern="1200" baseline="0" dirty="0">
              <a:latin typeface="微軟正黑體" panose="020B0604030504040204" pitchFamily="34" charset="-120"/>
              <a:ea typeface="微軟正黑體" panose="020B0604030504040204" pitchFamily="34" charset="-120"/>
            </a:rPr>
          </a:br>
          <a:r>
            <a:rPr lang="zh-TW" altLang="en-US" sz="1800" b="1" kern="1200" baseline="0" dirty="0">
              <a:latin typeface="微軟正黑體" panose="020B0604030504040204" pitchFamily="34" charset="-120"/>
              <a:ea typeface="微軟正黑體" panose="020B0604030504040204" pitchFamily="34" charset="-120"/>
            </a:rPr>
            <a:t>組合</a:t>
          </a:r>
          <a:endParaRPr lang="zh-TW" altLang="en-US" sz="1800" kern="1200" baseline="0" dirty="0">
            <a:latin typeface="微軟正黑體" panose="020B0604030504040204" pitchFamily="34" charset="-120"/>
            <a:ea typeface="微軟正黑體" panose="020B0604030504040204" pitchFamily="34" charset="-120"/>
          </a:endParaRPr>
        </a:p>
      </dsp:txBody>
      <dsp:txXfrm>
        <a:off x="1545472" y="82203"/>
        <a:ext cx="919591" cy="919591"/>
      </dsp:txXfrm>
    </dsp:sp>
    <dsp:sp modelId="{4C1391AB-6A80-4AA9-83E0-21CC6ABE4930}">
      <dsp:nvSpPr>
        <dsp:cNvPr id="0" name=""/>
        <dsp:cNvSpPr/>
      </dsp:nvSpPr>
      <dsp:spPr>
        <a:xfrm rot="19800000">
          <a:off x="2567712" y="1546529"/>
          <a:ext cx="70329" cy="47177"/>
        </a:xfrm>
        <a:custGeom>
          <a:avLst/>
          <a:gdLst/>
          <a:ahLst/>
          <a:cxnLst/>
          <a:rect l="0" t="0" r="0" b="0"/>
          <a:pathLst>
            <a:path>
              <a:moveTo>
                <a:pt x="0" y="23588"/>
              </a:moveTo>
              <a:lnTo>
                <a:pt x="70329" y="23588"/>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66700">
            <a:lnSpc>
              <a:spcPct val="90000"/>
            </a:lnSpc>
            <a:spcBef>
              <a:spcPct val="0"/>
            </a:spcBef>
            <a:spcAft>
              <a:spcPct val="35000"/>
            </a:spcAft>
            <a:buNone/>
          </a:pPr>
          <a:endParaRPr lang="zh-TW" altLang="en-US" sz="600" kern="1200"/>
        </a:p>
      </dsp:txBody>
      <dsp:txXfrm>
        <a:off x="2601118" y="1568359"/>
        <a:ext cx="3516" cy="3516"/>
      </dsp:txXfrm>
    </dsp:sp>
    <dsp:sp modelId="{230436CA-CF0D-4298-8EB6-1090C3EECA10}">
      <dsp:nvSpPr>
        <dsp:cNvPr id="0" name=""/>
        <dsp:cNvSpPr/>
      </dsp:nvSpPr>
      <dsp:spPr>
        <a:xfrm>
          <a:off x="2546213" y="577162"/>
          <a:ext cx="1300497" cy="1300497"/>
        </a:xfrm>
        <a:prstGeom prst="ellips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rtl="0">
            <a:lnSpc>
              <a:spcPct val="90000"/>
            </a:lnSpc>
            <a:spcBef>
              <a:spcPct val="0"/>
            </a:spcBef>
            <a:spcAft>
              <a:spcPct val="35000"/>
            </a:spcAft>
            <a:buNone/>
          </a:pPr>
          <a:r>
            <a:rPr lang="zh-TW" altLang="en-US" sz="1800" b="1" kern="1200" baseline="0" dirty="0">
              <a:latin typeface="微軟正黑體" panose="020B0604030504040204" pitchFamily="34" charset="-120"/>
              <a:ea typeface="微軟正黑體" panose="020B0604030504040204" pitchFamily="34" charset="-120"/>
            </a:rPr>
            <a:t>序列</a:t>
          </a:r>
          <a:br>
            <a:rPr lang="en-US" altLang="zh-TW" sz="1800" b="1" kern="1200" baseline="0" dirty="0">
              <a:latin typeface="微軟正黑體" panose="020B0604030504040204" pitchFamily="34" charset="-120"/>
              <a:ea typeface="微軟正黑體" panose="020B0604030504040204" pitchFamily="34" charset="-120"/>
            </a:rPr>
          </a:br>
          <a:r>
            <a:rPr lang="zh-TW" altLang="en-US" sz="1800" b="1" kern="1200" baseline="0" dirty="0">
              <a:latin typeface="微軟正黑體" panose="020B0604030504040204" pitchFamily="34" charset="-120"/>
              <a:ea typeface="微軟正黑體" panose="020B0604030504040204" pitchFamily="34" charset="-120"/>
            </a:rPr>
            <a:t>分析</a:t>
          </a:r>
          <a:endParaRPr lang="zh-TW" altLang="en-US" sz="1800" kern="1200" baseline="0" dirty="0">
            <a:latin typeface="微軟正黑體" panose="020B0604030504040204" pitchFamily="34" charset="-120"/>
            <a:ea typeface="微軟正黑體" panose="020B0604030504040204" pitchFamily="34" charset="-120"/>
          </a:endParaRPr>
        </a:p>
      </dsp:txBody>
      <dsp:txXfrm>
        <a:off x="2736666" y="767615"/>
        <a:ext cx="919591" cy="919591"/>
      </dsp:txXfrm>
    </dsp:sp>
    <dsp:sp modelId="{A4EFCF55-5A02-463F-B32A-4DA09BEE5F2E}">
      <dsp:nvSpPr>
        <dsp:cNvPr id="0" name=""/>
        <dsp:cNvSpPr/>
      </dsp:nvSpPr>
      <dsp:spPr>
        <a:xfrm rot="1800000">
          <a:off x="2567712" y="2231942"/>
          <a:ext cx="70329" cy="47177"/>
        </a:xfrm>
        <a:custGeom>
          <a:avLst/>
          <a:gdLst/>
          <a:ahLst/>
          <a:cxnLst/>
          <a:rect l="0" t="0" r="0" b="0"/>
          <a:pathLst>
            <a:path>
              <a:moveTo>
                <a:pt x="0" y="23588"/>
              </a:moveTo>
              <a:lnTo>
                <a:pt x="70329" y="23588"/>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66700">
            <a:lnSpc>
              <a:spcPct val="90000"/>
            </a:lnSpc>
            <a:spcBef>
              <a:spcPct val="0"/>
            </a:spcBef>
            <a:spcAft>
              <a:spcPct val="35000"/>
            </a:spcAft>
            <a:buNone/>
          </a:pPr>
          <a:endParaRPr lang="zh-TW" altLang="en-US" sz="600" kern="1200"/>
        </a:p>
      </dsp:txBody>
      <dsp:txXfrm>
        <a:off x="2601118" y="2253772"/>
        <a:ext cx="3516" cy="3516"/>
      </dsp:txXfrm>
    </dsp:sp>
    <dsp:sp modelId="{AB556ADC-1C32-41FE-BC2B-28BB2EE8EBC9}">
      <dsp:nvSpPr>
        <dsp:cNvPr id="0" name=""/>
        <dsp:cNvSpPr/>
      </dsp:nvSpPr>
      <dsp:spPr>
        <a:xfrm>
          <a:off x="2546213" y="1947989"/>
          <a:ext cx="1300497" cy="1300497"/>
        </a:xfrm>
        <a:prstGeom prst="ellips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rtl="0">
            <a:lnSpc>
              <a:spcPct val="90000"/>
            </a:lnSpc>
            <a:spcBef>
              <a:spcPct val="0"/>
            </a:spcBef>
            <a:spcAft>
              <a:spcPct val="35000"/>
            </a:spcAft>
            <a:buNone/>
          </a:pPr>
          <a:r>
            <a:rPr lang="zh-TW" altLang="en-US" sz="1800" b="1" kern="1200" baseline="0" dirty="0">
              <a:latin typeface="微軟正黑體" panose="020B0604030504040204" pitchFamily="34" charset="-120"/>
              <a:ea typeface="微軟正黑體" panose="020B0604030504040204" pitchFamily="34" charset="-120"/>
            </a:rPr>
            <a:t>生物資訊資料庫</a:t>
          </a:r>
          <a:endParaRPr lang="zh-TW" altLang="en-US" sz="1800" kern="1200" baseline="0" dirty="0">
            <a:latin typeface="微軟正黑體" panose="020B0604030504040204" pitchFamily="34" charset="-120"/>
            <a:ea typeface="微軟正黑體" panose="020B0604030504040204" pitchFamily="34" charset="-120"/>
          </a:endParaRPr>
        </a:p>
      </dsp:txBody>
      <dsp:txXfrm>
        <a:off x="2736666" y="2138442"/>
        <a:ext cx="919591" cy="919591"/>
      </dsp:txXfrm>
    </dsp:sp>
    <dsp:sp modelId="{008B791C-7280-41A2-AF91-0458F67B1014}">
      <dsp:nvSpPr>
        <dsp:cNvPr id="0" name=""/>
        <dsp:cNvSpPr/>
      </dsp:nvSpPr>
      <dsp:spPr>
        <a:xfrm rot="5400000">
          <a:off x="1974126" y="2574649"/>
          <a:ext cx="70329" cy="47177"/>
        </a:xfrm>
        <a:custGeom>
          <a:avLst/>
          <a:gdLst/>
          <a:ahLst/>
          <a:cxnLst/>
          <a:rect l="0" t="0" r="0" b="0"/>
          <a:pathLst>
            <a:path>
              <a:moveTo>
                <a:pt x="0" y="23588"/>
              </a:moveTo>
              <a:lnTo>
                <a:pt x="70329" y="23588"/>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66700">
            <a:lnSpc>
              <a:spcPct val="90000"/>
            </a:lnSpc>
            <a:spcBef>
              <a:spcPct val="0"/>
            </a:spcBef>
            <a:spcAft>
              <a:spcPct val="35000"/>
            </a:spcAft>
            <a:buNone/>
          </a:pPr>
          <a:endParaRPr lang="zh-TW" altLang="en-US" sz="600" kern="1200"/>
        </a:p>
      </dsp:txBody>
      <dsp:txXfrm>
        <a:off x="2007533" y="2596479"/>
        <a:ext cx="3516" cy="3516"/>
      </dsp:txXfrm>
    </dsp:sp>
    <dsp:sp modelId="{EA4FF0F3-68A4-4F30-93A4-3A0AE5D094A4}">
      <dsp:nvSpPr>
        <dsp:cNvPr id="0" name=""/>
        <dsp:cNvSpPr/>
      </dsp:nvSpPr>
      <dsp:spPr>
        <a:xfrm>
          <a:off x="1359042" y="2633402"/>
          <a:ext cx="1300497" cy="1300497"/>
        </a:xfrm>
        <a:prstGeom prst="ellipse">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rtl="0">
            <a:lnSpc>
              <a:spcPct val="90000"/>
            </a:lnSpc>
            <a:spcBef>
              <a:spcPct val="0"/>
            </a:spcBef>
            <a:spcAft>
              <a:spcPct val="35000"/>
            </a:spcAft>
            <a:buNone/>
          </a:pPr>
          <a:r>
            <a:rPr lang="zh-TW" altLang="en-US" sz="1800" b="1" kern="1200" baseline="0" dirty="0">
              <a:latin typeface="微軟正黑體" panose="020B0604030504040204" pitchFamily="34" charset="-120"/>
              <a:ea typeface="微軟正黑體" panose="020B0604030504040204" pitchFamily="34" charset="-120"/>
            </a:rPr>
            <a:t>基因</a:t>
          </a:r>
          <a:br>
            <a:rPr lang="en-US" altLang="zh-TW" sz="1800" b="1" kern="1200" baseline="0" dirty="0">
              <a:latin typeface="微軟正黑體" panose="020B0604030504040204" pitchFamily="34" charset="-120"/>
              <a:ea typeface="微軟正黑體" panose="020B0604030504040204" pitchFamily="34" charset="-120"/>
            </a:rPr>
          </a:br>
          <a:r>
            <a:rPr lang="zh-TW" altLang="en-US" sz="1800" b="1" kern="1200" baseline="0" dirty="0">
              <a:latin typeface="微軟正黑體" panose="020B0604030504040204" pitchFamily="34" charset="-120"/>
              <a:ea typeface="微軟正黑體" panose="020B0604030504040204" pitchFamily="34" charset="-120"/>
            </a:rPr>
            <a:t>認定</a:t>
          </a:r>
          <a:endParaRPr lang="zh-TW" altLang="en-US" sz="1800" kern="1200" baseline="0" dirty="0">
            <a:latin typeface="微軟正黑體" panose="020B0604030504040204" pitchFamily="34" charset="-120"/>
            <a:ea typeface="微軟正黑體" panose="020B0604030504040204" pitchFamily="34" charset="-120"/>
          </a:endParaRPr>
        </a:p>
      </dsp:txBody>
      <dsp:txXfrm>
        <a:off x="1549495" y="2823855"/>
        <a:ext cx="919591" cy="919591"/>
      </dsp:txXfrm>
    </dsp:sp>
    <dsp:sp modelId="{0DF052CE-9FFE-47F3-B242-A8D7089448E5}">
      <dsp:nvSpPr>
        <dsp:cNvPr id="0" name=""/>
        <dsp:cNvSpPr/>
      </dsp:nvSpPr>
      <dsp:spPr>
        <a:xfrm rot="9000000">
          <a:off x="1380541" y="2231942"/>
          <a:ext cx="70329" cy="47177"/>
        </a:xfrm>
        <a:custGeom>
          <a:avLst/>
          <a:gdLst/>
          <a:ahLst/>
          <a:cxnLst/>
          <a:rect l="0" t="0" r="0" b="0"/>
          <a:pathLst>
            <a:path>
              <a:moveTo>
                <a:pt x="0" y="23588"/>
              </a:moveTo>
              <a:lnTo>
                <a:pt x="70329" y="23588"/>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66700">
            <a:lnSpc>
              <a:spcPct val="90000"/>
            </a:lnSpc>
            <a:spcBef>
              <a:spcPct val="0"/>
            </a:spcBef>
            <a:spcAft>
              <a:spcPct val="35000"/>
            </a:spcAft>
            <a:buNone/>
          </a:pPr>
          <a:endParaRPr lang="zh-TW" altLang="en-US" sz="600" kern="1200"/>
        </a:p>
      </dsp:txBody>
      <dsp:txXfrm rot="10800000">
        <a:off x="1413947" y="2253772"/>
        <a:ext cx="3516" cy="3516"/>
      </dsp:txXfrm>
    </dsp:sp>
    <dsp:sp modelId="{B24FB18E-F478-439D-BBED-4069C95CE45D}">
      <dsp:nvSpPr>
        <dsp:cNvPr id="0" name=""/>
        <dsp:cNvSpPr/>
      </dsp:nvSpPr>
      <dsp:spPr>
        <a:xfrm>
          <a:off x="171872" y="1947989"/>
          <a:ext cx="1300497" cy="1300497"/>
        </a:xfrm>
        <a:prstGeom prst="ellipse">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rtl="0">
            <a:lnSpc>
              <a:spcPct val="90000"/>
            </a:lnSpc>
            <a:spcBef>
              <a:spcPct val="0"/>
            </a:spcBef>
            <a:spcAft>
              <a:spcPct val="35000"/>
            </a:spcAft>
            <a:buNone/>
          </a:pPr>
          <a:r>
            <a:rPr lang="zh-TW" altLang="en-US" sz="1800" b="1" kern="1200" baseline="0" dirty="0">
              <a:latin typeface="微軟正黑體" panose="020B0604030504040204" pitchFamily="34" charset="-120"/>
              <a:ea typeface="微軟正黑體" panose="020B0604030504040204" pitchFamily="34" charset="-120"/>
            </a:rPr>
            <a:t>種族樹</a:t>
          </a:r>
          <a:br>
            <a:rPr lang="en-US" altLang="zh-TW" sz="1800" b="1" kern="1200" baseline="0" dirty="0">
              <a:latin typeface="微軟正黑體" panose="020B0604030504040204" pitchFamily="34" charset="-120"/>
              <a:ea typeface="微軟正黑體" panose="020B0604030504040204" pitchFamily="34" charset="-120"/>
            </a:rPr>
          </a:br>
          <a:r>
            <a:rPr lang="zh-TW" altLang="en-US" sz="1800" b="1" kern="1200" baseline="0" dirty="0">
              <a:latin typeface="微軟正黑體" panose="020B0604030504040204" pitchFamily="34" charset="-120"/>
              <a:ea typeface="微軟正黑體" panose="020B0604030504040204" pitchFamily="34" charset="-120"/>
            </a:rPr>
            <a:t>建構</a:t>
          </a:r>
          <a:endParaRPr lang="zh-TW" altLang="en-US" sz="1800" kern="1200" baseline="0" dirty="0">
            <a:latin typeface="微軟正黑體" panose="020B0604030504040204" pitchFamily="34" charset="-120"/>
            <a:ea typeface="微軟正黑體" panose="020B0604030504040204" pitchFamily="34" charset="-120"/>
          </a:endParaRPr>
        </a:p>
      </dsp:txBody>
      <dsp:txXfrm>
        <a:off x="362325" y="2138442"/>
        <a:ext cx="919591" cy="919591"/>
      </dsp:txXfrm>
    </dsp:sp>
    <dsp:sp modelId="{F0B8F85B-317D-47E3-A255-12A39711B949}">
      <dsp:nvSpPr>
        <dsp:cNvPr id="0" name=""/>
        <dsp:cNvSpPr/>
      </dsp:nvSpPr>
      <dsp:spPr>
        <a:xfrm rot="12600000">
          <a:off x="1380541" y="1546529"/>
          <a:ext cx="70329" cy="47177"/>
        </a:xfrm>
        <a:custGeom>
          <a:avLst/>
          <a:gdLst/>
          <a:ahLst/>
          <a:cxnLst/>
          <a:rect l="0" t="0" r="0" b="0"/>
          <a:pathLst>
            <a:path>
              <a:moveTo>
                <a:pt x="0" y="23588"/>
              </a:moveTo>
              <a:lnTo>
                <a:pt x="70329" y="23588"/>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66700">
            <a:lnSpc>
              <a:spcPct val="90000"/>
            </a:lnSpc>
            <a:spcBef>
              <a:spcPct val="0"/>
            </a:spcBef>
            <a:spcAft>
              <a:spcPct val="35000"/>
            </a:spcAft>
            <a:buNone/>
          </a:pPr>
          <a:endParaRPr lang="zh-TW" altLang="en-US" sz="600" kern="1200"/>
        </a:p>
      </dsp:txBody>
      <dsp:txXfrm rot="10800000">
        <a:off x="1413947" y="1568359"/>
        <a:ext cx="3516" cy="3516"/>
      </dsp:txXfrm>
    </dsp:sp>
    <dsp:sp modelId="{A4B0A3A0-1DC0-4D27-907B-3BD86AA2C824}">
      <dsp:nvSpPr>
        <dsp:cNvPr id="0" name=""/>
        <dsp:cNvSpPr/>
      </dsp:nvSpPr>
      <dsp:spPr>
        <a:xfrm>
          <a:off x="171872" y="577162"/>
          <a:ext cx="1300497" cy="1300497"/>
        </a:xfrm>
        <a:prstGeom prst="ellips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rtl="0">
            <a:lnSpc>
              <a:spcPct val="90000"/>
            </a:lnSpc>
            <a:spcBef>
              <a:spcPct val="0"/>
            </a:spcBef>
            <a:spcAft>
              <a:spcPct val="35000"/>
            </a:spcAft>
            <a:buNone/>
          </a:pPr>
          <a:r>
            <a:rPr lang="zh-TW" altLang="en-US" sz="1800" b="1" kern="1200" baseline="0" dirty="0">
              <a:latin typeface="微軟正黑體" panose="020B0604030504040204" pitchFamily="34" charset="-120"/>
              <a:ea typeface="微軟正黑體" panose="020B0604030504040204" pitchFamily="34" charset="-120"/>
            </a:rPr>
            <a:t>蛋白質</a:t>
          </a:r>
          <a:br>
            <a:rPr lang="en-US" altLang="zh-TW" sz="1800" b="1" kern="1200" baseline="0" dirty="0">
              <a:latin typeface="微軟正黑體" panose="020B0604030504040204" pitchFamily="34" charset="-120"/>
              <a:ea typeface="微軟正黑體" panose="020B0604030504040204" pitchFamily="34" charset="-120"/>
            </a:rPr>
          </a:br>
          <a:r>
            <a:rPr lang="zh-TW" altLang="en-US" sz="1800" b="1" kern="1200" baseline="0" dirty="0">
              <a:latin typeface="微軟正黑體" panose="020B0604030504040204" pitchFamily="34" charset="-120"/>
              <a:ea typeface="微軟正黑體" panose="020B0604030504040204" pitchFamily="34" charset="-120"/>
            </a:rPr>
            <a:t>三維結構推測</a:t>
          </a:r>
          <a:endParaRPr lang="zh-TW" altLang="en-US" sz="1800" kern="1200" baseline="0" dirty="0">
            <a:latin typeface="微軟正黑體" panose="020B0604030504040204" pitchFamily="34" charset="-120"/>
            <a:ea typeface="微軟正黑體" panose="020B0604030504040204" pitchFamily="34" charset="-120"/>
          </a:endParaRPr>
        </a:p>
      </dsp:txBody>
      <dsp:txXfrm>
        <a:off x="362325" y="767615"/>
        <a:ext cx="919591" cy="91959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1172AB0-01E9-4672-BB60-80BA6B7A9C44}">
      <dsp:nvSpPr>
        <dsp:cNvPr id="0" name=""/>
        <dsp:cNvSpPr/>
      </dsp:nvSpPr>
      <dsp:spPr>
        <a:xfrm>
          <a:off x="2812" y="284199"/>
          <a:ext cx="1522958" cy="913774"/>
        </a:xfrm>
        <a:prstGeom prst="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rtl="0">
            <a:lnSpc>
              <a:spcPct val="90000"/>
            </a:lnSpc>
            <a:spcBef>
              <a:spcPct val="0"/>
            </a:spcBef>
            <a:spcAft>
              <a:spcPct val="35000"/>
            </a:spcAft>
            <a:buNone/>
          </a:pPr>
          <a:r>
            <a:rPr lang="zh-TW" sz="1800" b="1" kern="1200" dirty="0">
              <a:latin typeface="微軟正黑體" panose="020B0604030504040204" pitchFamily="34" charset="-120"/>
              <a:ea typeface="微軟正黑體" panose="020B0604030504040204" pitchFamily="34" charset="-120"/>
            </a:rPr>
            <a:t>文字</a:t>
          </a:r>
          <a:br>
            <a:rPr lang="en-US" altLang="zh-TW" sz="1800" b="1" kern="1200" dirty="0">
              <a:latin typeface="微軟正黑體" panose="020B0604030504040204" pitchFamily="34" charset="-120"/>
              <a:ea typeface="微軟正黑體" panose="020B0604030504040204" pitchFamily="34" charset="-120"/>
            </a:rPr>
          </a:br>
          <a:r>
            <a:rPr lang="en-US" sz="1800" b="1" kern="1200" dirty="0">
              <a:latin typeface="微軟正黑體" panose="020B0604030504040204" pitchFamily="34" charset="-120"/>
              <a:ea typeface="微軟正黑體" panose="020B0604030504040204" pitchFamily="34" charset="-120"/>
            </a:rPr>
            <a:t>(text)</a:t>
          </a:r>
          <a:endParaRPr lang="zh-TW" sz="1800" kern="1200" dirty="0">
            <a:latin typeface="微軟正黑體" panose="020B0604030504040204" pitchFamily="34" charset="-120"/>
            <a:ea typeface="微軟正黑體" panose="020B0604030504040204" pitchFamily="34" charset="-120"/>
          </a:endParaRPr>
        </a:p>
      </dsp:txBody>
      <dsp:txXfrm>
        <a:off x="2812" y="284199"/>
        <a:ext cx="1522958" cy="913774"/>
      </dsp:txXfrm>
    </dsp:sp>
    <dsp:sp modelId="{80DFC728-50F0-4C24-8CA3-FB8BC05E98F6}">
      <dsp:nvSpPr>
        <dsp:cNvPr id="0" name=""/>
        <dsp:cNvSpPr/>
      </dsp:nvSpPr>
      <dsp:spPr>
        <a:xfrm>
          <a:off x="1678066" y="284199"/>
          <a:ext cx="1522958" cy="913774"/>
        </a:xfrm>
        <a:prstGeom prst="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rtl="0">
            <a:lnSpc>
              <a:spcPct val="90000"/>
            </a:lnSpc>
            <a:spcBef>
              <a:spcPct val="0"/>
            </a:spcBef>
            <a:spcAft>
              <a:spcPct val="35000"/>
            </a:spcAft>
            <a:buNone/>
          </a:pPr>
          <a:r>
            <a:rPr lang="zh-TW" sz="1800" b="1" kern="1200" dirty="0">
              <a:latin typeface="微軟正黑體" panose="020B0604030504040204" pitchFamily="34" charset="-120"/>
              <a:ea typeface="微軟正黑體" panose="020B0604030504040204" pitchFamily="34" charset="-120"/>
            </a:rPr>
            <a:t>聲音</a:t>
          </a:r>
          <a:br>
            <a:rPr lang="en-US" altLang="zh-TW" sz="1800" b="1" kern="1200" dirty="0">
              <a:latin typeface="微軟正黑體" panose="020B0604030504040204" pitchFamily="34" charset="-120"/>
              <a:ea typeface="微軟正黑體" panose="020B0604030504040204" pitchFamily="34" charset="-120"/>
            </a:rPr>
          </a:br>
          <a:r>
            <a:rPr lang="en-US" sz="1800" b="1" kern="1200" dirty="0">
              <a:latin typeface="微軟正黑體" panose="020B0604030504040204" pitchFamily="34" charset="-120"/>
              <a:ea typeface="微軟正黑體" panose="020B0604030504040204" pitchFamily="34" charset="-120"/>
            </a:rPr>
            <a:t>(audio)</a:t>
          </a:r>
          <a:endParaRPr lang="zh-TW" sz="1800" kern="1200" dirty="0">
            <a:latin typeface="微軟正黑體" panose="020B0604030504040204" pitchFamily="34" charset="-120"/>
            <a:ea typeface="微軟正黑體" panose="020B0604030504040204" pitchFamily="34" charset="-120"/>
          </a:endParaRPr>
        </a:p>
      </dsp:txBody>
      <dsp:txXfrm>
        <a:off x="1678066" y="284199"/>
        <a:ext cx="1522958" cy="913774"/>
      </dsp:txXfrm>
    </dsp:sp>
    <dsp:sp modelId="{152D23CC-841A-4E0A-82D3-3CB93272A831}">
      <dsp:nvSpPr>
        <dsp:cNvPr id="0" name=""/>
        <dsp:cNvSpPr/>
      </dsp:nvSpPr>
      <dsp:spPr>
        <a:xfrm>
          <a:off x="3353320" y="284199"/>
          <a:ext cx="1522958" cy="913774"/>
        </a:xfrm>
        <a:prstGeom prst="rect">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rtl="0">
            <a:lnSpc>
              <a:spcPct val="90000"/>
            </a:lnSpc>
            <a:spcBef>
              <a:spcPct val="0"/>
            </a:spcBef>
            <a:spcAft>
              <a:spcPct val="35000"/>
            </a:spcAft>
            <a:buNone/>
          </a:pPr>
          <a:r>
            <a:rPr lang="zh-TW" sz="1800" b="1" kern="1200" dirty="0">
              <a:latin typeface="微軟正黑體" panose="020B0604030504040204" pitchFamily="34" charset="-120"/>
              <a:ea typeface="微軟正黑體" panose="020B0604030504040204" pitchFamily="34" charset="-120"/>
            </a:rPr>
            <a:t>音樂</a:t>
          </a:r>
          <a:br>
            <a:rPr lang="en-US" altLang="zh-TW" sz="1800" b="1" kern="1200" dirty="0">
              <a:latin typeface="微軟正黑體" panose="020B0604030504040204" pitchFamily="34" charset="-120"/>
              <a:ea typeface="微軟正黑體" panose="020B0604030504040204" pitchFamily="34" charset="-120"/>
            </a:rPr>
          </a:br>
          <a:r>
            <a:rPr lang="en-US" sz="1800" b="1" kern="1200" dirty="0">
              <a:latin typeface="微軟正黑體" panose="020B0604030504040204" pitchFamily="34" charset="-120"/>
              <a:ea typeface="微軟正黑體" panose="020B0604030504040204" pitchFamily="34" charset="-120"/>
            </a:rPr>
            <a:t>(music)</a:t>
          </a:r>
          <a:endParaRPr lang="zh-TW" sz="1800" kern="1200" dirty="0">
            <a:latin typeface="微軟正黑體" panose="020B0604030504040204" pitchFamily="34" charset="-120"/>
            <a:ea typeface="微軟正黑體" panose="020B0604030504040204" pitchFamily="34" charset="-120"/>
          </a:endParaRPr>
        </a:p>
      </dsp:txBody>
      <dsp:txXfrm>
        <a:off x="3353320" y="284199"/>
        <a:ext cx="1522958" cy="913774"/>
      </dsp:txXfrm>
    </dsp:sp>
    <dsp:sp modelId="{C9A5081B-7A01-4F45-BA74-001E82A93928}">
      <dsp:nvSpPr>
        <dsp:cNvPr id="0" name=""/>
        <dsp:cNvSpPr/>
      </dsp:nvSpPr>
      <dsp:spPr>
        <a:xfrm>
          <a:off x="5028574" y="284199"/>
          <a:ext cx="1522958" cy="913774"/>
        </a:xfrm>
        <a:prstGeom prst="rect">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rtl="0">
            <a:lnSpc>
              <a:spcPct val="90000"/>
            </a:lnSpc>
            <a:spcBef>
              <a:spcPct val="0"/>
            </a:spcBef>
            <a:spcAft>
              <a:spcPct val="35000"/>
            </a:spcAft>
            <a:buNone/>
          </a:pPr>
          <a:r>
            <a:rPr lang="zh-TW" sz="1800" b="1" kern="1200" dirty="0">
              <a:latin typeface="微軟正黑體" panose="020B0604030504040204" pitchFamily="34" charset="-120"/>
              <a:ea typeface="微軟正黑體" panose="020B0604030504040204" pitchFamily="34" charset="-120"/>
            </a:rPr>
            <a:t>語音</a:t>
          </a:r>
          <a:br>
            <a:rPr lang="en-US" altLang="zh-TW" sz="1800" b="1" kern="1200" dirty="0">
              <a:latin typeface="微軟正黑體" panose="020B0604030504040204" pitchFamily="34" charset="-120"/>
              <a:ea typeface="微軟正黑體" panose="020B0604030504040204" pitchFamily="34" charset="-120"/>
            </a:rPr>
          </a:br>
          <a:r>
            <a:rPr lang="en-US" sz="1800" b="1" kern="1200" dirty="0">
              <a:latin typeface="微軟正黑體" panose="020B0604030504040204" pitchFamily="34" charset="-120"/>
              <a:ea typeface="微軟正黑體" panose="020B0604030504040204" pitchFamily="34" charset="-120"/>
            </a:rPr>
            <a:t>(voice)</a:t>
          </a:r>
          <a:endParaRPr lang="zh-TW" sz="1800" kern="1200" dirty="0">
            <a:latin typeface="微軟正黑體" panose="020B0604030504040204" pitchFamily="34" charset="-120"/>
            <a:ea typeface="微軟正黑體" panose="020B0604030504040204" pitchFamily="34" charset="-120"/>
          </a:endParaRPr>
        </a:p>
      </dsp:txBody>
      <dsp:txXfrm>
        <a:off x="5028574" y="284199"/>
        <a:ext cx="1522958" cy="913774"/>
      </dsp:txXfrm>
    </dsp:sp>
    <dsp:sp modelId="{6176B316-E14B-46BD-8D15-0C4E148D367E}">
      <dsp:nvSpPr>
        <dsp:cNvPr id="0" name=""/>
        <dsp:cNvSpPr/>
      </dsp:nvSpPr>
      <dsp:spPr>
        <a:xfrm>
          <a:off x="6703828" y="284199"/>
          <a:ext cx="1522958" cy="913774"/>
        </a:xfrm>
        <a:prstGeom prst="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rtl="0">
            <a:lnSpc>
              <a:spcPct val="90000"/>
            </a:lnSpc>
            <a:spcBef>
              <a:spcPct val="0"/>
            </a:spcBef>
            <a:spcAft>
              <a:spcPct val="35000"/>
            </a:spcAft>
            <a:buNone/>
          </a:pPr>
          <a:r>
            <a:rPr lang="zh-TW" sz="1800" b="1" kern="1200" dirty="0">
              <a:latin typeface="微軟正黑體" panose="020B0604030504040204" pitchFamily="34" charset="-120"/>
              <a:ea typeface="微軟正黑體" panose="020B0604030504040204" pitchFamily="34" charset="-120"/>
            </a:rPr>
            <a:t>音效</a:t>
          </a:r>
          <a:br>
            <a:rPr lang="en-US" altLang="zh-TW" sz="1800" b="1" kern="1200" dirty="0">
              <a:latin typeface="微軟正黑體" panose="020B0604030504040204" pitchFamily="34" charset="-120"/>
              <a:ea typeface="微軟正黑體" panose="020B0604030504040204" pitchFamily="34" charset="-120"/>
            </a:rPr>
          </a:br>
          <a:r>
            <a:rPr lang="en-US" sz="1800" b="1" kern="1200" dirty="0">
              <a:latin typeface="微軟正黑體" panose="020B0604030504040204" pitchFamily="34" charset="-120"/>
              <a:ea typeface="微軟正黑體" panose="020B0604030504040204" pitchFamily="34" charset="-120"/>
            </a:rPr>
            <a:t>(sound)</a:t>
          </a:r>
          <a:endParaRPr lang="zh-TW" sz="1800" kern="1200" dirty="0">
            <a:latin typeface="微軟正黑體" panose="020B0604030504040204" pitchFamily="34" charset="-120"/>
            <a:ea typeface="微軟正黑體" panose="020B0604030504040204" pitchFamily="34" charset="-120"/>
          </a:endParaRPr>
        </a:p>
      </dsp:txBody>
      <dsp:txXfrm>
        <a:off x="6703828" y="284199"/>
        <a:ext cx="1522958" cy="913774"/>
      </dsp:txXfrm>
    </dsp:sp>
    <dsp:sp modelId="{251EF37B-970F-4F98-A55F-083DC08E63BF}">
      <dsp:nvSpPr>
        <dsp:cNvPr id="0" name=""/>
        <dsp:cNvSpPr/>
      </dsp:nvSpPr>
      <dsp:spPr>
        <a:xfrm>
          <a:off x="840439" y="1350269"/>
          <a:ext cx="1522958" cy="913774"/>
        </a:xfrm>
        <a:prstGeom prst="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rtl="0">
            <a:lnSpc>
              <a:spcPct val="90000"/>
            </a:lnSpc>
            <a:spcBef>
              <a:spcPct val="0"/>
            </a:spcBef>
            <a:spcAft>
              <a:spcPct val="35000"/>
            </a:spcAft>
            <a:buNone/>
          </a:pPr>
          <a:r>
            <a:rPr lang="zh-TW" sz="1800" b="1" kern="1200" dirty="0">
              <a:latin typeface="微軟正黑體" panose="020B0604030504040204" pitchFamily="34" charset="-120"/>
              <a:ea typeface="微軟正黑體" panose="020B0604030504040204" pitchFamily="34" charset="-120"/>
            </a:rPr>
            <a:t>影像</a:t>
          </a:r>
          <a:br>
            <a:rPr lang="en-US" altLang="zh-TW" sz="1800" b="1" kern="1200" dirty="0">
              <a:latin typeface="微軟正黑體" panose="020B0604030504040204" pitchFamily="34" charset="-120"/>
              <a:ea typeface="微軟正黑體" panose="020B0604030504040204" pitchFamily="34" charset="-120"/>
            </a:rPr>
          </a:br>
          <a:r>
            <a:rPr lang="en-US" sz="1800" b="1" kern="1200" dirty="0">
              <a:latin typeface="微軟正黑體" panose="020B0604030504040204" pitchFamily="34" charset="-120"/>
              <a:ea typeface="微軟正黑體" panose="020B0604030504040204" pitchFamily="34" charset="-120"/>
            </a:rPr>
            <a:t>(image)</a:t>
          </a:r>
          <a:endParaRPr lang="zh-TW" sz="1800" kern="1200" dirty="0">
            <a:latin typeface="微軟正黑體" panose="020B0604030504040204" pitchFamily="34" charset="-120"/>
            <a:ea typeface="微軟正黑體" panose="020B0604030504040204" pitchFamily="34" charset="-120"/>
          </a:endParaRPr>
        </a:p>
      </dsp:txBody>
      <dsp:txXfrm>
        <a:off x="840439" y="1350269"/>
        <a:ext cx="1522958" cy="913774"/>
      </dsp:txXfrm>
    </dsp:sp>
    <dsp:sp modelId="{2982B727-590C-43C3-8278-80BF89565964}">
      <dsp:nvSpPr>
        <dsp:cNvPr id="0" name=""/>
        <dsp:cNvSpPr/>
      </dsp:nvSpPr>
      <dsp:spPr>
        <a:xfrm>
          <a:off x="2515693" y="1350269"/>
          <a:ext cx="1522958" cy="913774"/>
        </a:xfrm>
        <a:prstGeom prst="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rtl="0">
            <a:lnSpc>
              <a:spcPct val="90000"/>
            </a:lnSpc>
            <a:spcBef>
              <a:spcPct val="0"/>
            </a:spcBef>
            <a:spcAft>
              <a:spcPct val="35000"/>
            </a:spcAft>
            <a:buNone/>
          </a:pPr>
          <a:r>
            <a:rPr lang="zh-TW" sz="1800" b="1" kern="1200" dirty="0">
              <a:latin typeface="微軟正黑體" panose="020B0604030504040204" pitchFamily="34" charset="-120"/>
              <a:ea typeface="微軟正黑體" panose="020B0604030504040204" pitchFamily="34" charset="-120"/>
            </a:rPr>
            <a:t>圖形</a:t>
          </a:r>
          <a:br>
            <a:rPr lang="en-US" altLang="zh-TW" sz="1800" b="1" kern="1200" dirty="0">
              <a:latin typeface="微軟正黑體" panose="020B0604030504040204" pitchFamily="34" charset="-120"/>
              <a:ea typeface="微軟正黑體" panose="020B0604030504040204" pitchFamily="34" charset="-120"/>
            </a:rPr>
          </a:br>
          <a:r>
            <a:rPr lang="en-US" sz="1800" b="1" kern="1200" dirty="0">
              <a:latin typeface="微軟正黑體" panose="020B0604030504040204" pitchFamily="34" charset="-120"/>
              <a:ea typeface="微軟正黑體" panose="020B0604030504040204" pitchFamily="34" charset="-120"/>
            </a:rPr>
            <a:t>(graphics)</a:t>
          </a:r>
          <a:endParaRPr lang="zh-TW" sz="1800" kern="1200" dirty="0">
            <a:latin typeface="微軟正黑體" panose="020B0604030504040204" pitchFamily="34" charset="-120"/>
            <a:ea typeface="微軟正黑體" panose="020B0604030504040204" pitchFamily="34" charset="-120"/>
          </a:endParaRPr>
        </a:p>
      </dsp:txBody>
      <dsp:txXfrm>
        <a:off x="2515693" y="1350269"/>
        <a:ext cx="1522958" cy="913774"/>
      </dsp:txXfrm>
    </dsp:sp>
    <dsp:sp modelId="{34BA2853-278E-4861-AD5B-1BE0283F7916}">
      <dsp:nvSpPr>
        <dsp:cNvPr id="0" name=""/>
        <dsp:cNvSpPr/>
      </dsp:nvSpPr>
      <dsp:spPr>
        <a:xfrm>
          <a:off x="4190947" y="1350269"/>
          <a:ext cx="1522958" cy="913774"/>
        </a:xfrm>
        <a:prstGeom prst="rect">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rtl="0">
            <a:lnSpc>
              <a:spcPct val="90000"/>
            </a:lnSpc>
            <a:spcBef>
              <a:spcPct val="0"/>
            </a:spcBef>
            <a:spcAft>
              <a:spcPct val="35000"/>
            </a:spcAft>
            <a:buNone/>
          </a:pPr>
          <a:r>
            <a:rPr lang="zh-TW" sz="1800" b="1" kern="1200" dirty="0">
              <a:latin typeface="微軟正黑體" panose="020B0604030504040204" pitchFamily="34" charset="-120"/>
              <a:ea typeface="微軟正黑體" panose="020B0604030504040204" pitchFamily="34" charset="-120"/>
            </a:rPr>
            <a:t>視訊</a:t>
          </a:r>
          <a:br>
            <a:rPr lang="en-US" altLang="zh-TW" sz="1800" b="1" kern="1200" dirty="0">
              <a:latin typeface="微軟正黑體" panose="020B0604030504040204" pitchFamily="34" charset="-120"/>
              <a:ea typeface="微軟正黑體" panose="020B0604030504040204" pitchFamily="34" charset="-120"/>
            </a:rPr>
          </a:br>
          <a:r>
            <a:rPr lang="en-US" sz="1800" b="1" kern="1200" dirty="0">
              <a:latin typeface="微軟正黑體" panose="020B0604030504040204" pitchFamily="34" charset="-120"/>
              <a:ea typeface="微軟正黑體" panose="020B0604030504040204" pitchFamily="34" charset="-120"/>
            </a:rPr>
            <a:t>(video)</a:t>
          </a:r>
          <a:endParaRPr lang="zh-TW" sz="1800" kern="1200" dirty="0">
            <a:latin typeface="微軟正黑體" panose="020B0604030504040204" pitchFamily="34" charset="-120"/>
            <a:ea typeface="微軟正黑體" panose="020B0604030504040204" pitchFamily="34" charset="-120"/>
          </a:endParaRPr>
        </a:p>
      </dsp:txBody>
      <dsp:txXfrm>
        <a:off x="4190947" y="1350269"/>
        <a:ext cx="1522958" cy="913774"/>
      </dsp:txXfrm>
    </dsp:sp>
    <dsp:sp modelId="{064EC473-F53F-4E93-B446-4F0EC10196D0}">
      <dsp:nvSpPr>
        <dsp:cNvPr id="0" name=""/>
        <dsp:cNvSpPr/>
      </dsp:nvSpPr>
      <dsp:spPr>
        <a:xfrm>
          <a:off x="5866201" y="1350269"/>
          <a:ext cx="1522958" cy="913774"/>
        </a:xfrm>
        <a:prstGeom prst="rect">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rtl="0">
            <a:lnSpc>
              <a:spcPct val="90000"/>
            </a:lnSpc>
            <a:spcBef>
              <a:spcPct val="0"/>
            </a:spcBef>
            <a:spcAft>
              <a:spcPct val="35000"/>
            </a:spcAft>
            <a:buNone/>
          </a:pPr>
          <a:r>
            <a:rPr lang="zh-TW" sz="1800" b="1" kern="1200" dirty="0">
              <a:latin typeface="微軟正黑體" panose="020B0604030504040204" pitchFamily="34" charset="-120"/>
              <a:ea typeface="微軟正黑體" panose="020B0604030504040204" pitchFamily="34" charset="-120"/>
            </a:rPr>
            <a:t>動畫</a:t>
          </a:r>
          <a:br>
            <a:rPr lang="en-US" altLang="zh-TW" sz="1800" b="1" kern="1200" dirty="0">
              <a:latin typeface="微軟正黑體" panose="020B0604030504040204" pitchFamily="34" charset="-120"/>
              <a:ea typeface="微軟正黑體" panose="020B0604030504040204" pitchFamily="34" charset="-120"/>
            </a:rPr>
          </a:br>
          <a:r>
            <a:rPr lang="en-US" sz="1800" b="1" kern="1200" dirty="0">
              <a:latin typeface="微軟正黑體" panose="020B0604030504040204" pitchFamily="34" charset="-120"/>
              <a:ea typeface="微軟正黑體" panose="020B0604030504040204" pitchFamily="34" charset="-120"/>
            </a:rPr>
            <a:t>(animation)</a:t>
          </a:r>
          <a:endParaRPr lang="zh-TW" sz="1800" kern="1200" dirty="0">
            <a:latin typeface="微軟正黑體" panose="020B0604030504040204" pitchFamily="34" charset="-120"/>
            <a:ea typeface="微軟正黑體" panose="020B0604030504040204" pitchFamily="34" charset="-120"/>
          </a:endParaRPr>
        </a:p>
      </dsp:txBody>
      <dsp:txXfrm>
        <a:off x="5866201" y="1350269"/>
        <a:ext cx="1522958" cy="913774"/>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57A895F-5E5D-4FEC-A826-2AEEA620C9A9}">
      <dsp:nvSpPr>
        <dsp:cNvPr id="0" name=""/>
        <dsp:cNvSpPr/>
      </dsp:nvSpPr>
      <dsp:spPr>
        <a:xfrm>
          <a:off x="1185851" y="855074"/>
          <a:ext cx="3154085" cy="662280"/>
        </a:xfrm>
        <a:prstGeom prst="roundRect">
          <a:avLst>
            <a:gd name="adj" fmla="val 10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0688" tIns="0" rIns="170688" bIns="0" numCol="1" spcCol="1270" anchor="ctr" anchorCtr="0">
          <a:noAutofit/>
        </a:bodyPr>
        <a:lstStyle/>
        <a:p>
          <a:pPr marL="0" lvl="0" indent="0" algn="ctr" defTabSz="1066800" rtl="0">
            <a:lnSpc>
              <a:spcPct val="90000"/>
            </a:lnSpc>
            <a:spcBef>
              <a:spcPct val="0"/>
            </a:spcBef>
            <a:spcAft>
              <a:spcPct val="35000"/>
            </a:spcAft>
            <a:buNone/>
          </a:pPr>
          <a:r>
            <a:rPr lang="zh-TW" altLang="en-US" sz="2400" b="1" kern="1200" dirty="0">
              <a:latin typeface="微軟正黑體" panose="020B0604030504040204" pitchFamily="34" charset="-120"/>
              <a:ea typeface="微軟正黑體" panose="020B0604030504040204" pitchFamily="34" charset="-120"/>
            </a:rPr>
            <a:t>聲音的基本物理特性</a:t>
          </a:r>
          <a:endParaRPr lang="zh-TW" altLang="en-US" sz="2400" kern="1200" dirty="0">
            <a:latin typeface="微軟正黑體" panose="020B0604030504040204" pitchFamily="34" charset="-120"/>
            <a:ea typeface="微軟正黑體" panose="020B0604030504040204" pitchFamily="34" charset="-120"/>
          </a:endParaRPr>
        </a:p>
      </dsp:txBody>
      <dsp:txXfrm>
        <a:off x="1185851" y="855074"/>
        <a:ext cx="3154085" cy="441520"/>
      </dsp:txXfrm>
    </dsp:sp>
    <dsp:sp modelId="{FD103776-062D-4C9E-ABA9-98F01631B02C}">
      <dsp:nvSpPr>
        <dsp:cNvPr id="0" name=""/>
        <dsp:cNvSpPr/>
      </dsp:nvSpPr>
      <dsp:spPr>
        <a:xfrm>
          <a:off x="1189551" y="1275315"/>
          <a:ext cx="5362090" cy="1965035"/>
        </a:xfrm>
        <a:prstGeom prst="roundRect">
          <a:avLst>
            <a:gd name="adj" fmla="val 10000"/>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2000" tIns="0" rIns="0" bIns="0" numCol="1" spcCol="1270" anchor="ctr" anchorCtr="0">
          <a:noAutofit/>
        </a:bodyPr>
        <a:lstStyle/>
        <a:p>
          <a:pPr marL="228600" lvl="1" indent="-228600" algn="l" defTabSz="889000" rtl="0">
            <a:lnSpc>
              <a:spcPct val="90000"/>
            </a:lnSpc>
            <a:spcBef>
              <a:spcPct val="0"/>
            </a:spcBef>
            <a:spcAft>
              <a:spcPct val="15000"/>
            </a:spcAft>
            <a:buChar char="•"/>
          </a:pPr>
          <a:r>
            <a:rPr lang="zh-TW" sz="2000" b="1" kern="1200" dirty="0">
              <a:latin typeface="微軟正黑體" panose="020B0604030504040204" pitchFamily="34" charset="-120"/>
              <a:ea typeface="微軟正黑體" panose="020B0604030504040204" pitchFamily="34" charset="-120"/>
            </a:rPr>
            <a:t>震動頻率</a:t>
          </a:r>
          <a:r>
            <a:rPr lang="en-US" sz="2000" b="1" kern="1200" dirty="0">
              <a:latin typeface="微軟正黑體" panose="020B0604030504040204" pitchFamily="34" charset="-120"/>
              <a:ea typeface="微軟正黑體" panose="020B0604030504040204" pitchFamily="34" charset="-120"/>
            </a:rPr>
            <a:t>(frequency)</a:t>
          </a:r>
          <a:endParaRPr lang="zh-TW" sz="2000" kern="1200" dirty="0">
            <a:latin typeface="微軟正黑體" panose="020B0604030504040204" pitchFamily="34" charset="-120"/>
            <a:ea typeface="微軟正黑體" panose="020B0604030504040204" pitchFamily="34" charset="-120"/>
          </a:endParaRPr>
        </a:p>
        <a:p>
          <a:pPr marL="228600" lvl="1" indent="-228600" algn="l" defTabSz="889000" rtl="0">
            <a:lnSpc>
              <a:spcPct val="90000"/>
            </a:lnSpc>
            <a:spcBef>
              <a:spcPct val="0"/>
            </a:spcBef>
            <a:spcAft>
              <a:spcPct val="15000"/>
            </a:spcAft>
            <a:buChar char="•"/>
          </a:pPr>
          <a:r>
            <a:rPr lang="zh-TW" sz="2000" b="1" kern="1200" dirty="0">
              <a:latin typeface="微軟正黑體" panose="020B0604030504040204" pitchFamily="34" charset="-120"/>
              <a:ea typeface="微軟正黑體" panose="020B0604030504040204" pitchFamily="34" charset="-120"/>
            </a:rPr>
            <a:t>震動幅度</a:t>
          </a:r>
          <a:r>
            <a:rPr lang="en-US" sz="2000" b="1" kern="1200" dirty="0">
              <a:latin typeface="微軟正黑體" panose="020B0604030504040204" pitchFamily="34" charset="-120"/>
              <a:ea typeface="微軟正黑體" panose="020B0604030504040204" pitchFamily="34" charset="-120"/>
            </a:rPr>
            <a:t>(amplitude)</a:t>
          </a:r>
          <a:endParaRPr lang="zh-TW" sz="2000" kern="1200" dirty="0">
            <a:latin typeface="微軟正黑體" panose="020B0604030504040204" pitchFamily="34" charset="-120"/>
            <a:ea typeface="微軟正黑體" panose="020B0604030504040204" pitchFamily="34" charset="-120"/>
          </a:endParaRPr>
        </a:p>
        <a:p>
          <a:pPr marL="228600" lvl="1" indent="-228600" algn="l" defTabSz="889000" rtl="0">
            <a:lnSpc>
              <a:spcPct val="90000"/>
            </a:lnSpc>
            <a:spcBef>
              <a:spcPct val="0"/>
            </a:spcBef>
            <a:spcAft>
              <a:spcPct val="15000"/>
            </a:spcAft>
            <a:buChar char="•"/>
          </a:pPr>
          <a:r>
            <a:rPr lang="zh-TW" sz="2000" b="1" kern="1200" dirty="0">
              <a:latin typeface="微軟正黑體" panose="020B0604030504040204" pitchFamily="34" charset="-120"/>
              <a:ea typeface="微軟正黑體" panose="020B0604030504040204" pitchFamily="34" charset="-120"/>
            </a:rPr>
            <a:t>震動波形</a:t>
          </a:r>
          <a:r>
            <a:rPr lang="en-US" sz="2000" b="1" kern="1200" dirty="0">
              <a:latin typeface="微軟正黑體" panose="020B0604030504040204" pitchFamily="34" charset="-120"/>
              <a:ea typeface="微軟正黑體" panose="020B0604030504040204" pitchFamily="34" charset="-120"/>
            </a:rPr>
            <a:t>(wave form)</a:t>
          </a:r>
          <a:endParaRPr lang="zh-TW" sz="2000" kern="1200" dirty="0">
            <a:latin typeface="微軟正黑體" panose="020B0604030504040204" pitchFamily="34" charset="-120"/>
            <a:ea typeface="微軟正黑體" panose="020B0604030504040204" pitchFamily="34" charset="-120"/>
          </a:endParaRPr>
        </a:p>
        <a:p>
          <a:pPr marL="228600" lvl="1" indent="-228600" algn="l" defTabSz="889000" rtl="0">
            <a:lnSpc>
              <a:spcPct val="90000"/>
            </a:lnSpc>
            <a:spcBef>
              <a:spcPct val="0"/>
            </a:spcBef>
            <a:spcAft>
              <a:spcPct val="15000"/>
            </a:spcAft>
            <a:buChar char="•"/>
          </a:pPr>
          <a:r>
            <a:rPr lang="zh-TW" altLang="en-US" sz="2000" b="1" kern="1200" dirty="0">
              <a:latin typeface="微軟正黑體" panose="020B0604030504040204" pitchFamily="34" charset="-120"/>
              <a:ea typeface="微軟正黑體" panose="020B0604030504040204" pitchFamily="34" charset="-120"/>
            </a:rPr>
            <a:t>發聲源與接收者的相對位置</a:t>
          </a:r>
          <a:endParaRPr lang="zh-TW" altLang="en-US" sz="2000" kern="1200" dirty="0">
            <a:latin typeface="微軟正黑體" panose="020B0604030504040204" pitchFamily="34" charset="-120"/>
            <a:ea typeface="微軟正黑體" panose="020B0604030504040204" pitchFamily="34" charset="-120"/>
          </a:endParaRPr>
        </a:p>
      </dsp:txBody>
      <dsp:txXfrm>
        <a:off x="1247105" y="1332869"/>
        <a:ext cx="5246982" cy="1849927"/>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D8CEF64-EE5B-463D-846E-AF937CA52F0C}">
      <dsp:nvSpPr>
        <dsp:cNvPr id="0" name=""/>
        <dsp:cNvSpPr/>
      </dsp:nvSpPr>
      <dsp:spPr>
        <a:xfrm>
          <a:off x="0" y="0"/>
          <a:ext cx="8362950" cy="1976648"/>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rtl="0">
            <a:lnSpc>
              <a:spcPct val="90000"/>
            </a:lnSpc>
            <a:spcBef>
              <a:spcPct val="0"/>
            </a:spcBef>
            <a:spcAft>
              <a:spcPct val="35000"/>
            </a:spcAft>
            <a:buNone/>
          </a:pPr>
          <a:r>
            <a:rPr lang="zh-TW" sz="2100" b="1" kern="1200" dirty="0">
              <a:latin typeface="微軟正黑體" panose="020B0604030504040204" pitchFamily="34" charset="-120"/>
              <a:ea typeface="微軟正黑體" panose="020B0604030504040204" pitchFamily="34" charset="-120"/>
            </a:rPr>
            <a:t>到底這句話是真話還是謊話呢？</a:t>
          </a:r>
          <a:endParaRPr lang="zh-TW" sz="2100" kern="1200" dirty="0">
            <a:latin typeface="微軟正黑體" panose="020B0604030504040204" pitchFamily="34" charset="-120"/>
            <a:ea typeface="微軟正黑體" panose="020B0604030504040204" pitchFamily="34" charset="-120"/>
          </a:endParaRPr>
        </a:p>
      </dsp:txBody>
      <dsp:txXfrm>
        <a:off x="0" y="0"/>
        <a:ext cx="8362950" cy="592994"/>
      </dsp:txXfrm>
    </dsp:sp>
    <dsp:sp modelId="{7C50BC20-0613-447E-AFC6-AD20573334D6}">
      <dsp:nvSpPr>
        <dsp:cNvPr id="0" name=""/>
        <dsp:cNvSpPr/>
      </dsp:nvSpPr>
      <dsp:spPr>
        <a:xfrm>
          <a:off x="836294" y="593573"/>
          <a:ext cx="6690360" cy="595986"/>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8420" tIns="43815" rIns="58420" bIns="43815" numCol="1" spcCol="1270" anchor="ctr" anchorCtr="0">
          <a:noAutofit/>
        </a:bodyPr>
        <a:lstStyle/>
        <a:p>
          <a:pPr marL="0" lvl="0" indent="0" algn="ctr" defTabSz="1022350" rtl="0">
            <a:lnSpc>
              <a:spcPct val="90000"/>
            </a:lnSpc>
            <a:spcBef>
              <a:spcPct val="0"/>
            </a:spcBef>
            <a:spcAft>
              <a:spcPct val="35000"/>
            </a:spcAft>
            <a:buNone/>
          </a:pPr>
          <a:r>
            <a:rPr lang="zh-TW" sz="2300" b="1" kern="1200" dirty="0">
              <a:latin typeface="微軟正黑體" panose="020B0604030504040204" pitchFamily="34" charset="-120"/>
              <a:ea typeface="微軟正黑體" panose="020B0604030504040204" pitchFamily="34" charset="-120"/>
            </a:rPr>
            <a:t>如果是真話，那它所說的為真，也就變成謊話。</a:t>
          </a:r>
          <a:endParaRPr lang="zh-TW" sz="2300" kern="1200" dirty="0">
            <a:latin typeface="微軟正黑體" panose="020B0604030504040204" pitchFamily="34" charset="-120"/>
            <a:ea typeface="微軟正黑體" panose="020B0604030504040204" pitchFamily="34" charset="-120"/>
          </a:endParaRPr>
        </a:p>
      </dsp:txBody>
      <dsp:txXfrm>
        <a:off x="853750" y="611029"/>
        <a:ext cx="6655448" cy="561074"/>
      </dsp:txXfrm>
    </dsp:sp>
    <dsp:sp modelId="{9C77CE43-5501-4DA1-B6E4-AB5566DC294F}">
      <dsp:nvSpPr>
        <dsp:cNvPr id="0" name=""/>
        <dsp:cNvSpPr/>
      </dsp:nvSpPr>
      <dsp:spPr>
        <a:xfrm>
          <a:off x="836294" y="1281250"/>
          <a:ext cx="6690360" cy="595986"/>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8420" tIns="43815" rIns="58420" bIns="43815" numCol="1" spcCol="1270" anchor="ctr" anchorCtr="0">
          <a:noAutofit/>
        </a:bodyPr>
        <a:lstStyle/>
        <a:p>
          <a:pPr marL="0" lvl="0" indent="0" algn="ctr" defTabSz="1022350" rtl="0">
            <a:lnSpc>
              <a:spcPct val="90000"/>
            </a:lnSpc>
            <a:spcBef>
              <a:spcPct val="0"/>
            </a:spcBef>
            <a:spcAft>
              <a:spcPct val="35000"/>
            </a:spcAft>
            <a:buNone/>
          </a:pPr>
          <a:r>
            <a:rPr lang="zh-TW" sz="2300" b="1" kern="1200" dirty="0">
              <a:latin typeface="微軟正黑體" panose="020B0604030504040204" pitchFamily="34" charset="-120"/>
              <a:ea typeface="微軟正黑體" panose="020B0604030504040204" pitchFamily="34" charset="-120"/>
            </a:rPr>
            <a:t>如果是謊話，那它所說的為假，也就變成真話。</a:t>
          </a:r>
          <a:endParaRPr lang="zh-TW" sz="2300" kern="1200" dirty="0">
            <a:latin typeface="微軟正黑體" panose="020B0604030504040204" pitchFamily="34" charset="-120"/>
            <a:ea typeface="微軟正黑體" panose="020B0604030504040204" pitchFamily="34" charset="-120"/>
          </a:endParaRPr>
        </a:p>
      </dsp:txBody>
      <dsp:txXfrm>
        <a:off x="853750" y="1298706"/>
        <a:ext cx="6655448" cy="56107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2CD5A25-D9A4-446C-BE28-2EB419DE8CC2}">
      <dsp:nvSpPr>
        <dsp:cNvPr id="0" name=""/>
        <dsp:cNvSpPr/>
      </dsp:nvSpPr>
      <dsp:spPr>
        <a:xfrm rot="5400000">
          <a:off x="1784823" y="627793"/>
          <a:ext cx="1083284" cy="1802560"/>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FECD42E-6A86-4E77-B7CB-E85999B314CA}">
      <dsp:nvSpPr>
        <dsp:cNvPr id="0" name=""/>
        <dsp:cNvSpPr/>
      </dsp:nvSpPr>
      <dsp:spPr>
        <a:xfrm>
          <a:off x="1603996" y="1166371"/>
          <a:ext cx="1627361" cy="14264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rtl="0">
            <a:lnSpc>
              <a:spcPct val="90000"/>
            </a:lnSpc>
            <a:spcBef>
              <a:spcPct val="0"/>
            </a:spcBef>
            <a:spcAft>
              <a:spcPct val="35000"/>
            </a:spcAft>
            <a:buNone/>
          </a:pPr>
          <a:r>
            <a:rPr lang="zh-TW" altLang="en-US" sz="2000" b="1" kern="1200" baseline="0" dirty="0">
              <a:latin typeface="微軟正黑體" panose="020B0604030504040204" pitchFamily="34" charset="-120"/>
              <a:ea typeface="微軟正黑體" panose="020B0604030504040204" pitchFamily="34" charset="-120"/>
            </a:rPr>
            <a:t>感知層</a:t>
          </a:r>
          <a:endParaRPr lang="zh-TW" altLang="en-US" sz="2000" kern="1200" baseline="0" dirty="0">
            <a:latin typeface="微軟正黑體" panose="020B0604030504040204" pitchFamily="34" charset="-120"/>
            <a:ea typeface="微軟正黑體" panose="020B0604030504040204" pitchFamily="34" charset="-120"/>
          </a:endParaRPr>
        </a:p>
        <a:p>
          <a:pPr marL="228600" lvl="1" indent="-228600" algn="l" defTabSz="889000" rtl="0">
            <a:lnSpc>
              <a:spcPct val="90000"/>
            </a:lnSpc>
            <a:spcBef>
              <a:spcPct val="0"/>
            </a:spcBef>
            <a:spcAft>
              <a:spcPct val="15000"/>
            </a:spcAft>
            <a:buChar char="•"/>
          </a:pPr>
          <a:r>
            <a:rPr lang="zh-TW" altLang="en-US" sz="2000" b="1" kern="1200" baseline="0" dirty="0">
              <a:latin typeface="微軟正黑體" panose="020B0604030504040204" pitchFamily="34" charset="-120"/>
              <a:ea typeface="微軟正黑體" panose="020B0604030504040204" pitchFamily="34" charset="-120"/>
            </a:rPr>
            <a:t>資料的提供者</a:t>
          </a:r>
          <a:endParaRPr lang="zh-TW" altLang="en-US" sz="2000" kern="1200" baseline="0" dirty="0">
            <a:latin typeface="微軟正黑體" panose="020B0604030504040204" pitchFamily="34" charset="-120"/>
            <a:ea typeface="微軟正黑體" panose="020B0604030504040204" pitchFamily="34" charset="-120"/>
          </a:endParaRPr>
        </a:p>
      </dsp:txBody>
      <dsp:txXfrm>
        <a:off x="1603996" y="1166371"/>
        <a:ext cx="1627361" cy="1426477"/>
      </dsp:txXfrm>
    </dsp:sp>
    <dsp:sp modelId="{20ED6AFC-B074-401B-9B05-6F23A203A601}">
      <dsp:nvSpPr>
        <dsp:cNvPr id="0" name=""/>
        <dsp:cNvSpPr/>
      </dsp:nvSpPr>
      <dsp:spPr>
        <a:xfrm>
          <a:off x="2924308" y="495087"/>
          <a:ext cx="307049" cy="307049"/>
        </a:xfrm>
        <a:prstGeom prst="triangle">
          <a:avLst>
            <a:gd name="adj" fmla="val 100000"/>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AD50954-5770-4DC0-96E6-762D7181B822}">
      <dsp:nvSpPr>
        <dsp:cNvPr id="0" name=""/>
        <dsp:cNvSpPr/>
      </dsp:nvSpPr>
      <dsp:spPr>
        <a:xfrm rot="5400000">
          <a:off x="3777031" y="134819"/>
          <a:ext cx="1083284" cy="1802560"/>
        </a:xfrm>
        <a:prstGeom prst="corner">
          <a:avLst>
            <a:gd name="adj1" fmla="val 16120"/>
            <a:gd name="adj2" fmla="val 16110"/>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2906FF2-2686-4156-9E87-DBA2E536FDA8}">
      <dsp:nvSpPr>
        <dsp:cNvPr id="0" name=""/>
        <dsp:cNvSpPr/>
      </dsp:nvSpPr>
      <dsp:spPr>
        <a:xfrm>
          <a:off x="3596204" y="673397"/>
          <a:ext cx="1627361" cy="14264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rtl="0">
            <a:lnSpc>
              <a:spcPct val="90000"/>
            </a:lnSpc>
            <a:spcBef>
              <a:spcPct val="0"/>
            </a:spcBef>
            <a:spcAft>
              <a:spcPct val="35000"/>
            </a:spcAft>
            <a:buNone/>
          </a:pPr>
          <a:r>
            <a:rPr lang="zh-TW" altLang="en-US" sz="2000" b="1" kern="1200" baseline="0" dirty="0">
              <a:latin typeface="微軟正黑體" panose="020B0604030504040204" pitchFamily="34" charset="-120"/>
              <a:ea typeface="微軟正黑體" panose="020B0604030504040204" pitchFamily="34" charset="-120"/>
            </a:rPr>
            <a:t>網路層</a:t>
          </a:r>
          <a:endParaRPr lang="zh-TW" altLang="en-US" sz="2000" kern="1200" baseline="0" dirty="0">
            <a:latin typeface="微軟正黑體" panose="020B0604030504040204" pitchFamily="34" charset="-120"/>
            <a:ea typeface="微軟正黑體" panose="020B0604030504040204" pitchFamily="34" charset="-120"/>
          </a:endParaRPr>
        </a:p>
        <a:p>
          <a:pPr marL="228600" lvl="1" indent="-228600" algn="l" defTabSz="889000" rtl="0">
            <a:lnSpc>
              <a:spcPct val="90000"/>
            </a:lnSpc>
            <a:spcBef>
              <a:spcPct val="0"/>
            </a:spcBef>
            <a:spcAft>
              <a:spcPct val="15000"/>
            </a:spcAft>
            <a:buChar char="•"/>
          </a:pPr>
          <a:r>
            <a:rPr lang="zh-TW" altLang="en-US" sz="2000" b="1" kern="1200" baseline="0" dirty="0">
              <a:latin typeface="微軟正黑體" panose="020B0604030504040204" pitchFamily="34" charset="-120"/>
              <a:ea typeface="微軟正黑體" panose="020B0604030504040204" pitchFamily="34" charset="-120"/>
            </a:rPr>
            <a:t>負責資料的傳輸</a:t>
          </a:r>
          <a:endParaRPr lang="zh-TW" altLang="en-US" sz="2000" kern="1200" baseline="0" dirty="0">
            <a:latin typeface="微軟正黑體" panose="020B0604030504040204" pitchFamily="34" charset="-120"/>
            <a:ea typeface="微軟正黑體" panose="020B0604030504040204" pitchFamily="34" charset="-120"/>
          </a:endParaRPr>
        </a:p>
      </dsp:txBody>
      <dsp:txXfrm>
        <a:off x="3596204" y="673397"/>
        <a:ext cx="1627361" cy="1426477"/>
      </dsp:txXfrm>
    </dsp:sp>
    <dsp:sp modelId="{614CF2D6-8291-4A49-87B0-252C2B02E677}">
      <dsp:nvSpPr>
        <dsp:cNvPr id="0" name=""/>
        <dsp:cNvSpPr/>
      </dsp:nvSpPr>
      <dsp:spPr>
        <a:xfrm>
          <a:off x="4916516" y="2113"/>
          <a:ext cx="307049" cy="307049"/>
        </a:xfrm>
        <a:prstGeom prst="triangle">
          <a:avLst>
            <a:gd name="adj" fmla="val 100000"/>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01AAEB8-B83C-4ADB-9EDB-60F63898A353}">
      <dsp:nvSpPr>
        <dsp:cNvPr id="0" name=""/>
        <dsp:cNvSpPr/>
      </dsp:nvSpPr>
      <dsp:spPr>
        <a:xfrm rot="5400000">
          <a:off x="5769240" y="-358153"/>
          <a:ext cx="1083284" cy="1802560"/>
        </a:xfrm>
        <a:prstGeom prst="corner">
          <a:avLst>
            <a:gd name="adj1" fmla="val 16120"/>
            <a:gd name="adj2" fmla="val 16110"/>
          </a:avLst>
        </a:prstGeom>
        <a:solidFill>
          <a:schemeClr val="accent6">
            <a:hueOff val="0"/>
            <a:satOff val="0"/>
            <a:lumOff val="0"/>
            <a:alphaOff val="0"/>
          </a:schemeClr>
        </a:solidFill>
        <a:ln w="25400" cap="flat" cmpd="sng" algn="ctr">
          <a:solidFill>
            <a:schemeClr val="accent6">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A62DD41-2DBE-4958-8B70-CAE92E4858FD}">
      <dsp:nvSpPr>
        <dsp:cNvPr id="0" name=""/>
        <dsp:cNvSpPr/>
      </dsp:nvSpPr>
      <dsp:spPr>
        <a:xfrm>
          <a:off x="5588413" y="180423"/>
          <a:ext cx="1627361" cy="14264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rtl="0">
            <a:lnSpc>
              <a:spcPct val="90000"/>
            </a:lnSpc>
            <a:spcBef>
              <a:spcPct val="0"/>
            </a:spcBef>
            <a:spcAft>
              <a:spcPct val="35000"/>
            </a:spcAft>
            <a:buNone/>
          </a:pPr>
          <a:r>
            <a:rPr lang="zh-TW" altLang="en-US" sz="2000" b="1" kern="1200" baseline="0" dirty="0">
              <a:latin typeface="微軟正黑體" panose="020B0604030504040204" pitchFamily="34" charset="-120"/>
              <a:ea typeface="微軟正黑體" panose="020B0604030504040204" pitchFamily="34" charset="-120"/>
            </a:rPr>
            <a:t>應用層</a:t>
          </a:r>
          <a:endParaRPr lang="zh-TW" altLang="en-US" sz="2000" kern="1200" baseline="0" dirty="0">
            <a:latin typeface="微軟正黑體" panose="020B0604030504040204" pitchFamily="34" charset="-120"/>
            <a:ea typeface="微軟正黑體" panose="020B0604030504040204" pitchFamily="34" charset="-120"/>
          </a:endParaRPr>
        </a:p>
        <a:p>
          <a:pPr marL="228600" lvl="1" indent="-228600" algn="l" defTabSz="889000" rtl="0">
            <a:lnSpc>
              <a:spcPct val="90000"/>
            </a:lnSpc>
            <a:spcBef>
              <a:spcPct val="0"/>
            </a:spcBef>
            <a:spcAft>
              <a:spcPct val="15000"/>
            </a:spcAft>
            <a:buChar char="•"/>
          </a:pPr>
          <a:r>
            <a:rPr lang="zh-TW" altLang="en-US" sz="2000" b="1" kern="1200" baseline="0" dirty="0">
              <a:latin typeface="微軟正黑體" panose="020B0604030504040204" pitchFamily="34" charset="-120"/>
              <a:ea typeface="微軟正黑體" panose="020B0604030504040204" pitchFamily="34" charset="-120"/>
            </a:rPr>
            <a:t>針對搜集回來的資料，進行不同的專業應用。</a:t>
          </a:r>
          <a:endParaRPr lang="zh-TW" altLang="en-US" sz="2000" kern="1200" baseline="0" dirty="0">
            <a:latin typeface="微軟正黑體" panose="020B0604030504040204" pitchFamily="34" charset="-120"/>
            <a:ea typeface="微軟正黑體" panose="020B0604030504040204" pitchFamily="34" charset="-120"/>
          </a:endParaRPr>
        </a:p>
      </dsp:txBody>
      <dsp:txXfrm>
        <a:off x="5588413" y="180423"/>
        <a:ext cx="1627361" cy="1426477"/>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4.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lProcess2">
  <dgm:title val=""/>
  <dgm:desc val=""/>
  <dgm:catLst>
    <dgm:cat type="list" pri="10000"/>
    <dgm:cat type="relationship" pri="13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useDef="1">
    <dgm:dataModel>
      <dgm:ptLst/>
      <dgm:bg/>
      <dgm:whole/>
    </dgm:dataModel>
  </dgm:styleData>
  <dgm:clrData useDef="1">
    <dgm:dataModel>
      <dgm:ptLst/>
      <dgm:bg/>
      <dgm:whole/>
    </dgm:dataModel>
  </dgm:clrData>
  <dgm:layoutNode name="theList">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forName="aSpace" refType="w" fact="0.075"/>
      <dgm:constr type="h" for="des" forName="aSpace2" refType="h" fact="0.1"/>
      <dgm:constr type="primFontSz" for="des" forName="textNode" op="equ"/>
      <dgm:constr type="primFontSz" for="des" forName="childNode" op="equ"/>
    </dgm:constrLst>
    <dgm:ruleLst/>
    <dgm:forEach name="aNodeForEach" axis="ch" ptType="node">
      <dgm:layoutNode name="compNode">
        <dgm:alg type="composite"/>
        <dgm:shape xmlns:r="http://schemas.openxmlformats.org/officeDocument/2006/relationships" r:blip="">
          <dgm:adjLst/>
        </dgm:shape>
        <dgm:presOf/>
        <dgm:constrLst>
          <dgm:constr type="w" for="ch" forName="aNode" refType="w"/>
          <dgm:constr type="h" for="ch" forName="aNode" refType="h"/>
          <dgm:constr type="w" for="ch" forName="textNode" refType="w"/>
          <dgm:constr type="h" for="ch" forName="textNode" refType="h" fact="0.3"/>
          <dgm:constr type="ctrX" for="ch" forName="textNode" refType="w" fact="0.5"/>
          <dgm:constr type="w" for="ch" forName="compChildNode" refType="w" fact="0.8"/>
          <dgm:constr type="h" for="ch" forName="compChildNode" refType="h" fact="0.65"/>
          <dgm:constr type="t" for="ch" forName="compChildNode" refType="h" fact="0.3"/>
          <dgm:constr type="ctrX" for="ch" forName="compChildNode" refType="w" fact="0.5"/>
        </dgm:constrLst>
        <dgm:ruleLst/>
        <dgm:layoutNode name="aNode" styleLbl="bgShp">
          <dgm:alg type="sp"/>
          <dgm:shape xmlns:r="http://schemas.openxmlformats.org/officeDocument/2006/relationships" type="roundRect" r:blip="">
            <dgm:adjLst>
              <dgm:adj idx="1" val="0.1"/>
            </dgm:adjLst>
          </dgm:shape>
          <dgm:presOf axis="self"/>
          <dgm:constrLst/>
          <dgm:ruleLst/>
        </dgm:layoutNode>
        <dgm:layoutNode name="textNode" styleLbl="bgShp">
          <dgm:alg type="tx"/>
          <dgm:shape xmlns:r="http://schemas.openxmlformats.org/officeDocument/2006/relationships" type="rect" r:blip="" hideGeom="1">
            <dgm:adjLst>
              <dgm:adj idx="1" val="0.1"/>
            </dgm:adjLst>
          </dgm:shape>
          <dgm:presOf axis="self"/>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ompChildNode">
          <dgm:alg type="composite"/>
          <dgm:shape xmlns:r="http://schemas.openxmlformats.org/officeDocument/2006/relationships" r:blip="">
            <dgm:adjLst/>
          </dgm:shape>
          <dgm:presOf/>
          <dgm:constrLst>
            <dgm:constr type="w" for="des" forName="childNode" refType="w"/>
            <dgm:constr type="h" for="des" forName="childNode" refType="h"/>
          </dgm:constrLst>
          <dgm:ruleLst/>
          <dgm:layoutNode name="theInnerList">
            <dgm:alg type="lin">
              <dgm:param type="linDir" val="fromT"/>
            </dgm:alg>
            <dgm:shape xmlns:r="http://schemas.openxmlformats.org/officeDocument/2006/relationships" r:blip="">
              <dgm:adjLst/>
            </dgm:shape>
            <dgm:presOf/>
            <dgm:constrLst/>
            <dgm:ruleLst/>
            <dgm:forEach name="childNodeForEach" axis="ch" ptType="node">
              <dgm:layoutNode name="child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tMarg" refType="primFontSz" fact="0.15"/>
                  <dgm:constr type="bMarg" refType="primFontSz" fact="0.15"/>
                  <dgm:constr type="lMarg" refType="primFontSz" fact="0.2"/>
                  <dgm:constr type="rMarg" refType="primFontSz" fact="0.2"/>
                </dgm:constrLst>
                <dgm:ruleLst>
                  <dgm:rule type="primFontSz" val="5" fact="NaN" max="NaN"/>
                </dgm:ruleLst>
              </dgm:layoutNode>
              <dgm:choose name="Name3">
                <dgm:if name="Name4" axis="self" ptType="node" func="revPos" op="equ" val="1"/>
                <dgm:else name="Name5">
                  <dgm:layoutNode name="aSpace2">
                    <dgm:alg type="sp"/>
                    <dgm:shape xmlns:r="http://schemas.openxmlformats.org/officeDocument/2006/relationships" r:blip="">
                      <dgm:adjLst/>
                    </dgm:shape>
                    <dgm:presOf/>
                    <dgm:constrLst/>
                    <dgm:ruleLst/>
                  </dgm:layoutNode>
                </dgm:else>
              </dgm:choose>
            </dgm:forEach>
          </dgm:layoutNode>
        </dgm:layoutNode>
      </dgm:layoutNode>
      <dgm:choose name="Name6">
        <dgm:if name="Name7" axis="self" ptType="node" func="revPos" op="equ" val="1"/>
        <dgm:else name="Name8">
          <dgm:layoutNode name="aSpace">
            <dgm:alg type="sp"/>
            <dgm:shape xmlns:r="http://schemas.openxmlformats.org/officeDocument/2006/relationships" r:blip="">
              <dgm:adjLst/>
            </dgm:shape>
            <dgm:presOf/>
            <dgm:constrLst/>
            <dgm:ruleLst/>
          </dgm:layoutNod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5EB12AB-0481-4543-9448-EE76391C4D02}" type="datetimeFigureOut">
              <a:rPr lang="zh-TW" altLang="en-US" smtClean="0"/>
              <a:pPr/>
              <a:t>2026/7/2</a:t>
            </a:fld>
            <a:endParaRPr lang="zh-TW" altLang="en-US"/>
          </a:p>
        </p:txBody>
      </p:sp>
      <p:sp>
        <p:nvSpPr>
          <p:cNvPr id="4" name="投影片圖像版面配置區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94E245B1-C9B5-4CB2-8096-E56E4F101A5F}" type="slidenum">
              <a:rPr lang="zh-TW" altLang="en-US" smtClean="0"/>
              <a:pPr/>
              <a:t>‹#›</a:t>
            </a:fld>
            <a:endParaRPr lang="zh-TW" altLang="en-US"/>
          </a:p>
        </p:txBody>
      </p:sp>
    </p:spTree>
    <p:extLst>
      <p:ext uri="{BB962C8B-B14F-4D97-AF65-F5344CB8AC3E}">
        <p14:creationId xmlns:p14="http://schemas.microsoft.com/office/powerpoint/2010/main" val="355780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gif"/><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2.gif"/></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gif"/><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標題投影片">
    <p:spTree>
      <p:nvGrpSpPr>
        <p:cNvPr id="1" name=""/>
        <p:cNvGrpSpPr/>
        <p:nvPr/>
      </p:nvGrpSpPr>
      <p:grpSpPr>
        <a:xfrm>
          <a:off x="0" y="0"/>
          <a:ext cx="0" cy="0"/>
          <a:chOff x="0" y="0"/>
          <a:chExt cx="0" cy="0"/>
        </a:xfrm>
      </p:grpSpPr>
      <p:sp>
        <p:nvSpPr>
          <p:cNvPr id="7" name="矩形 6"/>
          <p:cNvSpPr/>
          <p:nvPr userDrawn="1"/>
        </p:nvSpPr>
        <p:spPr>
          <a:xfrm>
            <a:off x="-26078" y="377109"/>
            <a:ext cx="9170078" cy="4764079"/>
          </a:xfrm>
          <a:prstGeom prst="rect">
            <a:avLst/>
          </a:prstGeom>
          <a:solidFill>
            <a:schemeClr val="accent5">
              <a:lumMod val="60000"/>
              <a:lumOff val="4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sp>
        <p:nvSpPr>
          <p:cNvPr id="278" name="圓角矩形圖說文字 277"/>
          <p:cNvSpPr/>
          <p:nvPr userDrawn="1"/>
        </p:nvSpPr>
        <p:spPr>
          <a:xfrm>
            <a:off x="272957" y="715294"/>
            <a:ext cx="2737212" cy="742533"/>
          </a:xfrm>
          <a:prstGeom prst="wedgeRoundRectCallout">
            <a:avLst>
              <a:gd name="adj1" fmla="val 34844"/>
              <a:gd name="adj2" fmla="val 81478"/>
              <a:gd name="adj3" fmla="val 16667"/>
            </a:avLst>
          </a:prstGeom>
          <a:solidFill>
            <a:srgbClr val="F2F2F2">
              <a:alpha val="20000"/>
            </a:srgbClr>
          </a:solidFill>
          <a:ln w="28575">
            <a:solidFill>
              <a:srgbClr val="000000">
                <a:alpha val="20000"/>
              </a:srgb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p:cNvSpPr>
            <a:spLocks noGrp="1"/>
          </p:cNvSpPr>
          <p:nvPr>
            <p:ph type="ctrTitle" hasCustomPrompt="1"/>
          </p:nvPr>
        </p:nvSpPr>
        <p:spPr>
          <a:xfrm>
            <a:off x="3157954" y="782801"/>
            <a:ext cx="5476465" cy="725061"/>
          </a:xfrm>
        </p:spPr>
        <p:txBody>
          <a:bodyPr>
            <a:noAutofit/>
          </a:bodyPr>
          <a:lstStyle>
            <a:lvl1pPr algn="l">
              <a:defRPr sz="4800" b="1">
                <a:solidFill>
                  <a:schemeClr val="bg1"/>
                </a:solidFill>
                <a:latin typeface="微軟正黑體" pitchFamily="34" charset="-120"/>
                <a:ea typeface="微軟正黑體" pitchFamily="34" charset="-120"/>
              </a:defRPr>
            </a:lvl1pPr>
          </a:lstStyle>
          <a:p>
            <a:r>
              <a:rPr lang="zh-TW" altLang="en-US" dirty="0"/>
              <a:t>計算機簡介</a:t>
            </a:r>
          </a:p>
        </p:txBody>
      </p:sp>
      <p:sp>
        <p:nvSpPr>
          <p:cNvPr id="3" name="副標題 2"/>
          <p:cNvSpPr>
            <a:spLocks noGrp="1"/>
          </p:cNvSpPr>
          <p:nvPr>
            <p:ph type="subTitle" idx="1"/>
          </p:nvPr>
        </p:nvSpPr>
        <p:spPr>
          <a:xfrm>
            <a:off x="4622800" y="1795463"/>
            <a:ext cx="4194429" cy="2801541"/>
          </a:xfrm>
        </p:spPr>
        <p:txBody>
          <a:bodyPr/>
          <a:lstStyle>
            <a:lvl1pPr marL="0" indent="0" algn="l">
              <a:buNone/>
              <a:defRPr b="0">
                <a:solidFill>
                  <a:schemeClr val="tx1"/>
                </a:solidFill>
                <a:latin typeface="微軟正黑體" pitchFamily="34" charset="-120"/>
                <a:ea typeface="微軟正黑體" pitchFamily="34" charset="-12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TW" altLang="en-US" dirty="0"/>
              <a:t>按一下以編輯母片副標題樣式</a:t>
            </a:r>
          </a:p>
        </p:txBody>
      </p:sp>
      <p:sp>
        <p:nvSpPr>
          <p:cNvPr id="29" name="矩形 28"/>
          <p:cNvSpPr/>
          <p:nvPr userDrawn="1"/>
        </p:nvSpPr>
        <p:spPr>
          <a:xfrm>
            <a:off x="11650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9" name="矩形 48"/>
          <p:cNvSpPr/>
          <p:nvPr userDrawn="1"/>
        </p:nvSpPr>
        <p:spPr>
          <a:xfrm>
            <a:off x="389694"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矩形 49"/>
          <p:cNvSpPr/>
          <p:nvPr userDrawn="1"/>
        </p:nvSpPr>
        <p:spPr>
          <a:xfrm>
            <a:off x="258071"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1" name="矩形 50"/>
          <p:cNvSpPr/>
          <p:nvPr userDrawn="1"/>
        </p:nvSpPr>
        <p:spPr>
          <a:xfrm>
            <a:off x="542094"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2" name="矩形 51"/>
          <p:cNvSpPr/>
          <p:nvPr userDrawn="1"/>
        </p:nvSpPr>
        <p:spPr>
          <a:xfrm>
            <a:off x="694494"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3" name="矩形 52"/>
          <p:cNvSpPr/>
          <p:nvPr userDrawn="1"/>
        </p:nvSpPr>
        <p:spPr>
          <a:xfrm>
            <a:off x="899697"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53"/>
          <p:cNvSpPr/>
          <p:nvPr userDrawn="1"/>
        </p:nvSpPr>
        <p:spPr>
          <a:xfrm>
            <a:off x="1172885"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5" name="矩形 54"/>
          <p:cNvSpPr/>
          <p:nvPr userDrawn="1"/>
        </p:nvSpPr>
        <p:spPr>
          <a:xfrm>
            <a:off x="1041262"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6" name="矩形 55"/>
          <p:cNvSpPr/>
          <p:nvPr userDrawn="1"/>
        </p:nvSpPr>
        <p:spPr>
          <a:xfrm>
            <a:off x="1325285"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7" name="矩形 56"/>
          <p:cNvSpPr/>
          <p:nvPr userDrawn="1"/>
        </p:nvSpPr>
        <p:spPr>
          <a:xfrm>
            <a:off x="1477685"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8" name="矩形 57"/>
          <p:cNvSpPr/>
          <p:nvPr userDrawn="1"/>
        </p:nvSpPr>
        <p:spPr>
          <a:xfrm>
            <a:off x="1698757"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9" name="矩形 58"/>
          <p:cNvSpPr/>
          <p:nvPr userDrawn="1"/>
        </p:nvSpPr>
        <p:spPr>
          <a:xfrm>
            <a:off x="197194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0" name="矩形 59"/>
          <p:cNvSpPr/>
          <p:nvPr userDrawn="1"/>
        </p:nvSpPr>
        <p:spPr>
          <a:xfrm>
            <a:off x="184032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1" name="矩形 60"/>
          <p:cNvSpPr/>
          <p:nvPr userDrawn="1"/>
        </p:nvSpPr>
        <p:spPr>
          <a:xfrm>
            <a:off x="212434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2" name="矩形 61"/>
          <p:cNvSpPr/>
          <p:nvPr userDrawn="1"/>
        </p:nvSpPr>
        <p:spPr>
          <a:xfrm>
            <a:off x="227674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3" name="矩形 62"/>
          <p:cNvSpPr/>
          <p:nvPr userDrawn="1"/>
        </p:nvSpPr>
        <p:spPr>
          <a:xfrm>
            <a:off x="2512459"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4" name="矩形 63"/>
          <p:cNvSpPr/>
          <p:nvPr userDrawn="1"/>
        </p:nvSpPr>
        <p:spPr>
          <a:xfrm>
            <a:off x="2785647"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5" name="矩形 64"/>
          <p:cNvSpPr/>
          <p:nvPr userDrawn="1"/>
        </p:nvSpPr>
        <p:spPr>
          <a:xfrm>
            <a:off x="2654024"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矩形 65"/>
          <p:cNvSpPr/>
          <p:nvPr userDrawn="1"/>
        </p:nvSpPr>
        <p:spPr>
          <a:xfrm>
            <a:off x="2938047"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矩形 66"/>
          <p:cNvSpPr/>
          <p:nvPr userDrawn="1"/>
        </p:nvSpPr>
        <p:spPr>
          <a:xfrm>
            <a:off x="3090447"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8" name="矩形 67"/>
          <p:cNvSpPr/>
          <p:nvPr userDrawn="1"/>
        </p:nvSpPr>
        <p:spPr>
          <a:xfrm>
            <a:off x="3318938"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9" name="矩形 68"/>
          <p:cNvSpPr/>
          <p:nvPr userDrawn="1"/>
        </p:nvSpPr>
        <p:spPr>
          <a:xfrm>
            <a:off x="359212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0" name="矩形 69"/>
          <p:cNvSpPr/>
          <p:nvPr userDrawn="1"/>
        </p:nvSpPr>
        <p:spPr>
          <a:xfrm>
            <a:off x="346050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矩形 70"/>
          <p:cNvSpPr/>
          <p:nvPr userDrawn="1"/>
        </p:nvSpPr>
        <p:spPr>
          <a:xfrm>
            <a:off x="374452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2" name="矩形 71"/>
          <p:cNvSpPr/>
          <p:nvPr userDrawn="1"/>
        </p:nvSpPr>
        <p:spPr>
          <a:xfrm>
            <a:off x="389692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矩形 72"/>
          <p:cNvSpPr/>
          <p:nvPr userDrawn="1"/>
        </p:nvSpPr>
        <p:spPr>
          <a:xfrm>
            <a:off x="4129028"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4" name="矩形 73"/>
          <p:cNvSpPr/>
          <p:nvPr userDrawn="1"/>
        </p:nvSpPr>
        <p:spPr>
          <a:xfrm>
            <a:off x="440221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矩形 74"/>
          <p:cNvSpPr/>
          <p:nvPr userDrawn="1"/>
        </p:nvSpPr>
        <p:spPr>
          <a:xfrm>
            <a:off x="427059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6" name="矩形 75"/>
          <p:cNvSpPr/>
          <p:nvPr userDrawn="1"/>
        </p:nvSpPr>
        <p:spPr>
          <a:xfrm>
            <a:off x="455461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7" name="矩形 76"/>
          <p:cNvSpPr/>
          <p:nvPr userDrawn="1"/>
        </p:nvSpPr>
        <p:spPr>
          <a:xfrm>
            <a:off x="470701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8" name="矩形 77"/>
          <p:cNvSpPr/>
          <p:nvPr userDrawn="1"/>
        </p:nvSpPr>
        <p:spPr>
          <a:xfrm>
            <a:off x="4939117"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9" name="矩形 78"/>
          <p:cNvSpPr/>
          <p:nvPr userDrawn="1"/>
        </p:nvSpPr>
        <p:spPr>
          <a:xfrm>
            <a:off x="521230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0" name="矩形 79"/>
          <p:cNvSpPr/>
          <p:nvPr userDrawn="1"/>
        </p:nvSpPr>
        <p:spPr>
          <a:xfrm>
            <a:off x="508068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1" name="矩形 80"/>
          <p:cNvSpPr/>
          <p:nvPr userDrawn="1"/>
        </p:nvSpPr>
        <p:spPr>
          <a:xfrm>
            <a:off x="5364705"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2" name="矩形 81"/>
          <p:cNvSpPr/>
          <p:nvPr userDrawn="1"/>
        </p:nvSpPr>
        <p:spPr>
          <a:xfrm>
            <a:off x="551710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3" name="矩形 82"/>
          <p:cNvSpPr/>
          <p:nvPr userDrawn="1"/>
        </p:nvSpPr>
        <p:spPr>
          <a:xfrm>
            <a:off x="5749208"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4" name="矩形 83"/>
          <p:cNvSpPr/>
          <p:nvPr userDrawn="1"/>
        </p:nvSpPr>
        <p:spPr>
          <a:xfrm>
            <a:off x="602239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5" name="矩形 84"/>
          <p:cNvSpPr/>
          <p:nvPr userDrawn="1"/>
        </p:nvSpPr>
        <p:spPr>
          <a:xfrm>
            <a:off x="5890773"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6" name="矩形 85"/>
          <p:cNvSpPr/>
          <p:nvPr userDrawn="1"/>
        </p:nvSpPr>
        <p:spPr>
          <a:xfrm>
            <a:off x="617479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7" name="矩形 86"/>
          <p:cNvSpPr/>
          <p:nvPr userDrawn="1"/>
        </p:nvSpPr>
        <p:spPr>
          <a:xfrm>
            <a:off x="632719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8" name="矩形 87"/>
          <p:cNvSpPr/>
          <p:nvPr userDrawn="1"/>
        </p:nvSpPr>
        <p:spPr>
          <a:xfrm>
            <a:off x="6563897"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9" name="矩形 88"/>
          <p:cNvSpPr/>
          <p:nvPr userDrawn="1"/>
        </p:nvSpPr>
        <p:spPr>
          <a:xfrm>
            <a:off x="6837085"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0" name="矩形 89"/>
          <p:cNvSpPr/>
          <p:nvPr userDrawn="1"/>
        </p:nvSpPr>
        <p:spPr>
          <a:xfrm>
            <a:off x="6705462"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1" name="矩形 90"/>
          <p:cNvSpPr/>
          <p:nvPr userDrawn="1"/>
        </p:nvSpPr>
        <p:spPr>
          <a:xfrm>
            <a:off x="6989485"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2" name="矩形 91"/>
          <p:cNvSpPr/>
          <p:nvPr userDrawn="1"/>
        </p:nvSpPr>
        <p:spPr>
          <a:xfrm>
            <a:off x="7141885"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3" name="矩形 92"/>
          <p:cNvSpPr/>
          <p:nvPr userDrawn="1"/>
        </p:nvSpPr>
        <p:spPr>
          <a:xfrm>
            <a:off x="7369388"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矩形 93"/>
          <p:cNvSpPr/>
          <p:nvPr userDrawn="1"/>
        </p:nvSpPr>
        <p:spPr>
          <a:xfrm>
            <a:off x="764257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5" name="矩形 94"/>
          <p:cNvSpPr/>
          <p:nvPr userDrawn="1"/>
        </p:nvSpPr>
        <p:spPr>
          <a:xfrm>
            <a:off x="7510952"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6" name="矩形 95"/>
          <p:cNvSpPr/>
          <p:nvPr userDrawn="1"/>
        </p:nvSpPr>
        <p:spPr>
          <a:xfrm>
            <a:off x="779497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7" name="矩形 96"/>
          <p:cNvSpPr/>
          <p:nvPr userDrawn="1"/>
        </p:nvSpPr>
        <p:spPr>
          <a:xfrm>
            <a:off x="794737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8" name="矩形 97"/>
          <p:cNvSpPr/>
          <p:nvPr userDrawn="1"/>
        </p:nvSpPr>
        <p:spPr>
          <a:xfrm>
            <a:off x="8171735"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9" name="矩形 98"/>
          <p:cNvSpPr/>
          <p:nvPr userDrawn="1"/>
        </p:nvSpPr>
        <p:spPr>
          <a:xfrm>
            <a:off x="844492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0" name="矩形 99"/>
          <p:cNvSpPr/>
          <p:nvPr userDrawn="1"/>
        </p:nvSpPr>
        <p:spPr>
          <a:xfrm>
            <a:off x="8313300"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1" name="矩形 100"/>
          <p:cNvSpPr/>
          <p:nvPr userDrawn="1"/>
        </p:nvSpPr>
        <p:spPr>
          <a:xfrm>
            <a:off x="859732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2" name="矩形 101"/>
          <p:cNvSpPr/>
          <p:nvPr userDrawn="1"/>
        </p:nvSpPr>
        <p:spPr>
          <a:xfrm>
            <a:off x="874972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3" name="矩形 102"/>
          <p:cNvSpPr/>
          <p:nvPr userDrawn="1"/>
        </p:nvSpPr>
        <p:spPr>
          <a:xfrm>
            <a:off x="8969630"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5" name="圖片版面配置區 274"/>
          <p:cNvSpPr>
            <a:spLocks noGrp="1"/>
          </p:cNvSpPr>
          <p:nvPr>
            <p:ph type="pic" sz="quarter" idx="13"/>
          </p:nvPr>
        </p:nvSpPr>
        <p:spPr>
          <a:xfrm>
            <a:off x="0" y="1795463"/>
            <a:ext cx="4622800" cy="2801541"/>
          </a:xfrm>
        </p:spPr>
        <p:txBody>
          <a:bodyPr/>
          <a:lstStyle/>
          <a:p>
            <a:endParaRPr lang="zh-TW" altLang="en-US" dirty="0"/>
          </a:p>
        </p:txBody>
      </p:sp>
      <p:sp>
        <p:nvSpPr>
          <p:cNvPr id="276" name="文字方塊 275"/>
          <p:cNvSpPr txBox="1"/>
          <p:nvPr userDrawn="1"/>
        </p:nvSpPr>
        <p:spPr>
          <a:xfrm>
            <a:off x="264913" y="636535"/>
            <a:ext cx="2768260" cy="923330"/>
          </a:xfrm>
          <a:prstGeom prst="rect">
            <a:avLst/>
          </a:prstGeom>
          <a:noFill/>
        </p:spPr>
        <p:txBody>
          <a:bodyPr wrap="square" rtlCol="0">
            <a:spAutoFit/>
          </a:bodyPr>
          <a:lstStyle/>
          <a:p>
            <a:r>
              <a:rPr lang="en-US" altLang="zh-TW" sz="3600" b="1" dirty="0">
                <a:solidFill>
                  <a:schemeClr val="bg1"/>
                </a:solidFill>
              </a:rPr>
              <a:t>CHAPTER</a:t>
            </a:r>
            <a:r>
              <a:rPr lang="zh-TW" altLang="en-US" sz="3600" b="1" dirty="0">
                <a:solidFill>
                  <a:schemeClr val="bg1"/>
                </a:solidFill>
              </a:rPr>
              <a:t> </a:t>
            </a:r>
            <a:r>
              <a:rPr lang="en-US" altLang="zh-TW" sz="5400" b="1" dirty="0">
                <a:solidFill>
                  <a:schemeClr val="accent5">
                    <a:lumMod val="50000"/>
                  </a:schemeClr>
                </a:solidFill>
              </a:rPr>
              <a:t>16</a:t>
            </a:r>
            <a:endParaRPr lang="zh-TW" altLang="en-US" sz="5400" b="1" dirty="0">
              <a:solidFill>
                <a:schemeClr val="accent5">
                  <a:lumMod val="50000"/>
                </a:schemeClr>
              </a:solidFill>
            </a:endParaRPr>
          </a:p>
        </p:txBody>
      </p:sp>
    </p:spTree>
    <p:extLst>
      <p:ext uri="{BB962C8B-B14F-4D97-AF65-F5344CB8AC3E}">
        <p14:creationId xmlns:p14="http://schemas.microsoft.com/office/powerpoint/2010/main" val="15088197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a:xfrm>
            <a:off x="457200" y="634603"/>
            <a:ext cx="8229600" cy="722012"/>
          </a:xfrm>
        </p:spPr>
        <p:txBody>
          <a:bodyPr/>
          <a:lstStyle>
            <a:lvl1pPr>
              <a:defRPr b="1">
                <a:solidFill>
                  <a:srgbClr val="C00000"/>
                </a:solidFill>
                <a:latin typeface="微軟正黑體" pitchFamily="34" charset="-120"/>
                <a:ea typeface="微軟正黑體" pitchFamily="34" charset="-120"/>
              </a:defRPr>
            </a:lvl1pPr>
          </a:lstStyle>
          <a:p>
            <a:r>
              <a:rPr lang="zh-TW" altLang="en-US" dirty="0"/>
              <a:t>按一下以編輯母片標題樣式</a:t>
            </a:r>
          </a:p>
        </p:txBody>
      </p:sp>
      <p:sp>
        <p:nvSpPr>
          <p:cNvPr id="3" name="內容版面配置區 2"/>
          <p:cNvSpPr>
            <a:spLocks noGrp="1"/>
          </p:cNvSpPr>
          <p:nvPr>
            <p:ph idx="1"/>
          </p:nvPr>
        </p:nvSpPr>
        <p:spPr>
          <a:xfrm>
            <a:off x="457200" y="1525384"/>
            <a:ext cx="8229600" cy="3069239"/>
          </a:xfrm>
        </p:spPr>
        <p:txBody>
          <a:bodyPr/>
          <a:lstStyle>
            <a:lvl1pPr marL="457200" indent="-457200">
              <a:lnSpc>
                <a:spcPct val="120000"/>
              </a:lnSpc>
              <a:spcBef>
                <a:spcPts val="800"/>
              </a:spcBef>
              <a:buFontTx/>
              <a:buBlip>
                <a:blip r:embed="rId2"/>
              </a:buBlip>
              <a:defRPr sz="2800" b="1">
                <a:latin typeface="微軟正黑體" pitchFamily="34" charset="-120"/>
                <a:ea typeface="微軟正黑體" pitchFamily="34" charset="-120"/>
              </a:defRPr>
            </a:lvl1pPr>
            <a:lvl2pPr marL="914400" indent="-457200">
              <a:lnSpc>
                <a:spcPct val="120000"/>
              </a:lnSpc>
              <a:spcBef>
                <a:spcPts val="800"/>
              </a:spcBef>
              <a:buClr>
                <a:schemeClr val="tx2"/>
              </a:buClr>
              <a:buFont typeface="Wingdings 3" panose="05040102010807070707" pitchFamily="18" charset="2"/>
              <a:buChar char=""/>
              <a:defRPr sz="2400" b="1">
                <a:latin typeface="微軟正黑體" pitchFamily="34" charset="-120"/>
                <a:ea typeface="微軟正黑體" pitchFamily="34" charset="-120"/>
              </a:defRPr>
            </a:lvl2pPr>
            <a:lvl3pPr marL="1257300" indent="-342900">
              <a:lnSpc>
                <a:spcPct val="120000"/>
              </a:lnSpc>
              <a:spcBef>
                <a:spcPts val="800"/>
              </a:spcBef>
              <a:buClr>
                <a:schemeClr val="accent1"/>
              </a:buClr>
              <a:buFont typeface="微軟正黑體" panose="020B0604030504040204" pitchFamily="34" charset="-120"/>
              <a:buChar char="■"/>
              <a:defRPr sz="2000" b="1">
                <a:latin typeface="微軟正黑體" pitchFamily="34" charset="-120"/>
                <a:ea typeface="微軟正黑體" pitchFamily="34" charset="-120"/>
              </a:defRPr>
            </a:lvl3pPr>
            <a:lvl4pPr marL="1371600" indent="0">
              <a:lnSpc>
                <a:spcPct val="120000"/>
              </a:lnSpc>
              <a:spcBef>
                <a:spcPts val="800"/>
              </a:spcBef>
              <a:buNone/>
              <a:defRPr sz="2000" b="1">
                <a:latin typeface="微軟正黑體" pitchFamily="34" charset="-120"/>
                <a:ea typeface="微軟正黑體" pitchFamily="34" charset="-120"/>
              </a:defRPr>
            </a:lvl4pPr>
            <a:lvl5pPr marL="1828800" indent="0">
              <a:lnSpc>
                <a:spcPct val="120000"/>
              </a:lnSpc>
              <a:spcBef>
                <a:spcPts val="800"/>
              </a:spcBef>
              <a:buNone/>
              <a:defRPr sz="1800" b="1">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pic>
        <p:nvPicPr>
          <p:cNvPr id="1028" name="Picture 4" descr="D:\製作中\02再版書\0558909\章首頁\computer.png"/>
          <p:cNvPicPr>
            <a:picLocks noChangeAspect="1" noChangeArrowheads="1"/>
          </p:cNvPicPr>
          <p:nvPr userDrawn="1"/>
        </p:nvPicPr>
        <p:blipFill>
          <a:blip r:embed="rId3" cstate="screen">
            <a:extLst>
              <a:ext uri="{BEBA8EAE-BF5A-486C-A8C5-ECC9F3942E4B}">
                <a14:imgProps xmlns:a14="http://schemas.microsoft.com/office/drawing/2010/main">
                  <a14:imgLayer r:embed="rId4">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288212" y="65596"/>
            <a:ext cx="425589" cy="4153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 name="矩形 7"/>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5">
                    <a:lumMod val="40000"/>
                    <a:lumOff val="60000"/>
                  </a:schemeClr>
                </a:solidFill>
                <a:latin typeface="+mn-lt"/>
                <a:ea typeface="+mn-ea"/>
                <a:cs typeface="+mn-cs"/>
              </a:rPr>
              <a:t>An Introduction to Computer Science</a:t>
            </a:r>
            <a:endParaRPr lang="zh-TW" altLang="en-US" dirty="0">
              <a:solidFill>
                <a:schemeClr val="accent5">
                  <a:lumMod val="40000"/>
                  <a:lumOff val="60000"/>
                </a:schemeClr>
              </a:solidFill>
            </a:endParaRPr>
          </a:p>
        </p:txBody>
      </p:sp>
      <p:sp>
        <p:nvSpPr>
          <p:cNvPr id="10" name="矩形 9"/>
          <p:cNvSpPr/>
          <p:nvPr userDrawn="1"/>
        </p:nvSpPr>
        <p:spPr>
          <a:xfrm>
            <a:off x="8127396" y="0"/>
            <a:ext cx="1016605" cy="54652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 name="矩形 3"/>
          <p:cNvSpPr/>
          <p:nvPr userDrawn="1"/>
        </p:nvSpPr>
        <p:spPr>
          <a:xfrm>
            <a:off x="7812361" y="291553"/>
            <a:ext cx="135015"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矩形 11"/>
          <p:cNvSpPr/>
          <p:nvPr userDrawn="1"/>
        </p:nvSpPr>
        <p:spPr>
          <a:xfrm>
            <a:off x="7677346" y="388486"/>
            <a:ext cx="135015"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3" name="群組 12"/>
          <p:cNvGrpSpPr/>
          <p:nvPr userDrawn="1"/>
        </p:nvGrpSpPr>
        <p:grpSpPr>
          <a:xfrm>
            <a:off x="0" y="0"/>
            <a:ext cx="9198259" cy="622018"/>
            <a:chOff x="0" y="0"/>
            <a:chExt cx="9198259" cy="622018"/>
          </a:xfrm>
        </p:grpSpPr>
        <p:grpSp>
          <p:nvGrpSpPr>
            <p:cNvPr id="14" name="群組 13"/>
            <p:cNvGrpSpPr/>
            <p:nvPr userDrawn="1"/>
          </p:nvGrpSpPr>
          <p:grpSpPr>
            <a:xfrm>
              <a:off x="0" y="0"/>
              <a:ext cx="9144001" cy="546525"/>
              <a:chOff x="0" y="0"/>
              <a:chExt cx="9144001" cy="546525"/>
            </a:xfrm>
          </p:grpSpPr>
          <p:sp>
            <p:nvSpPr>
              <p:cNvPr id="16" name="矩形 15"/>
              <p:cNvSpPr/>
              <p:nvPr userDrawn="1"/>
            </p:nvSpPr>
            <p:spPr>
              <a:xfrm>
                <a:off x="0" y="0"/>
                <a:ext cx="9144000" cy="546525"/>
              </a:xfrm>
              <a:prstGeom prst="rect">
                <a:avLst/>
              </a:prstGeom>
              <a:solidFill>
                <a:schemeClr val="accent5">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zh-TW" altLang="en-US" dirty="0"/>
              </a:p>
            </p:txBody>
          </p:sp>
          <p:sp>
            <p:nvSpPr>
              <p:cNvPr id="17" name="矩形 16"/>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5">
                        <a:lumMod val="40000"/>
                        <a:lumOff val="60000"/>
                      </a:schemeClr>
                    </a:solidFill>
                    <a:latin typeface="+mn-lt"/>
                    <a:ea typeface="+mn-ea"/>
                    <a:cs typeface="+mn-cs"/>
                  </a:rPr>
                  <a:t>An Introduction to Computer Science</a:t>
                </a:r>
                <a:endParaRPr lang="zh-TW" altLang="en-US" dirty="0">
                  <a:solidFill>
                    <a:schemeClr val="accent5">
                      <a:lumMod val="40000"/>
                      <a:lumOff val="60000"/>
                    </a:schemeClr>
                  </a:solidFill>
                </a:endParaRPr>
              </a:p>
            </p:txBody>
          </p:sp>
          <p:sp>
            <p:nvSpPr>
              <p:cNvPr id="18" name="矩形 17"/>
              <p:cNvSpPr/>
              <p:nvPr userDrawn="1"/>
            </p:nvSpPr>
            <p:spPr>
              <a:xfrm>
                <a:off x="8127396" y="0"/>
                <a:ext cx="1016605" cy="54652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 name="矩形 18"/>
              <p:cNvSpPr/>
              <p:nvPr userDrawn="1"/>
            </p:nvSpPr>
            <p:spPr>
              <a:xfrm>
                <a:off x="7778146" y="291553"/>
                <a:ext cx="100800"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0" name="矩形 19"/>
              <p:cNvSpPr/>
              <p:nvPr userDrawn="1"/>
            </p:nvSpPr>
            <p:spPr>
              <a:xfrm>
                <a:off x="7677346" y="392814"/>
                <a:ext cx="100800"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TW" dirty="0"/>
              </a:p>
              <a:p>
                <a:pPr algn="ctr"/>
                <a:endParaRPr lang="en-US" altLang="zh-TW" dirty="0"/>
              </a:p>
              <a:p>
                <a:pPr algn="ctr"/>
                <a:endParaRPr lang="en-US" altLang="zh-TW" dirty="0"/>
              </a:p>
              <a:p>
                <a:pPr algn="ctr"/>
                <a:endParaRPr lang="en-US" altLang="zh-TW" dirty="0"/>
              </a:p>
              <a:p>
                <a:pPr algn="ctr"/>
                <a:endParaRPr lang="zh-TW" altLang="en-US" dirty="0"/>
              </a:p>
            </p:txBody>
          </p:sp>
          <p:pic>
            <p:nvPicPr>
              <p:cNvPr id="21" name="Picture 4" descr="D:\製作中\02再版書\0558909\章首頁\computer.png"/>
              <p:cNvPicPr>
                <a:picLocks noChangeAspect="1" noChangeArrowheads="1"/>
              </p:cNvPicPr>
              <p:nvPr userDrawn="1"/>
            </p:nvPicPr>
            <p:blipFill>
              <a:blip r:embed="rId3" cstate="screen">
                <a:extLst>
                  <a:ext uri="{BEBA8EAE-BF5A-486C-A8C5-ECC9F3942E4B}">
                    <a14:imgProps xmlns:a14="http://schemas.microsoft.com/office/drawing/2010/main">
                      <a14:imgLayer r:embed="rId4">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512885" y="71699"/>
                <a:ext cx="323700" cy="421201"/>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15" name="文字方塊 14"/>
            <p:cNvSpPr txBox="1"/>
            <p:nvPr userDrawn="1"/>
          </p:nvSpPr>
          <p:spPr>
            <a:xfrm>
              <a:off x="8073134" y="6465"/>
              <a:ext cx="1125125" cy="615553"/>
            </a:xfrm>
            <a:prstGeom prst="rect">
              <a:avLst/>
            </a:prstGeom>
            <a:noFill/>
          </p:spPr>
          <p:txBody>
            <a:bodyPr wrap="square" rtlCol="0">
              <a:spAutoFit/>
            </a:bodyPr>
            <a:lstStyle/>
            <a:p>
              <a:pPr algn="ctr"/>
              <a:r>
                <a:rPr lang="en-US" altLang="zh-TW" sz="1200" dirty="0">
                  <a:solidFill>
                    <a:schemeClr val="accent5">
                      <a:lumMod val="20000"/>
                      <a:lumOff val="80000"/>
                    </a:schemeClr>
                  </a:solidFill>
                </a:rPr>
                <a:t>Chapter</a:t>
              </a:r>
            </a:p>
            <a:p>
              <a:pPr algn="ctr"/>
              <a:r>
                <a:rPr lang="en-US" altLang="zh-TW" sz="2200" dirty="0">
                  <a:solidFill>
                    <a:schemeClr val="accent5">
                      <a:lumMod val="20000"/>
                      <a:lumOff val="80000"/>
                    </a:schemeClr>
                  </a:solidFill>
                </a:rPr>
                <a:t>16</a:t>
              </a:r>
              <a:endParaRPr lang="zh-TW" altLang="en-US" sz="2200" dirty="0">
                <a:solidFill>
                  <a:schemeClr val="accent5">
                    <a:lumMod val="20000"/>
                    <a:lumOff val="80000"/>
                  </a:schemeClr>
                </a:solidFill>
              </a:endParaRPr>
            </a:p>
          </p:txBody>
        </p:sp>
      </p:grpSp>
    </p:spTree>
    <p:extLst>
      <p:ext uri="{BB962C8B-B14F-4D97-AF65-F5344CB8AC3E}">
        <p14:creationId xmlns:p14="http://schemas.microsoft.com/office/powerpoint/2010/main" val="16913057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標題及物件">
    <p:spTree>
      <p:nvGrpSpPr>
        <p:cNvPr id="1" name=""/>
        <p:cNvGrpSpPr/>
        <p:nvPr/>
      </p:nvGrpSpPr>
      <p:grpSpPr>
        <a:xfrm>
          <a:off x="0" y="0"/>
          <a:ext cx="0" cy="0"/>
          <a:chOff x="0" y="0"/>
          <a:chExt cx="0" cy="0"/>
        </a:xfrm>
      </p:grpSpPr>
      <p:sp>
        <p:nvSpPr>
          <p:cNvPr id="3" name="內容版面配置區 2"/>
          <p:cNvSpPr>
            <a:spLocks noGrp="1"/>
          </p:cNvSpPr>
          <p:nvPr>
            <p:ph idx="1"/>
          </p:nvPr>
        </p:nvSpPr>
        <p:spPr>
          <a:xfrm>
            <a:off x="457200" y="884063"/>
            <a:ext cx="8229600" cy="3710560"/>
          </a:xfrm>
        </p:spPr>
        <p:txBody>
          <a:bodyPr/>
          <a:lstStyle>
            <a:lvl1pPr marL="0" indent="0">
              <a:buNone/>
              <a:defRPr>
                <a:latin typeface="微軟正黑體" pitchFamily="34" charset="-120"/>
                <a:ea typeface="微軟正黑體" pitchFamily="34" charset="-120"/>
              </a:defRPr>
            </a:lvl1pPr>
            <a:lvl2pPr marL="457200" indent="0">
              <a:buNone/>
              <a:defRPr>
                <a:latin typeface="微軟正黑體" pitchFamily="34" charset="-120"/>
                <a:ea typeface="微軟正黑體" pitchFamily="34" charset="-120"/>
              </a:defRPr>
            </a:lvl2pPr>
            <a:lvl3pPr marL="914400" indent="0">
              <a:buNone/>
              <a:defRPr>
                <a:latin typeface="微軟正黑體" pitchFamily="34" charset="-120"/>
                <a:ea typeface="微軟正黑體" pitchFamily="34" charset="-120"/>
              </a:defRPr>
            </a:lvl3pPr>
            <a:lvl4pPr marL="1371600" indent="0">
              <a:buNone/>
              <a:defRPr>
                <a:latin typeface="微軟正黑體" pitchFamily="34" charset="-120"/>
                <a:ea typeface="微軟正黑體" pitchFamily="34" charset="-120"/>
              </a:defRPr>
            </a:lvl4pPr>
            <a:lvl5pPr marL="1828800" indent="0">
              <a:buNone/>
              <a:defRPr>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7" name="矩形 6"/>
          <p:cNvSpPr/>
          <p:nvPr userDrawn="1"/>
        </p:nvSpPr>
        <p:spPr>
          <a:xfrm>
            <a:off x="0" y="0"/>
            <a:ext cx="9144000" cy="546525"/>
          </a:xfrm>
          <a:prstGeom prst="rect">
            <a:avLst/>
          </a:prstGeom>
          <a:solidFill>
            <a:schemeClr val="accent5">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pic>
        <p:nvPicPr>
          <p:cNvPr id="1028" name="Picture 4" descr="D:\製作中\02再版書\0558909\章首頁\computer.png"/>
          <p:cNvPicPr>
            <a:picLocks noChangeAspect="1" noChangeArrowheads="1"/>
          </p:cNvPicPr>
          <p:nvPr userDrawn="1"/>
        </p:nvPicPr>
        <p:blipFill>
          <a:blip r:embed="rId2" cstate="screen">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288212" y="65596"/>
            <a:ext cx="425589" cy="4153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 name="矩形 7"/>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5">
                    <a:lumMod val="40000"/>
                    <a:lumOff val="60000"/>
                  </a:schemeClr>
                </a:solidFill>
                <a:latin typeface="+mn-lt"/>
                <a:ea typeface="+mn-ea"/>
                <a:cs typeface="+mn-cs"/>
              </a:rPr>
              <a:t>An Introduction to Computer Science</a:t>
            </a:r>
            <a:endParaRPr lang="zh-TW" altLang="en-US" dirty="0">
              <a:solidFill>
                <a:schemeClr val="accent5">
                  <a:lumMod val="40000"/>
                  <a:lumOff val="60000"/>
                </a:schemeClr>
              </a:solidFill>
            </a:endParaRPr>
          </a:p>
        </p:txBody>
      </p:sp>
      <p:sp>
        <p:nvSpPr>
          <p:cNvPr id="10" name="矩形 9"/>
          <p:cNvSpPr/>
          <p:nvPr userDrawn="1"/>
        </p:nvSpPr>
        <p:spPr>
          <a:xfrm>
            <a:off x="8127396" y="0"/>
            <a:ext cx="1016605" cy="54652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 name="矩形 3"/>
          <p:cNvSpPr/>
          <p:nvPr userDrawn="1"/>
        </p:nvSpPr>
        <p:spPr>
          <a:xfrm>
            <a:off x="7812361" y="291553"/>
            <a:ext cx="135015"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矩形 11"/>
          <p:cNvSpPr/>
          <p:nvPr userDrawn="1"/>
        </p:nvSpPr>
        <p:spPr>
          <a:xfrm>
            <a:off x="7677346" y="388486"/>
            <a:ext cx="135015"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3" name="群組 12"/>
          <p:cNvGrpSpPr/>
          <p:nvPr userDrawn="1"/>
        </p:nvGrpSpPr>
        <p:grpSpPr>
          <a:xfrm>
            <a:off x="0" y="0"/>
            <a:ext cx="9198259" cy="622018"/>
            <a:chOff x="0" y="0"/>
            <a:chExt cx="9198259" cy="622018"/>
          </a:xfrm>
        </p:grpSpPr>
        <p:grpSp>
          <p:nvGrpSpPr>
            <p:cNvPr id="14" name="群組 13"/>
            <p:cNvGrpSpPr/>
            <p:nvPr userDrawn="1"/>
          </p:nvGrpSpPr>
          <p:grpSpPr>
            <a:xfrm>
              <a:off x="0" y="0"/>
              <a:ext cx="9144001" cy="546525"/>
              <a:chOff x="0" y="0"/>
              <a:chExt cx="9144001" cy="546525"/>
            </a:xfrm>
          </p:grpSpPr>
          <p:sp>
            <p:nvSpPr>
              <p:cNvPr id="16" name="矩形 15"/>
              <p:cNvSpPr/>
              <p:nvPr userDrawn="1"/>
            </p:nvSpPr>
            <p:spPr>
              <a:xfrm>
                <a:off x="0" y="0"/>
                <a:ext cx="9144000" cy="546525"/>
              </a:xfrm>
              <a:prstGeom prst="rect">
                <a:avLst/>
              </a:prstGeom>
              <a:solidFill>
                <a:schemeClr val="accent5">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zh-TW" altLang="en-US" dirty="0"/>
              </a:p>
            </p:txBody>
          </p:sp>
          <p:sp>
            <p:nvSpPr>
              <p:cNvPr id="17" name="矩形 16"/>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5">
                        <a:lumMod val="40000"/>
                        <a:lumOff val="60000"/>
                      </a:schemeClr>
                    </a:solidFill>
                    <a:latin typeface="+mn-lt"/>
                    <a:ea typeface="+mn-ea"/>
                    <a:cs typeface="+mn-cs"/>
                  </a:rPr>
                  <a:t>An Introduction to Computer Science</a:t>
                </a:r>
                <a:endParaRPr lang="zh-TW" altLang="en-US" dirty="0">
                  <a:solidFill>
                    <a:schemeClr val="accent5">
                      <a:lumMod val="40000"/>
                      <a:lumOff val="60000"/>
                    </a:schemeClr>
                  </a:solidFill>
                </a:endParaRPr>
              </a:p>
            </p:txBody>
          </p:sp>
          <p:sp>
            <p:nvSpPr>
              <p:cNvPr id="18" name="矩形 17"/>
              <p:cNvSpPr/>
              <p:nvPr userDrawn="1"/>
            </p:nvSpPr>
            <p:spPr>
              <a:xfrm>
                <a:off x="8127396" y="0"/>
                <a:ext cx="1016605" cy="54652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 name="矩形 18"/>
              <p:cNvSpPr/>
              <p:nvPr userDrawn="1"/>
            </p:nvSpPr>
            <p:spPr>
              <a:xfrm>
                <a:off x="7778146" y="291553"/>
                <a:ext cx="100800"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0" name="矩形 19"/>
              <p:cNvSpPr/>
              <p:nvPr userDrawn="1"/>
            </p:nvSpPr>
            <p:spPr>
              <a:xfrm>
                <a:off x="7677346" y="392814"/>
                <a:ext cx="100800"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TW" dirty="0"/>
              </a:p>
              <a:p>
                <a:pPr algn="ctr"/>
                <a:endParaRPr lang="en-US" altLang="zh-TW" dirty="0"/>
              </a:p>
              <a:p>
                <a:pPr algn="ctr"/>
                <a:endParaRPr lang="en-US" altLang="zh-TW" dirty="0"/>
              </a:p>
              <a:p>
                <a:pPr algn="ctr"/>
                <a:endParaRPr lang="en-US" altLang="zh-TW" dirty="0"/>
              </a:p>
              <a:p>
                <a:pPr algn="ctr"/>
                <a:endParaRPr lang="zh-TW" altLang="en-US" dirty="0"/>
              </a:p>
            </p:txBody>
          </p:sp>
          <p:pic>
            <p:nvPicPr>
              <p:cNvPr id="21" name="Picture 4" descr="D:\製作中\02再版書\0558909\章首頁\computer.png"/>
              <p:cNvPicPr>
                <a:picLocks noChangeAspect="1" noChangeArrowheads="1"/>
              </p:cNvPicPr>
              <p:nvPr userDrawn="1"/>
            </p:nvPicPr>
            <p:blipFill>
              <a:blip r:embed="rId2" cstate="screen">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512885" y="71699"/>
                <a:ext cx="323700" cy="421201"/>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15" name="文字方塊 14"/>
            <p:cNvSpPr txBox="1"/>
            <p:nvPr userDrawn="1"/>
          </p:nvSpPr>
          <p:spPr>
            <a:xfrm>
              <a:off x="8073134" y="6465"/>
              <a:ext cx="1125125" cy="615553"/>
            </a:xfrm>
            <a:prstGeom prst="rect">
              <a:avLst/>
            </a:prstGeom>
            <a:noFill/>
          </p:spPr>
          <p:txBody>
            <a:bodyPr wrap="square" rtlCol="0">
              <a:spAutoFit/>
            </a:bodyPr>
            <a:lstStyle/>
            <a:p>
              <a:pPr algn="ctr"/>
              <a:r>
                <a:rPr lang="en-US" altLang="zh-TW" sz="1200" dirty="0">
                  <a:solidFill>
                    <a:schemeClr val="accent5">
                      <a:lumMod val="20000"/>
                      <a:lumOff val="80000"/>
                    </a:schemeClr>
                  </a:solidFill>
                </a:rPr>
                <a:t>Chapter</a:t>
              </a:r>
            </a:p>
            <a:p>
              <a:pPr algn="ctr"/>
              <a:r>
                <a:rPr lang="en-US" altLang="zh-TW" sz="2200" dirty="0">
                  <a:solidFill>
                    <a:schemeClr val="accent5">
                      <a:lumMod val="20000"/>
                      <a:lumOff val="80000"/>
                    </a:schemeClr>
                  </a:solidFill>
                </a:rPr>
                <a:t>16</a:t>
              </a:r>
              <a:endParaRPr lang="zh-TW" altLang="en-US" sz="2200" dirty="0">
                <a:solidFill>
                  <a:schemeClr val="accent5">
                    <a:lumMod val="20000"/>
                    <a:lumOff val="80000"/>
                  </a:schemeClr>
                </a:solidFill>
              </a:endParaRPr>
            </a:p>
          </p:txBody>
        </p:sp>
      </p:grpSp>
    </p:spTree>
    <p:extLst>
      <p:ext uri="{BB962C8B-B14F-4D97-AF65-F5344CB8AC3E}">
        <p14:creationId xmlns:p14="http://schemas.microsoft.com/office/powerpoint/2010/main" val="1415758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標題及物件">
    <p:spTree>
      <p:nvGrpSpPr>
        <p:cNvPr id="1" name=""/>
        <p:cNvGrpSpPr/>
        <p:nvPr/>
      </p:nvGrpSpPr>
      <p:grpSpPr>
        <a:xfrm>
          <a:off x="0" y="0"/>
          <a:ext cx="0" cy="0"/>
          <a:chOff x="0" y="0"/>
          <a:chExt cx="0" cy="0"/>
        </a:xfrm>
      </p:grpSpPr>
      <p:sp>
        <p:nvSpPr>
          <p:cNvPr id="7" name="矩形 6"/>
          <p:cNvSpPr/>
          <p:nvPr userDrawn="1"/>
        </p:nvSpPr>
        <p:spPr>
          <a:xfrm>
            <a:off x="0" y="0"/>
            <a:ext cx="9144000" cy="546525"/>
          </a:xfrm>
          <a:prstGeom prst="rect">
            <a:avLst/>
          </a:prstGeom>
          <a:solidFill>
            <a:schemeClr val="accent5">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pic>
        <p:nvPicPr>
          <p:cNvPr id="1028" name="Picture 4" descr="D:\製作中\02再版書\0558909\章首頁\computer.png"/>
          <p:cNvPicPr>
            <a:picLocks noChangeAspect="1" noChangeArrowheads="1"/>
          </p:cNvPicPr>
          <p:nvPr userDrawn="1"/>
        </p:nvPicPr>
        <p:blipFill>
          <a:blip r:embed="rId2" cstate="screen">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288212" y="65596"/>
            <a:ext cx="425589" cy="4153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 name="矩形 7"/>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5">
                    <a:lumMod val="40000"/>
                    <a:lumOff val="60000"/>
                  </a:schemeClr>
                </a:solidFill>
                <a:latin typeface="+mn-lt"/>
                <a:ea typeface="+mn-ea"/>
                <a:cs typeface="+mn-cs"/>
              </a:rPr>
              <a:t>An Introduction to Computer Science</a:t>
            </a:r>
            <a:endParaRPr lang="zh-TW" altLang="en-US" dirty="0">
              <a:solidFill>
                <a:schemeClr val="accent5">
                  <a:lumMod val="40000"/>
                  <a:lumOff val="60000"/>
                </a:schemeClr>
              </a:solidFill>
            </a:endParaRPr>
          </a:p>
        </p:txBody>
      </p:sp>
      <p:sp>
        <p:nvSpPr>
          <p:cNvPr id="10" name="矩形 9"/>
          <p:cNvSpPr/>
          <p:nvPr userDrawn="1"/>
        </p:nvSpPr>
        <p:spPr>
          <a:xfrm>
            <a:off x="8127396" y="0"/>
            <a:ext cx="1016605" cy="54652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 name="矩形 3"/>
          <p:cNvSpPr/>
          <p:nvPr userDrawn="1"/>
        </p:nvSpPr>
        <p:spPr>
          <a:xfrm>
            <a:off x="7812361" y="291553"/>
            <a:ext cx="135015"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矩形 11"/>
          <p:cNvSpPr/>
          <p:nvPr userDrawn="1"/>
        </p:nvSpPr>
        <p:spPr>
          <a:xfrm>
            <a:off x="7677346" y="388486"/>
            <a:ext cx="135015"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內容版面配置區 2"/>
          <p:cNvSpPr>
            <a:spLocks noGrp="1"/>
          </p:cNvSpPr>
          <p:nvPr>
            <p:ph idx="1"/>
          </p:nvPr>
        </p:nvSpPr>
        <p:spPr>
          <a:xfrm>
            <a:off x="457200" y="850309"/>
            <a:ext cx="8229600" cy="3744314"/>
          </a:xfrm>
        </p:spPr>
        <p:txBody>
          <a:bodyPr/>
          <a:lstStyle>
            <a:lvl1pPr marL="457200" indent="-457200">
              <a:buFontTx/>
              <a:buBlip>
                <a:blip r:embed="rId4"/>
              </a:buBlip>
              <a:defRPr>
                <a:latin typeface="微軟正黑體" pitchFamily="34" charset="-120"/>
                <a:ea typeface="微軟正黑體" pitchFamily="34" charset="-120"/>
              </a:defRPr>
            </a:lvl1pPr>
            <a:lvl2pPr marL="457200" indent="0">
              <a:buNone/>
              <a:defRPr>
                <a:latin typeface="微軟正黑體" pitchFamily="34" charset="-120"/>
                <a:ea typeface="微軟正黑體" pitchFamily="34" charset="-120"/>
              </a:defRPr>
            </a:lvl2pPr>
            <a:lvl3pPr marL="914400" indent="0">
              <a:buNone/>
              <a:defRPr>
                <a:latin typeface="微軟正黑體" pitchFamily="34" charset="-120"/>
                <a:ea typeface="微軟正黑體" pitchFamily="34" charset="-120"/>
              </a:defRPr>
            </a:lvl3pPr>
            <a:lvl4pPr marL="1371600" indent="0">
              <a:buNone/>
              <a:defRPr>
                <a:latin typeface="微軟正黑體" pitchFamily="34" charset="-120"/>
                <a:ea typeface="微軟正黑體" pitchFamily="34" charset="-120"/>
              </a:defRPr>
            </a:lvl4pPr>
            <a:lvl5pPr marL="1828800" indent="0">
              <a:buNone/>
              <a:defRPr>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4" name="群組 13"/>
          <p:cNvGrpSpPr/>
          <p:nvPr userDrawn="1"/>
        </p:nvGrpSpPr>
        <p:grpSpPr>
          <a:xfrm>
            <a:off x="0" y="0"/>
            <a:ext cx="9198259" cy="622018"/>
            <a:chOff x="0" y="0"/>
            <a:chExt cx="9198259" cy="622018"/>
          </a:xfrm>
        </p:grpSpPr>
        <p:grpSp>
          <p:nvGrpSpPr>
            <p:cNvPr id="15" name="群組 14"/>
            <p:cNvGrpSpPr/>
            <p:nvPr userDrawn="1"/>
          </p:nvGrpSpPr>
          <p:grpSpPr>
            <a:xfrm>
              <a:off x="0" y="0"/>
              <a:ext cx="9144001" cy="546525"/>
              <a:chOff x="0" y="0"/>
              <a:chExt cx="9144001" cy="546525"/>
            </a:xfrm>
          </p:grpSpPr>
          <p:sp>
            <p:nvSpPr>
              <p:cNvPr id="17" name="矩形 16"/>
              <p:cNvSpPr/>
              <p:nvPr userDrawn="1"/>
            </p:nvSpPr>
            <p:spPr>
              <a:xfrm>
                <a:off x="0" y="0"/>
                <a:ext cx="9144000" cy="546525"/>
              </a:xfrm>
              <a:prstGeom prst="rect">
                <a:avLst/>
              </a:prstGeom>
              <a:solidFill>
                <a:schemeClr val="accent5">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zh-TW" altLang="en-US" dirty="0"/>
              </a:p>
            </p:txBody>
          </p:sp>
          <p:sp>
            <p:nvSpPr>
              <p:cNvPr id="18" name="矩形 17"/>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5">
                        <a:lumMod val="40000"/>
                        <a:lumOff val="60000"/>
                      </a:schemeClr>
                    </a:solidFill>
                    <a:latin typeface="+mn-lt"/>
                    <a:ea typeface="+mn-ea"/>
                    <a:cs typeface="+mn-cs"/>
                  </a:rPr>
                  <a:t>An Introduction to Computer Science</a:t>
                </a:r>
                <a:endParaRPr lang="zh-TW" altLang="en-US" dirty="0">
                  <a:solidFill>
                    <a:schemeClr val="accent5">
                      <a:lumMod val="40000"/>
                      <a:lumOff val="60000"/>
                    </a:schemeClr>
                  </a:solidFill>
                </a:endParaRPr>
              </a:p>
            </p:txBody>
          </p:sp>
          <p:sp>
            <p:nvSpPr>
              <p:cNvPr id="19" name="矩形 18"/>
              <p:cNvSpPr/>
              <p:nvPr userDrawn="1"/>
            </p:nvSpPr>
            <p:spPr>
              <a:xfrm>
                <a:off x="8127396" y="0"/>
                <a:ext cx="1016605" cy="54652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0" name="矩形 19"/>
              <p:cNvSpPr/>
              <p:nvPr userDrawn="1"/>
            </p:nvSpPr>
            <p:spPr>
              <a:xfrm>
                <a:off x="7778146" y="291553"/>
                <a:ext cx="100800"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1" name="矩形 20"/>
              <p:cNvSpPr/>
              <p:nvPr userDrawn="1"/>
            </p:nvSpPr>
            <p:spPr>
              <a:xfrm>
                <a:off x="7677346" y="392814"/>
                <a:ext cx="100800"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TW" dirty="0"/>
              </a:p>
              <a:p>
                <a:pPr algn="ctr"/>
                <a:endParaRPr lang="en-US" altLang="zh-TW" dirty="0"/>
              </a:p>
              <a:p>
                <a:pPr algn="ctr"/>
                <a:endParaRPr lang="en-US" altLang="zh-TW" dirty="0"/>
              </a:p>
              <a:p>
                <a:pPr algn="ctr"/>
                <a:endParaRPr lang="en-US" altLang="zh-TW" dirty="0"/>
              </a:p>
              <a:p>
                <a:pPr algn="ctr"/>
                <a:endParaRPr lang="zh-TW" altLang="en-US" dirty="0"/>
              </a:p>
            </p:txBody>
          </p:sp>
          <p:pic>
            <p:nvPicPr>
              <p:cNvPr id="22" name="Picture 4" descr="D:\製作中\02再版書\0558909\章首頁\computer.png"/>
              <p:cNvPicPr>
                <a:picLocks noChangeAspect="1" noChangeArrowheads="1"/>
              </p:cNvPicPr>
              <p:nvPr userDrawn="1"/>
            </p:nvPicPr>
            <p:blipFill>
              <a:blip r:embed="rId2" cstate="screen">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512885" y="71699"/>
                <a:ext cx="323700" cy="421201"/>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16" name="文字方塊 15"/>
            <p:cNvSpPr txBox="1"/>
            <p:nvPr userDrawn="1"/>
          </p:nvSpPr>
          <p:spPr>
            <a:xfrm>
              <a:off x="8073134" y="6465"/>
              <a:ext cx="1125125" cy="615553"/>
            </a:xfrm>
            <a:prstGeom prst="rect">
              <a:avLst/>
            </a:prstGeom>
            <a:noFill/>
          </p:spPr>
          <p:txBody>
            <a:bodyPr wrap="square" rtlCol="0">
              <a:spAutoFit/>
            </a:bodyPr>
            <a:lstStyle/>
            <a:p>
              <a:pPr algn="ctr"/>
              <a:r>
                <a:rPr lang="en-US" altLang="zh-TW" sz="1200" dirty="0">
                  <a:solidFill>
                    <a:schemeClr val="accent5">
                      <a:lumMod val="20000"/>
                      <a:lumOff val="80000"/>
                    </a:schemeClr>
                  </a:solidFill>
                </a:rPr>
                <a:t>Chapter</a:t>
              </a:r>
            </a:p>
            <a:p>
              <a:pPr algn="ctr"/>
              <a:r>
                <a:rPr lang="en-US" altLang="zh-TW" sz="2200" dirty="0">
                  <a:solidFill>
                    <a:schemeClr val="accent5">
                      <a:lumMod val="20000"/>
                      <a:lumOff val="80000"/>
                    </a:schemeClr>
                  </a:solidFill>
                </a:rPr>
                <a:t>16</a:t>
              </a:r>
              <a:endParaRPr lang="zh-TW" altLang="en-US" sz="2200" dirty="0">
                <a:solidFill>
                  <a:schemeClr val="accent5">
                    <a:lumMod val="20000"/>
                    <a:lumOff val="80000"/>
                  </a:schemeClr>
                </a:solidFill>
              </a:endParaRPr>
            </a:p>
          </p:txBody>
        </p:sp>
      </p:grpSp>
    </p:spTree>
    <p:extLst>
      <p:ext uri="{BB962C8B-B14F-4D97-AF65-F5344CB8AC3E}">
        <p14:creationId xmlns:p14="http://schemas.microsoft.com/office/powerpoint/2010/main" val="2257201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標題及物件">
    <p:spTree>
      <p:nvGrpSpPr>
        <p:cNvPr id="1" name=""/>
        <p:cNvGrpSpPr/>
        <p:nvPr/>
      </p:nvGrpSpPr>
      <p:grpSpPr>
        <a:xfrm>
          <a:off x="0" y="0"/>
          <a:ext cx="0" cy="0"/>
          <a:chOff x="0" y="0"/>
          <a:chExt cx="0" cy="0"/>
        </a:xfrm>
      </p:grpSpPr>
      <p:sp>
        <p:nvSpPr>
          <p:cNvPr id="2" name="矩形 1"/>
          <p:cNvSpPr/>
          <p:nvPr userDrawn="1"/>
        </p:nvSpPr>
        <p:spPr>
          <a:xfrm>
            <a:off x="3250" y="628578"/>
            <a:ext cx="9144000" cy="3915435"/>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圓角矩形 5"/>
          <p:cNvSpPr/>
          <p:nvPr userDrawn="1"/>
        </p:nvSpPr>
        <p:spPr>
          <a:xfrm>
            <a:off x="269866" y="1255354"/>
            <a:ext cx="8604269" cy="3105345"/>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21" name="Picture 15"/>
          <p:cNvPicPr>
            <a:picLocks noChangeAspect="1" noChangeArrowheads="1"/>
          </p:cNvPicPr>
          <p:nvPr userDrawn="1"/>
        </p:nvPicPr>
        <p:blipFill>
          <a:blip r:embed="rId2"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3343616" y="722472"/>
            <a:ext cx="2456765" cy="6341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2" name="Picture 13"/>
          <p:cNvPicPr>
            <a:picLocks noChangeAspect="1" noChangeArrowheads="1"/>
          </p:cNvPicPr>
          <p:nvPr userDrawn="1"/>
        </p:nvPicPr>
        <p:blipFill>
          <a:blip r:embed="rId3"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rot="487232">
            <a:off x="7757944" y="802232"/>
            <a:ext cx="1038226" cy="80010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5" name="群組 4"/>
          <p:cNvGrpSpPr/>
          <p:nvPr userDrawn="1"/>
        </p:nvGrpSpPr>
        <p:grpSpPr>
          <a:xfrm>
            <a:off x="683018" y="771550"/>
            <a:ext cx="1781968" cy="414607"/>
            <a:chOff x="683018" y="1178750"/>
            <a:chExt cx="1781968" cy="414607"/>
          </a:xfrm>
        </p:grpSpPr>
        <p:sp>
          <p:nvSpPr>
            <p:cNvPr id="24" name="橢圓 23"/>
            <p:cNvSpPr/>
            <p:nvPr userDrawn="1"/>
          </p:nvSpPr>
          <p:spPr>
            <a:xfrm>
              <a:off x="683018"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5" name="橢圓 24"/>
            <p:cNvSpPr/>
            <p:nvPr userDrawn="1"/>
          </p:nvSpPr>
          <p:spPr>
            <a:xfrm>
              <a:off x="1151620"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6" name="橢圓 25"/>
            <p:cNvSpPr/>
            <p:nvPr userDrawn="1"/>
          </p:nvSpPr>
          <p:spPr>
            <a:xfrm>
              <a:off x="1601670"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橢圓 26"/>
            <p:cNvSpPr/>
            <p:nvPr userDrawn="1"/>
          </p:nvSpPr>
          <p:spPr>
            <a:xfrm>
              <a:off x="2051720" y="1180091"/>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23" name="文字方塊 22"/>
          <p:cNvSpPr txBox="1"/>
          <p:nvPr userDrawn="1"/>
        </p:nvSpPr>
        <p:spPr>
          <a:xfrm>
            <a:off x="701570" y="789784"/>
            <a:ext cx="2221692" cy="369332"/>
          </a:xfrm>
          <a:prstGeom prst="rect">
            <a:avLst/>
          </a:prstGeom>
          <a:noFill/>
        </p:spPr>
        <p:txBody>
          <a:bodyPr wrap="square" rtlCol="0">
            <a:spAutoFit/>
          </a:bodyPr>
          <a:lstStyle/>
          <a:p>
            <a:r>
              <a:rPr lang="en-US" altLang="zh-TW" b="1" dirty="0">
                <a:solidFill>
                  <a:srgbClr val="C00000"/>
                </a:solidFill>
                <a:latin typeface="微軟正黑體" pitchFamily="34" charset="-120"/>
                <a:ea typeface="微軟正黑體" pitchFamily="34" charset="-120"/>
              </a:rPr>
              <a:t>IT</a:t>
            </a:r>
            <a:r>
              <a:rPr lang="zh-TW" altLang="en-US" b="1" dirty="0">
                <a:solidFill>
                  <a:srgbClr val="C00000"/>
                </a:solidFill>
                <a:latin typeface="微軟正黑體" pitchFamily="34" charset="-120"/>
                <a:ea typeface="微軟正黑體" pitchFamily="34" charset="-120"/>
              </a:rPr>
              <a:t>　專    家    </a:t>
            </a:r>
            <a:endParaRPr lang="en-US" altLang="zh-TW" b="1" dirty="0">
              <a:solidFill>
                <a:srgbClr val="C00000"/>
              </a:solidFill>
              <a:latin typeface="微軟正黑體" pitchFamily="34" charset="-120"/>
              <a:ea typeface="微軟正黑體" pitchFamily="34" charset="-120"/>
            </a:endParaRPr>
          </a:p>
        </p:txBody>
      </p:sp>
      <p:grpSp>
        <p:nvGrpSpPr>
          <p:cNvPr id="46" name="群組 45"/>
          <p:cNvGrpSpPr/>
          <p:nvPr userDrawn="1"/>
        </p:nvGrpSpPr>
        <p:grpSpPr>
          <a:xfrm>
            <a:off x="0" y="0"/>
            <a:ext cx="9198259" cy="899016"/>
            <a:chOff x="0" y="0"/>
            <a:chExt cx="9198259" cy="1197209"/>
          </a:xfrm>
        </p:grpSpPr>
        <p:grpSp>
          <p:nvGrpSpPr>
            <p:cNvPr id="47" name="群組 46"/>
            <p:cNvGrpSpPr/>
            <p:nvPr userDrawn="1"/>
          </p:nvGrpSpPr>
          <p:grpSpPr>
            <a:xfrm>
              <a:off x="0" y="0"/>
              <a:ext cx="9144000" cy="728700"/>
              <a:chOff x="0" y="0"/>
              <a:chExt cx="9144000" cy="728700"/>
            </a:xfrm>
          </p:grpSpPr>
          <p:sp>
            <p:nvSpPr>
              <p:cNvPr id="49" name="矩形 48"/>
              <p:cNvSpPr/>
              <p:nvPr userDrawn="1"/>
            </p:nvSpPr>
            <p:spPr>
              <a:xfrm>
                <a:off x="0" y="0"/>
                <a:ext cx="9144000" cy="728700"/>
              </a:xfrm>
              <a:prstGeom prst="rect">
                <a:avLst/>
              </a:prstGeom>
              <a:solidFill>
                <a:schemeClr val="accent5">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dirty="0"/>
              </a:p>
            </p:txBody>
          </p:sp>
          <p:pic>
            <p:nvPicPr>
              <p:cNvPr id="50" name="Picture 4" descr="D:\製作中\02再版書\0558909\章首頁\computer.png"/>
              <p:cNvPicPr>
                <a:picLocks noChangeAspect="1" noChangeArrowheads="1"/>
              </p:cNvPicPr>
              <p:nvPr userDrawn="1"/>
            </p:nvPicPr>
            <p:blipFill>
              <a:blip r:embed="rId4" cstate="screen">
                <a:extLst>
                  <a:ext uri="{BEBA8EAE-BF5A-486C-A8C5-ECC9F3942E4B}">
                    <a14:imgProps xmlns:a14="http://schemas.microsoft.com/office/drawing/2010/main">
                      <a14:imgLayer r:embed="rId5">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288211" y="96475"/>
                <a:ext cx="323700" cy="42120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矩形 50"/>
              <p:cNvSpPr/>
              <p:nvPr userDrawn="1"/>
            </p:nvSpPr>
            <p:spPr>
              <a:xfrm>
                <a:off x="906573" y="179684"/>
                <a:ext cx="3665427" cy="369332"/>
              </a:xfrm>
              <a:prstGeom prst="rect">
                <a:avLst/>
              </a:prstGeom>
            </p:spPr>
            <p:txBody>
              <a:bodyPr wrap="none">
                <a:spAutoFit/>
              </a:bodyPr>
              <a:lstStyle/>
              <a:p>
                <a:r>
                  <a:rPr lang="en-US" altLang="zh-TW" sz="1800" b="0" i="0" u="none" strike="noStrike" kern="1200" baseline="0" dirty="0">
                    <a:solidFill>
                      <a:schemeClr val="accent5">
                        <a:lumMod val="40000"/>
                        <a:lumOff val="60000"/>
                      </a:schemeClr>
                    </a:solidFill>
                    <a:latin typeface="+mn-lt"/>
                    <a:ea typeface="+mn-ea"/>
                    <a:cs typeface="+mn-cs"/>
                  </a:rPr>
                  <a:t>An Introduction to Computer Science</a:t>
                </a:r>
                <a:endParaRPr lang="zh-TW" altLang="en-US" dirty="0">
                  <a:solidFill>
                    <a:schemeClr val="accent5">
                      <a:lumMod val="40000"/>
                      <a:lumOff val="60000"/>
                    </a:schemeClr>
                  </a:solidFill>
                </a:endParaRPr>
              </a:p>
            </p:txBody>
          </p:sp>
          <p:sp>
            <p:nvSpPr>
              <p:cNvPr id="52" name="矩形 51"/>
              <p:cNvSpPr/>
              <p:nvPr userDrawn="1"/>
            </p:nvSpPr>
            <p:spPr>
              <a:xfrm>
                <a:off x="8127395" y="0"/>
                <a:ext cx="1016605" cy="728700"/>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3" name="矩形 52"/>
              <p:cNvSpPr/>
              <p:nvPr userDrawn="1"/>
            </p:nvSpPr>
            <p:spPr>
              <a:xfrm>
                <a:off x="7767355" y="388736"/>
                <a:ext cx="100800" cy="13501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53"/>
              <p:cNvSpPr/>
              <p:nvPr userDrawn="1"/>
            </p:nvSpPr>
            <p:spPr>
              <a:xfrm>
                <a:off x="7677345" y="517980"/>
                <a:ext cx="104400" cy="13501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8" name="文字方塊 47"/>
            <p:cNvSpPr txBox="1"/>
            <p:nvPr userDrawn="1"/>
          </p:nvSpPr>
          <p:spPr>
            <a:xfrm>
              <a:off x="8073134" y="8609"/>
              <a:ext cx="1125125" cy="1188600"/>
            </a:xfrm>
            <a:prstGeom prst="rect">
              <a:avLst/>
            </a:prstGeom>
            <a:noFill/>
          </p:spPr>
          <p:txBody>
            <a:bodyPr wrap="square" rtlCol="0">
              <a:spAutoFit/>
            </a:bodyPr>
            <a:lstStyle/>
            <a:p>
              <a:pPr algn="ctr"/>
              <a:r>
                <a:rPr lang="en-US" altLang="zh-TW" sz="1200" dirty="0">
                  <a:solidFill>
                    <a:schemeClr val="accent5">
                      <a:lumMod val="20000"/>
                      <a:lumOff val="80000"/>
                    </a:schemeClr>
                  </a:solidFill>
                </a:rPr>
                <a:t>Chapter</a:t>
              </a:r>
            </a:p>
            <a:p>
              <a:pPr algn="ctr"/>
              <a:r>
                <a:rPr lang="en-US" altLang="zh-TW" sz="2000" dirty="0">
                  <a:solidFill>
                    <a:schemeClr val="accent5">
                      <a:lumMod val="20000"/>
                      <a:lumOff val="80000"/>
                    </a:schemeClr>
                  </a:solidFill>
                </a:rPr>
                <a:t>16</a:t>
              </a:r>
            </a:p>
            <a:p>
              <a:pPr algn="ctr"/>
              <a:endParaRPr lang="zh-TW" altLang="en-US" sz="2000" dirty="0">
                <a:solidFill>
                  <a:schemeClr val="accent5">
                    <a:lumMod val="20000"/>
                    <a:lumOff val="80000"/>
                  </a:schemeClr>
                </a:solidFill>
              </a:endParaRPr>
            </a:p>
          </p:txBody>
        </p:sp>
      </p:grpSp>
    </p:spTree>
    <p:extLst>
      <p:ext uri="{BB962C8B-B14F-4D97-AF65-F5344CB8AC3E}">
        <p14:creationId xmlns:p14="http://schemas.microsoft.com/office/powerpoint/2010/main" val="13533246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標題及物件">
    <p:spTree>
      <p:nvGrpSpPr>
        <p:cNvPr id="1" name=""/>
        <p:cNvGrpSpPr/>
        <p:nvPr/>
      </p:nvGrpSpPr>
      <p:grpSpPr>
        <a:xfrm>
          <a:off x="0" y="0"/>
          <a:ext cx="0" cy="0"/>
          <a:chOff x="0" y="0"/>
          <a:chExt cx="0" cy="0"/>
        </a:xfrm>
      </p:grpSpPr>
      <p:sp>
        <p:nvSpPr>
          <p:cNvPr id="2" name="矩形 1"/>
          <p:cNvSpPr/>
          <p:nvPr userDrawn="1"/>
        </p:nvSpPr>
        <p:spPr>
          <a:xfrm>
            <a:off x="3250" y="628578"/>
            <a:ext cx="9144000" cy="391543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 name="矩形 6"/>
          <p:cNvSpPr/>
          <p:nvPr userDrawn="1"/>
        </p:nvSpPr>
        <p:spPr>
          <a:xfrm>
            <a:off x="0" y="0"/>
            <a:ext cx="9144000" cy="546525"/>
          </a:xfrm>
          <a:prstGeom prst="rect">
            <a:avLst/>
          </a:prstGeom>
          <a:solidFill>
            <a:schemeClr val="accent5">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solidFill>
                <a:schemeClr val="accent5">
                  <a:lumMod val="60000"/>
                  <a:lumOff val="40000"/>
                </a:schemeClr>
              </a:solidFill>
            </a:endParaRPr>
          </a:p>
        </p:txBody>
      </p:sp>
      <p:pic>
        <p:nvPicPr>
          <p:cNvPr id="1028" name="Picture 4" descr="D:\製作中\02再版書\0558909\章首頁\computer.png"/>
          <p:cNvPicPr>
            <a:picLocks noChangeAspect="1" noChangeArrowheads="1"/>
          </p:cNvPicPr>
          <p:nvPr userDrawn="1"/>
        </p:nvPicPr>
        <p:blipFill>
          <a:blip r:embed="rId2" cstate="screen">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288212" y="65596"/>
            <a:ext cx="425589" cy="4153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 name="矩形 7"/>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5">
                    <a:lumMod val="40000"/>
                    <a:lumOff val="60000"/>
                  </a:schemeClr>
                </a:solidFill>
                <a:latin typeface="+mn-lt"/>
                <a:ea typeface="+mn-ea"/>
                <a:cs typeface="+mn-cs"/>
              </a:rPr>
              <a:t>An Introduction to Computer Science</a:t>
            </a:r>
            <a:endParaRPr lang="zh-TW" altLang="en-US" dirty="0">
              <a:solidFill>
                <a:schemeClr val="accent5">
                  <a:lumMod val="40000"/>
                  <a:lumOff val="60000"/>
                </a:schemeClr>
              </a:solidFill>
            </a:endParaRPr>
          </a:p>
        </p:txBody>
      </p:sp>
      <p:sp>
        <p:nvSpPr>
          <p:cNvPr id="10" name="矩形 9"/>
          <p:cNvSpPr/>
          <p:nvPr userDrawn="1"/>
        </p:nvSpPr>
        <p:spPr>
          <a:xfrm>
            <a:off x="8127396" y="0"/>
            <a:ext cx="1016605" cy="54652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 name="矩形 3"/>
          <p:cNvSpPr/>
          <p:nvPr userDrawn="1"/>
        </p:nvSpPr>
        <p:spPr>
          <a:xfrm>
            <a:off x="7812361" y="291553"/>
            <a:ext cx="135015"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矩形 11"/>
          <p:cNvSpPr/>
          <p:nvPr userDrawn="1"/>
        </p:nvSpPr>
        <p:spPr>
          <a:xfrm>
            <a:off x="7677346" y="388486"/>
            <a:ext cx="135015"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圓角矩形 5"/>
          <p:cNvSpPr/>
          <p:nvPr userDrawn="1"/>
        </p:nvSpPr>
        <p:spPr>
          <a:xfrm>
            <a:off x="269866" y="1255354"/>
            <a:ext cx="8604269" cy="3105345"/>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內容版面配置區 2"/>
          <p:cNvSpPr>
            <a:spLocks noGrp="1"/>
          </p:cNvSpPr>
          <p:nvPr>
            <p:ph idx="1"/>
          </p:nvPr>
        </p:nvSpPr>
        <p:spPr>
          <a:xfrm>
            <a:off x="406096" y="1692374"/>
            <a:ext cx="8229600" cy="2668325"/>
          </a:xfrm>
        </p:spPr>
        <p:txBody>
          <a:bodyPr>
            <a:normAutofit/>
          </a:bodyPr>
          <a:lstStyle>
            <a:lvl1pPr marL="0" indent="0">
              <a:lnSpc>
                <a:spcPct val="120000"/>
              </a:lnSpc>
              <a:spcBef>
                <a:spcPts val="800"/>
              </a:spcBef>
              <a:buNone/>
              <a:defRPr sz="2400">
                <a:latin typeface="微軟正黑體" pitchFamily="34" charset="-120"/>
                <a:ea typeface="微軟正黑體" pitchFamily="34" charset="-120"/>
              </a:defRPr>
            </a:lvl1pPr>
            <a:lvl2pPr marL="457200" indent="0">
              <a:lnSpc>
                <a:spcPct val="120000"/>
              </a:lnSpc>
              <a:spcBef>
                <a:spcPts val="800"/>
              </a:spcBef>
              <a:buNone/>
              <a:defRPr sz="2000">
                <a:latin typeface="微軟正黑體" pitchFamily="34" charset="-120"/>
                <a:ea typeface="微軟正黑體" pitchFamily="34" charset="-120"/>
              </a:defRPr>
            </a:lvl2pPr>
            <a:lvl3pPr marL="914400" indent="0">
              <a:lnSpc>
                <a:spcPct val="120000"/>
              </a:lnSpc>
              <a:spcBef>
                <a:spcPts val="800"/>
              </a:spcBef>
              <a:buNone/>
              <a:defRPr sz="1800">
                <a:latin typeface="微軟正黑體" pitchFamily="34" charset="-120"/>
                <a:ea typeface="微軟正黑體" pitchFamily="34" charset="-120"/>
              </a:defRPr>
            </a:lvl3pPr>
            <a:lvl4pPr marL="1371600" indent="0">
              <a:lnSpc>
                <a:spcPct val="120000"/>
              </a:lnSpc>
              <a:spcBef>
                <a:spcPts val="800"/>
              </a:spcBef>
              <a:buNone/>
              <a:defRPr sz="1600">
                <a:latin typeface="微軟正黑體" pitchFamily="34" charset="-120"/>
                <a:ea typeface="微軟正黑體" pitchFamily="34" charset="-120"/>
              </a:defRPr>
            </a:lvl4pPr>
            <a:lvl5pPr marL="1828800" indent="0">
              <a:lnSpc>
                <a:spcPct val="120000"/>
              </a:lnSpc>
              <a:spcBef>
                <a:spcPts val="800"/>
              </a:spcBef>
              <a:buNone/>
              <a:defRPr sz="1600">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6" name="群組 15"/>
          <p:cNvGrpSpPr/>
          <p:nvPr userDrawn="1"/>
        </p:nvGrpSpPr>
        <p:grpSpPr>
          <a:xfrm>
            <a:off x="0" y="0"/>
            <a:ext cx="9198259" cy="591240"/>
            <a:chOff x="0" y="0"/>
            <a:chExt cx="9198259" cy="787347"/>
          </a:xfrm>
        </p:grpSpPr>
        <p:grpSp>
          <p:nvGrpSpPr>
            <p:cNvPr id="17" name="群組 16"/>
            <p:cNvGrpSpPr/>
            <p:nvPr userDrawn="1"/>
          </p:nvGrpSpPr>
          <p:grpSpPr>
            <a:xfrm>
              <a:off x="0" y="0"/>
              <a:ext cx="9144000" cy="728700"/>
              <a:chOff x="0" y="0"/>
              <a:chExt cx="9144000" cy="728700"/>
            </a:xfrm>
          </p:grpSpPr>
          <p:sp>
            <p:nvSpPr>
              <p:cNvPr id="20" name="矩形 19"/>
              <p:cNvSpPr/>
              <p:nvPr userDrawn="1"/>
            </p:nvSpPr>
            <p:spPr>
              <a:xfrm>
                <a:off x="0" y="0"/>
                <a:ext cx="9144000" cy="728700"/>
              </a:xfrm>
              <a:prstGeom prst="rect">
                <a:avLst/>
              </a:prstGeom>
              <a:solidFill>
                <a:schemeClr val="accent5">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dirty="0"/>
              </a:p>
            </p:txBody>
          </p:sp>
          <p:pic>
            <p:nvPicPr>
              <p:cNvPr id="21" name="Picture 4" descr="D:\製作中\02再版書\0558909\章首頁\computer.png"/>
              <p:cNvPicPr>
                <a:picLocks noChangeAspect="1" noChangeArrowheads="1"/>
              </p:cNvPicPr>
              <p:nvPr userDrawn="1"/>
            </p:nvPicPr>
            <p:blipFill>
              <a:blip r:embed="rId2" cstate="screen">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288211" y="96475"/>
                <a:ext cx="323700" cy="42120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2" name="矩形 21"/>
              <p:cNvSpPr/>
              <p:nvPr userDrawn="1"/>
            </p:nvSpPr>
            <p:spPr>
              <a:xfrm>
                <a:off x="906573" y="179684"/>
                <a:ext cx="3665427" cy="369332"/>
              </a:xfrm>
              <a:prstGeom prst="rect">
                <a:avLst/>
              </a:prstGeom>
            </p:spPr>
            <p:txBody>
              <a:bodyPr wrap="none">
                <a:spAutoFit/>
              </a:bodyPr>
              <a:lstStyle/>
              <a:p>
                <a:r>
                  <a:rPr lang="en-US" altLang="zh-TW" sz="1800" b="0" i="0" u="none" strike="noStrike" kern="1200" baseline="0" dirty="0">
                    <a:solidFill>
                      <a:schemeClr val="accent5">
                        <a:lumMod val="40000"/>
                        <a:lumOff val="60000"/>
                      </a:schemeClr>
                    </a:solidFill>
                    <a:latin typeface="+mn-lt"/>
                    <a:ea typeface="+mn-ea"/>
                    <a:cs typeface="+mn-cs"/>
                  </a:rPr>
                  <a:t>An Introduction to Computer Science</a:t>
                </a:r>
                <a:endParaRPr lang="zh-TW" altLang="en-US" dirty="0">
                  <a:solidFill>
                    <a:schemeClr val="accent5">
                      <a:lumMod val="40000"/>
                      <a:lumOff val="60000"/>
                    </a:schemeClr>
                  </a:solidFill>
                </a:endParaRPr>
              </a:p>
            </p:txBody>
          </p:sp>
          <p:sp>
            <p:nvSpPr>
              <p:cNvPr id="23" name="矩形 22"/>
              <p:cNvSpPr/>
              <p:nvPr userDrawn="1"/>
            </p:nvSpPr>
            <p:spPr>
              <a:xfrm>
                <a:off x="8127395" y="0"/>
                <a:ext cx="1016605" cy="728700"/>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4" name="矩形 23"/>
              <p:cNvSpPr/>
              <p:nvPr userDrawn="1"/>
            </p:nvSpPr>
            <p:spPr>
              <a:xfrm>
                <a:off x="7767355" y="388736"/>
                <a:ext cx="100800" cy="13501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5" name="矩形 24"/>
              <p:cNvSpPr/>
              <p:nvPr userDrawn="1"/>
            </p:nvSpPr>
            <p:spPr>
              <a:xfrm>
                <a:off x="7677345" y="517980"/>
                <a:ext cx="104400" cy="13501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18" name="文字方塊 17"/>
            <p:cNvSpPr txBox="1"/>
            <p:nvPr userDrawn="1"/>
          </p:nvSpPr>
          <p:spPr>
            <a:xfrm>
              <a:off x="8073134" y="8609"/>
              <a:ext cx="1125125" cy="778738"/>
            </a:xfrm>
            <a:prstGeom prst="rect">
              <a:avLst/>
            </a:prstGeom>
            <a:noFill/>
          </p:spPr>
          <p:txBody>
            <a:bodyPr wrap="square" rtlCol="0">
              <a:spAutoFit/>
            </a:bodyPr>
            <a:lstStyle/>
            <a:p>
              <a:pPr algn="ctr"/>
              <a:r>
                <a:rPr lang="en-US" altLang="zh-TW" sz="1200" dirty="0">
                  <a:solidFill>
                    <a:schemeClr val="accent5">
                      <a:lumMod val="20000"/>
                      <a:lumOff val="80000"/>
                    </a:schemeClr>
                  </a:solidFill>
                </a:rPr>
                <a:t>Chapter</a:t>
              </a:r>
            </a:p>
            <a:p>
              <a:pPr algn="ctr"/>
              <a:r>
                <a:rPr lang="en-US" altLang="zh-TW" sz="2000" dirty="0">
                  <a:solidFill>
                    <a:schemeClr val="accent5">
                      <a:lumMod val="20000"/>
                      <a:lumOff val="80000"/>
                    </a:schemeClr>
                  </a:solidFill>
                </a:rPr>
                <a:t>16</a:t>
              </a:r>
              <a:endParaRPr lang="zh-TW" altLang="en-US" sz="2000" dirty="0">
                <a:solidFill>
                  <a:schemeClr val="accent5">
                    <a:lumMod val="20000"/>
                    <a:lumOff val="80000"/>
                  </a:schemeClr>
                </a:solidFill>
              </a:endParaRPr>
            </a:p>
          </p:txBody>
        </p:sp>
      </p:grpSp>
      <p:grpSp>
        <p:nvGrpSpPr>
          <p:cNvPr id="26" name="群組 25"/>
          <p:cNvGrpSpPr/>
          <p:nvPr userDrawn="1"/>
        </p:nvGrpSpPr>
        <p:grpSpPr>
          <a:xfrm>
            <a:off x="364973" y="636535"/>
            <a:ext cx="8347487" cy="1080120"/>
            <a:chOff x="364973" y="636535"/>
            <a:chExt cx="8347487" cy="1080120"/>
          </a:xfrm>
        </p:grpSpPr>
        <p:pic>
          <p:nvPicPr>
            <p:cNvPr id="27" name="Picture 14"/>
            <p:cNvPicPr>
              <a:picLocks noChangeAspect="1" noChangeArrowheads="1"/>
            </p:cNvPicPr>
            <p:nvPr userDrawn="1"/>
          </p:nvPicPr>
          <p:blipFill>
            <a:blip r:embed="rId4"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8096036" y="851302"/>
              <a:ext cx="616424" cy="765559"/>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8" name="Picture 3" descr="D:\製作中\02再版書\0558909\資訊小耳朵 圖.png"/>
            <p:cNvPicPr>
              <a:picLocks noChangeAspect="1" noChangeArrowheads="1"/>
            </p:cNvPicPr>
            <p:nvPr userDrawn="1"/>
          </p:nvPicPr>
          <p:blipFill>
            <a:blip r:embed="rId5" cstate="screen">
              <a:extLst>
                <a:ext uri="{28A0092B-C50C-407E-A947-70E740481C1C}">
                  <a14:useLocalDpi xmlns:a14="http://schemas.microsoft.com/office/drawing/2010/main"/>
                </a:ext>
              </a:extLst>
            </a:blip>
            <a:srcRect/>
            <a:stretch>
              <a:fillRect/>
            </a:stretch>
          </p:blipFill>
          <p:spPr bwMode="auto">
            <a:xfrm>
              <a:off x="364973" y="636535"/>
              <a:ext cx="3836948" cy="1080120"/>
            </a:xfrm>
            <a:prstGeom prst="rect">
              <a:avLst/>
            </a:prstGeom>
            <a:noFill/>
            <a:extLst>
              <a:ext uri="{909E8E84-426E-40DD-AFC4-6F175D3DCCD1}">
                <a14:hiddenFill xmlns:a14="http://schemas.microsoft.com/office/drawing/2010/main">
                  <a:solidFill>
                    <a:srgbClr val="FFFFFF"/>
                  </a:solidFill>
                </a14:hiddenFill>
              </a:ext>
            </a:extLst>
          </p:spPr>
        </p:pic>
        <p:sp>
          <p:nvSpPr>
            <p:cNvPr id="29" name="文字方塊 28"/>
            <p:cNvSpPr txBox="1"/>
            <p:nvPr userDrawn="1"/>
          </p:nvSpPr>
          <p:spPr>
            <a:xfrm>
              <a:off x="607663" y="1254990"/>
              <a:ext cx="2794207" cy="461665"/>
            </a:xfrm>
            <a:prstGeom prst="rect">
              <a:avLst/>
            </a:prstGeom>
            <a:noFill/>
          </p:spPr>
          <p:txBody>
            <a:bodyPr wrap="square" rtlCol="0">
              <a:spAutoFit/>
            </a:bodyPr>
            <a:lstStyle/>
            <a:p>
              <a:r>
                <a:rPr lang="zh-TW" altLang="en-US" sz="2400" b="1" dirty="0">
                  <a:solidFill>
                    <a:srgbClr val="C00000"/>
                  </a:solidFill>
                  <a:latin typeface="微軟正黑體" pitchFamily="34" charset="-120"/>
                  <a:ea typeface="微軟正黑體" pitchFamily="34" charset="-120"/>
                </a:rPr>
                <a:t>資    訊    專    欄</a:t>
              </a:r>
              <a:endParaRPr lang="en-US" altLang="zh-TW" sz="2400" b="1" dirty="0">
                <a:solidFill>
                  <a:srgbClr val="C00000"/>
                </a:solidFill>
                <a:latin typeface="微軟正黑體" pitchFamily="34" charset="-120"/>
                <a:ea typeface="微軟正黑體" pitchFamily="34" charset="-120"/>
              </a:endParaRPr>
            </a:p>
          </p:txBody>
        </p:sp>
      </p:grpSp>
    </p:spTree>
    <p:extLst>
      <p:ext uri="{BB962C8B-B14F-4D97-AF65-F5344CB8AC3E}">
        <p14:creationId xmlns:p14="http://schemas.microsoft.com/office/powerpoint/2010/main" val="15419238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2_標題及物件">
    <p:spTree>
      <p:nvGrpSpPr>
        <p:cNvPr id="1" name=""/>
        <p:cNvGrpSpPr/>
        <p:nvPr/>
      </p:nvGrpSpPr>
      <p:grpSpPr>
        <a:xfrm>
          <a:off x="0" y="0"/>
          <a:ext cx="0" cy="0"/>
          <a:chOff x="0" y="0"/>
          <a:chExt cx="0" cy="0"/>
        </a:xfrm>
      </p:grpSpPr>
      <p:sp>
        <p:nvSpPr>
          <p:cNvPr id="2" name="標題 1"/>
          <p:cNvSpPr>
            <a:spLocks noGrp="1"/>
          </p:cNvSpPr>
          <p:nvPr>
            <p:ph type="title"/>
          </p:nvPr>
        </p:nvSpPr>
        <p:spPr>
          <a:xfrm>
            <a:off x="457200" y="634604"/>
            <a:ext cx="8229600" cy="857250"/>
          </a:xfrm>
        </p:spPr>
        <p:txBody>
          <a:bodyPr/>
          <a:lstStyle>
            <a:lvl1pPr>
              <a:defRPr b="1">
                <a:solidFill>
                  <a:srgbClr val="C00000"/>
                </a:solidFill>
                <a:latin typeface="微軟正黑體" pitchFamily="34" charset="-120"/>
                <a:ea typeface="微軟正黑體" pitchFamily="34" charset="-120"/>
              </a:defRPr>
            </a:lvl1pPr>
          </a:lstStyle>
          <a:p>
            <a:r>
              <a:rPr lang="zh-TW" altLang="en-US" dirty="0"/>
              <a:t>按一下以編輯母片標題樣式</a:t>
            </a:r>
          </a:p>
        </p:txBody>
      </p:sp>
      <p:sp>
        <p:nvSpPr>
          <p:cNvPr id="3" name="內容版面配置區 2"/>
          <p:cNvSpPr>
            <a:spLocks noGrp="1"/>
          </p:cNvSpPr>
          <p:nvPr>
            <p:ph idx="1"/>
          </p:nvPr>
        </p:nvSpPr>
        <p:spPr>
          <a:xfrm>
            <a:off x="457200" y="1660399"/>
            <a:ext cx="8229600" cy="2934224"/>
          </a:xfrm>
        </p:spPr>
        <p:txBody>
          <a:bodyPr/>
          <a:lstStyle>
            <a:lvl1pPr marL="457200" indent="-457200">
              <a:buFontTx/>
              <a:buBlip>
                <a:blip r:embed="rId2"/>
              </a:buBlip>
              <a:defRPr sz="2800" b="1">
                <a:latin typeface="微軟正黑體" pitchFamily="34" charset="-120"/>
                <a:ea typeface="微軟正黑體" pitchFamily="34" charset="-120"/>
              </a:defRPr>
            </a:lvl1pPr>
            <a:lvl2pPr marL="914400" indent="-457200">
              <a:buClr>
                <a:schemeClr val="tx2"/>
              </a:buClr>
              <a:buFont typeface="Wingdings 3" panose="05040102010807070707" pitchFamily="18" charset="2"/>
              <a:buChar char=""/>
              <a:defRPr sz="2600" b="1">
                <a:latin typeface="微軟正黑體" pitchFamily="34" charset="-120"/>
                <a:ea typeface="微軟正黑體" pitchFamily="34" charset="-120"/>
              </a:defRPr>
            </a:lvl2pPr>
            <a:lvl3pPr marL="1257300" indent="-342900">
              <a:buClr>
                <a:schemeClr val="accent1"/>
              </a:buClr>
              <a:buFont typeface="微軟正黑體" panose="020B0604030504040204" pitchFamily="34" charset="-120"/>
              <a:buChar char="■"/>
              <a:defRPr b="1">
                <a:latin typeface="微軟正黑體" pitchFamily="34" charset="-120"/>
                <a:ea typeface="微軟正黑體" pitchFamily="34" charset="-120"/>
              </a:defRPr>
            </a:lvl3pPr>
            <a:lvl4pPr marL="1371600" indent="0">
              <a:buNone/>
              <a:defRPr b="1">
                <a:latin typeface="微軟正黑體" pitchFamily="34" charset="-120"/>
                <a:ea typeface="微軟正黑體" pitchFamily="34" charset="-120"/>
              </a:defRPr>
            </a:lvl4pPr>
            <a:lvl5pPr marL="1828800" indent="0">
              <a:buNone/>
              <a:defRPr b="1">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2" name="群組 11"/>
          <p:cNvGrpSpPr/>
          <p:nvPr userDrawn="1"/>
        </p:nvGrpSpPr>
        <p:grpSpPr>
          <a:xfrm>
            <a:off x="0" y="0"/>
            <a:ext cx="9198259" cy="622018"/>
            <a:chOff x="0" y="0"/>
            <a:chExt cx="9198259" cy="622018"/>
          </a:xfrm>
        </p:grpSpPr>
        <p:grpSp>
          <p:nvGrpSpPr>
            <p:cNvPr id="13" name="群組 12"/>
            <p:cNvGrpSpPr/>
            <p:nvPr userDrawn="1"/>
          </p:nvGrpSpPr>
          <p:grpSpPr>
            <a:xfrm>
              <a:off x="0" y="0"/>
              <a:ext cx="9144001" cy="546525"/>
              <a:chOff x="0" y="0"/>
              <a:chExt cx="9144001" cy="546525"/>
            </a:xfrm>
          </p:grpSpPr>
          <p:sp>
            <p:nvSpPr>
              <p:cNvPr id="23" name="矩形 22"/>
              <p:cNvSpPr/>
              <p:nvPr userDrawn="1"/>
            </p:nvSpPr>
            <p:spPr>
              <a:xfrm>
                <a:off x="0" y="0"/>
                <a:ext cx="9144000" cy="546525"/>
              </a:xfrm>
              <a:prstGeom prst="rect">
                <a:avLst/>
              </a:prstGeom>
              <a:solidFill>
                <a:schemeClr val="accent5">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en-US" altLang="zh-TW" dirty="0"/>
              </a:p>
              <a:p>
                <a:pPr algn="ctr"/>
                <a:endParaRPr lang="zh-TW" altLang="en-US" dirty="0"/>
              </a:p>
            </p:txBody>
          </p:sp>
          <p:sp>
            <p:nvSpPr>
              <p:cNvPr id="24" name="矩形 23"/>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5">
                        <a:lumMod val="40000"/>
                        <a:lumOff val="60000"/>
                      </a:schemeClr>
                    </a:solidFill>
                    <a:latin typeface="+mn-lt"/>
                    <a:ea typeface="+mn-ea"/>
                    <a:cs typeface="+mn-cs"/>
                  </a:rPr>
                  <a:t>An Introduction to Computer Science</a:t>
                </a:r>
                <a:endParaRPr lang="zh-TW" altLang="en-US" dirty="0">
                  <a:solidFill>
                    <a:schemeClr val="accent5">
                      <a:lumMod val="40000"/>
                      <a:lumOff val="60000"/>
                    </a:schemeClr>
                  </a:solidFill>
                </a:endParaRPr>
              </a:p>
            </p:txBody>
          </p:sp>
          <p:sp>
            <p:nvSpPr>
              <p:cNvPr id="25" name="矩形 24"/>
              <p:cNvSpPr/>
              <p:nvPr userDrawn="1"/>
            </p:nvSpPr>
            <p:spPr>
              <a:xfrm>
                <a:off x="8127396" y="0"/>
                <a:ext cx="1016605" cy="54652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6" name="矩形 25"/>
              <p:cNvSpPr/>
              <p:nvPr userDrawn="1"/>
            </p:nvSpPr>
            <p:spPr>
              <a:xfrm>
                <a:off x="7778146" y="291553"/>
                <a:ext cx="100800"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p:cNvSpPr/>
              <p:nvPr userDrawn="1"/>
            </p:nvSpPr>
            <p:spPr>
              <a:xfrm>
                <a:off x="7677346" y="392814"/>
                <a:ext cx="100800"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TW" dirty="0"/>
              </a:p>
              <a:p>
                <a:pPr algn="ctr"/>
                <a:endParaRPr lang="en-US" altLang="zh-TW" dirty="0"/>
              </a:p>
              <a:p>
                <a:pPr algn="ctr"/>
                <a:endParaRPr lang="en-US" altLang="zh-TW" dirty="0"/>
              </a:p>
              <a:p>
                <a:pPr algn="ctr"/>
                <a:endParaRPr lang="en-US" altLang="zh-TW" dirty="0"/>
              </a:p>
              <a:p>
                <a:pPr algn="ctr"/>
                <a:endParaRPr lang="zh-TW" altLang="en-US" dirty="0"/>
              </a:p>
            </p:txBody>
          </p:sp>
          <p:pic>
            <p:nvPicPr>
              <p:cNvPr id="28" name="Picture 4" descr="D:\製作中\02再版書\0558909\章首頁\computer.png"/>
              <p:cNvPicPr>
                <a:picLocks noChangeAspect="1" noChangeArrowheads="1"/>
              </p:cNvPicPr>
              <p:nvPr userDrawn="1"/>
            </p:nvPicPr>
            <p:blipFill>
              <a:blip r:embed="rId3" cstate="screen">
                <a:extLst>
                  <a:ext uri="{BEBA8EAE-BF5A-486C-A8C5-ECC9F3942E4B}">
                    <a14:imgProps xmlns:a14="http://schemas.microsoft.com/office/drawing/2010/main">
                      <a14:imgLayer r:embed="rId4">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512885" y="71699"/>
                <a:ext cx="323700" cy="421201"/>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22" name="文字方塊 21"/>
            <p:cNvSpPr txBox="1"/>
            <p:nvPr userDrawn="1"/>
          </p:nvSpPr>
          <p:spPr>
            <a:xfrm>
              <a:off x="8073134" y="6465"/>
              <a:ext cx="1125125" cy="615553"/>
            </a:xfrm>
            <a:prstGeom prst="rect">
              <a:avLst/>
            </a:prstGeom>
            <a:noFill/>
          </p:spPr>
          <p:txBody>
            <a:bodyPr wrap="square" rtlCol="0">
              <a:spAutoFit/>
            </a:bodyPr>
            <a:lstStyle/>
            <a:p>
              <a:pPr algn="ctr"/>
              <a:r>
                <a:rPr lang="en-US" altLang="zh-TW" sz="1200" dirty="0">
                  <a:solidFill>
                    <a:schemeClr val="accent5">
                      <a:lumMod val="20000"/>
                      <a:lumOff val="80000"/>
                    </a:schemeClr>
                  </a:solidFill>
                </a:rPr>
                <a:t>Chapter</a:t>
              </a:r>
            </a:p>
            <a:p>
              <a:pPr algn="ctr"/>
              <a:r>
                <a:rPr lang="en-US" altLang="zh-TW" sz="2200" dirty="0">
                  <a:solidFill>
                    <a:schemeClr val="accent5">
                      <a:lumMod val="20000"/>
                      <a:lumOff val="80000"/>
                    </a:schemeClr>
                  </a:solidFill>
                </a:rPr>
                <a:t>16</a:t>
              </a:r>
              <a:endParaRPr lang="zh-TW" altLang="en-US" sz="2200" dirty="0">
                <a:solidFill>
                  <a:schemeClr val="accent5">
                    <a:lumMod val="20000"/>
                    <a:lumOff val="80000"/>
                  </a:schemeClr>
                </a:solidFill>
              </a:endParaRPr>
            </a:p>
          </p:txBody>
        </p:sp>
      </p:grpSp>
    </p:spTree>
    <p:extLst>
      <p:ext uri="{BB962C8B-B14F-4D97-AF65-F5344CB8AC3E}">
        <p14:creationId xmlns:p14="http://schemas.microsoft.com/office/powerpoint/2010/main" val="10490083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6"/>
            <a:ext cx="7772400" cy="1021556"/>
          </a:xfrm>
        </p:spPr>
        <p:txBody>
          <a:bodyPr anchor="t"/>
          <a:lstStyle>
            <a:lvl1pPr algn="l">
              <a:defRPr sz="4000" b="1" cap="all"/>
            </a:lvl1pPr>
          </a:lstStyle>
          <a:p>
            <a:r>
              <a:rPr lang="zh-TW" altLang="en-US"/>
              <a:t>按一下以編輯母片標題樣式</a:t>
            </a:r>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按一下以編輯母片文字樣式</a:t>
            </a:r>
          </a:p>
        </p:txBody>
      </p:sp>
    </p:spTree>
    <p:extLst>
      <p:ext uri="{BB962C8B-B14F-4D97-AF65-F5344CB8AC3E}">
        <p14:creationId xmlns:p14="http://schemas.microsoft.com/office/powerpoint/2010/main" val="27187506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19144324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lvl1pPr>
          </a:lstStyle>
          <a:p>
            <a:r>
              <a:rPr lang="zh-TW" altLang="en-US"/>
              <a:t>按一下以編輯母片標題樣式</a:t>
            </a:r>
          </a:p>
        </p:txBody>
      </p:sp>
      <p:sp>
        <p:nvSpPr>
          <p:cNvPr id="3" name="文字版面配置區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27905871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Tree>
    <p:extLst>
      <p:ext uri="{BB962C8B-B14F-4D97-AF65-F5344CB8AC3E}">
        <p14:creationId xmlns:p14="http://schemas.microsoft.com/office/powerpoint/2010/main" val="12524244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95910003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1" y="204787"/>
            <a:ext cx="3008313" cy="871538"/>
          </a:xfrm>
        </p:spPr>
        <p:txBody>
          <a:bodyPr anchor="b"/>
          <a:lstStyle>
            <a:lvl1pPr algn="l">
              <a:defRPr sz="2000" b="1"/>
            </a:lvl1pPr>
          </a:lstStyle>
          <a:p>
            <a:r>
              <a:rPr lang="zh-TW" altLang="en-US"/>
              <a:t>按一下以編輯母片標題樣式</a:t>
            </a:r>
          </a:p>
        </p:txBody>
      </p:sp>
      <p:sp>
        <p:nvSpPr>
          <p:cNvPr id="3" name="內容版面配置區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5" name="日期版面配置區 4"/>
          <p:cNvSpPr>
            <a:spLocks noGrp="1"/>
          </p:cNvSpPr>
          <p:nvPr>
            <p:ph type="dt" sz="half" idx="10"/>
          </p:nvPr>
        </p:nvSpPr>
        <p:spPr>
          <a:xfrm>
            <a:off x="457200" y="4767263"/>
            <a:ext cx="2133600" cy="273844"/>
          </a:xfrm>
          <a:prstGeom prst="rect">
            <a:avLst/>
          </a:prstGeom>
        </p:spPr>
        <p:txBody>
          <a:bodyPr/>
          <a:lstStyle/>
          <a:p>
            <a:endParaRPr lang="zh-TW" altLang="en-US"/>
          </a:p>
        </p:txBody>
      </p:sp>
      <p:sp>
        <p:nvSpPr>
          <p:cNvPr id="6" name="頁尾版面配置區 5"/>
          <p:cNvSpPr>
            <a:spLocks noGrp="1"/>
          </p:cNvSpPr>
          <p:nvPr>
            <p:ph type="ftr" sz="quarter" idx="11"/>
          </p:nvPr>
        </p:nvSpPr>
        <p:spPr>
          <a:xfrm>
            <a:off x="3124200" y="4767263"/>
            <a:ext cx="2895600" cy="273844"/>
          </a:xfrm>
          <a:prstGeom prst="rect">
            <a:avLst/>
          </a:prstGeom>
        </p:spPr>
        <p:txBody>
          <a:bodyPr/>
          <a:lstStyle/>
          <a:p>
            <a:endParaRPr lang="zh-TW" altLang="en-US"/>
          </a:p>
        </p:txBody>
      </p:sp>
      <p:sp>
        <p:nvSpPr>
          <p:cNvPr id="7" name="投影片編號版面配置區 6"/>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pPr/>
              <a:t>‹#›</a:t>
            </a:fld>
            <a:endParaRPr lang="zh-TW" altLang="en-US"/>
          </a:p>
        </p:txBody>
      </p:sp>
    </p:spTree>
    <p:extLst>
      <p:ext uri="{BB962C8B-B14F-4D97-AF65-F5344CB8AC3E}">
        <p14:creationId xmlns:p14="http://schemas.microsoft.com/office/powerpoint/2010/main" val="32489997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2000" b="1"/>
            </a:lvl1pPr>
          </a:lstStyle>
          <a:p>
            <a:r>
              <a:rPr lang="zh-TW" altLang="en-US"/>
              <a:t>按一下以編輯母片標題樣式</a:t>
            </a:r>
          </a:p>
        </p:txBody>
      </p:sp>
      <p:sp>
        <p:nvSpPr>
          <p:cNvPr id="3" name="圖片版面配置區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5" name="日期版面配置區 4"/>
          <p:cNvSpPr>
            <a:spLocks noGrp="1"/>
          </p:cNvSpPr>
          <p:nvPr>
            <p:ph type="dt" sz="half" idx="10"/>
          </p:nvPr>
        </p:nvSpPr>
        <p:spPr>
          <a:xfrm>
            <a:off x="457200" y="4767263"/>
            <a:ext cx="2133600" cy="273844"/>
          </a:xfrm>
          <a:prstGeom prst="rect">
            <a:avLst/>
          </a:prstGeom>
        </p:spPr>
        <p:txBody>
          <a:bodyPr/>
          <a:lstStyle/>
          <a:p>
            <a:endParaRPr lang="zh-TW" altLang="en-US"/>
          </a:p>
        </p:txBody>
      </p:sp>
      <p:sp>
        <p:nvSpPr>
          <p:cNvPr id="6" name="頁尾版面配置區 5"/>
          <p:cNvSpPr>
            <a:spLocks noGrp="1"/>
          </p:cNvSpPr>
          <p:nvPr>
            <p:ph type="ftr" sz="quarter" idx="11"/>
          </p:nvPr>
        </p:nvSpPr>
        <p:spPr>
          <a:xfrm>
            <a:off x="3124200" y="4767263"/>
            <a:ext cx="2895600" cy="273844"/>
          </a:xfrm>
          <a:prstGeom prst="rect">
            <a:avLst/>
          </a:prstGeom>
        </p:spPr>
        <p:txBody>
          <a:bodyPr/>
          <a:lstStyle/>
          <a:p>
            <a:endParaRPr lang="zh-TW" altLang="en-US"/>
          </a:p>
        </p:txBody>
      </p:sp>
      <p:sp>
        <p:nvSpPr>
          <p:cNvPr id="7" name="投影片編號版面配置區 6"/>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pPr/>
              <a:t>‹#›</a:t>
            </a:fld>
            <a:endParaRPr lang="zh-TW" altLang="en-US"/>
          </a:p>
        </p:txBody>
      </p:sp>
    </p:spTree>
    <p:extLst>
      <p:ext uri="{BB962C8B-B14F-4D97-AF65-F5344CB8AC3E}">
        <p14:creationId xmlns:p14="http://schemas.microsoft.com/office/powerpoint/2010/main" val="12122089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a:xfrm>
            <a:off x="457200" y="4767263"/>
            <a:ext cx="2133600" cy="273844"/>
          </a:xfrm>
          <a:prstGeom prst="rect">
            <a:avLst/>
          </a:prstGeom>
        </p:spPr>
        <p:txBody>
          <a:bodyPr/>
          <a:lstStyle/>
          <a:p>
            <a:endParaRPr lang="zh-TW" altLang="en-US"/>
          </a:p>
        </p:txBody>
      </p:sp>
      <p:sp>
        <p:nvSpPr>
          <p:cNvPr id="5" name="頁尾版面配置區 4"/>
          <p:cNvSpPr>
            <a:spLocks noGrp="1"/>
          </p:cNvSpPr>
          <p:nvPr>
            <p:ph type="ftr" sz="quarter" idx="11"/>
          </p:nvPr>
        </p:nvSpPr>
        <p:spPr>
          <a:xfrm>
            <a:off x="3124200" y="4767263"/>
            <a:ext cx="2895600" cy="273844"/>
          </a:xfrm>
          <a:prstGeom prst="rect">
            <a:avLst/>
          </a:prstGeom>
        </p:spPr>
        <p:txBody>
          <a:bodyPr/>
          <a:lstStyle/>
          <a:p>
            <a:endParaRPr lang="zh-TW" altLang="en-US"/>
          </a:p>
        </p:txBody>
      </p:sp>
      <p:sp>
        <p:nvSpPr>
          <p:cNvPr id="6" name="投影片編號版面配置區 5"/>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pPr/>
              <a:t>‹#›</a:t>
            </a:fld>
            <a:endParaRPr lang="zh-TW" altLang="en-US"/>
          </a:p>
        </p:txBody>
      </p:sp>
    </p:spTree>
    <p:extLst>
      <p:ext uri="{BB962C8B-B14F-4D97-AF65-F5344CB8AC3E}">
        <p14:creationId xmlns:p14="http://schemas.microsoft.com/office/powerpoint/2010/main" val="14663518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629400" y="205979"/>
            <a:ext cx="2057400" cy="4388644"/>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457200" y="205979"/>
            <a:ext cx="6019800" cy="4388644"/>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19752884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zh-TW" altLang="en-US" dirty="0"/>
              <a:t>按一下以編輯母片標題樣式</a:t>
            </a:r>
          </a:p>
        </p:txBody>
      </p:sp>
      <p:sp>
        <p:nvSpPr>
          <p:cNvPr id="3" name="文字版面配置區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1" name="群組 10"/>
          <p:cNvGrpSpPr/>
          <p:nvPr userDrawn="1"/>
        </p:nvGrpSpPr>
        <p:grpSpPr>
          <a:xfrm>
            <a:off x="161510" y="4641980"/>
            <a:ext cx="8691420" cy="450050"/>
            <a:chOff x="161510" y="5677095"/>
            <a:chExt cx="8691420" cy="450050"/>
          </a:xfrm>
        </p:grpSpPr>
        <p:sp>
          <p:nvSpPr>
            <p:cNvPr id="12" name="橢圓 11"/>
            <p:cNvSpPr/>
            <p:nvPr userDrawn="1"/>
          </p:nvSpPr>
          <p:spPr>
            <a:xfrm>
              <a:off x="161510" y="5677095"/>
              <a:ext cx="450050" cy="45005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橢圓 12"/>
            <p:cNvSpPr/>
            <p:nvPr userDrawn="1"/>
          </p:nvSpPr>
          <p:spPr>
            <a:xfrm>
              <a:off x="296525" y="5677095"/>
              <a:ext cx="450050" cy="450050"/>
            </a:xfrm>
            <a:prstGeom prst="ellipse">
              <a:avLst/>
            </a:prstGeom>
            <a:solidFill>
              <a:schemeClr val="accent5">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4" name="Picture 2" descr="D:\桌面\logo.png"/>
            <p:cNvPicPr>
              <a:picLocks noChangeAspect="1" noChangeArrowheads="1"/>
            </p:cNvPicPr>
            <p:nvPr userDrawn="1"/>
          </p:nvPicPr>
          <p:blipFill>
            <a:blip r:embed="rId18" cstate="screen">
              <a:extLst>
                <a:ext uri="{28A0092B-C50C-407E-A947-70E740481C1C}">
                  <a14:useLocalDpi xmlns:a14="http://schemas.microsoft.com/office/drawing/2010/main"/>
                </a:ext>
              </a:extLst>
            </a:blip>
            <a:srcRect/>
            <a:stretch>
              <a:fillRect/>
            </a:stretch>
          </p:blipFill>
          <p:spPr bwMode="auto">
            <a:xfrm>
              <a:off x="926595" y="5837723"/>
              <a:ext cx="610257" cy="180000"/>
            </a:xfrm>
            <a:prstGeom prst="rect">
              <a:avLst/>
            </a:prstGeom>
            <a:noFill/>
            <a:extLst>
              <a:ext uri="{909E8E84-426E-40DD-AFC4-6F175D3DCCD1}">
                <a14:hiddenFill xmlns:a14="http://schemas.microsoft.com/office/drawing/2010/main">
                  <a:solidFill>
                    <a:srgbClr val="FFFFFF"/>
                  </a:solidFill>
                </a14:hiddenFill>
              </a:ext>
            </a:extLst>
          </p:spPr>
        </p:pic>
        <p:sp>
          <p:nvSpPr>
            <p:cNvPr id="15" name="動作按鈕: 上一項 14">
              <a:hlinkClick r:id="" action="ppaction://hlinkshowjump?jump=previousslide" highlightClick="1"/>
            </p:cNvPr>
            <p:cNvSpPr/>
            <p:nvPr userDrawn="1"/>
          </p:nvSpPr>
          <p:spPr>
            <a:xfrm>
              <a:off x="7452320" y="5703577"/>
              <a:ext cx="360000" cy="360000"/>
            </a:xfrm>
            <a:prstGeom prst="actionButtonBackPrevious">
              <a:avLst/>
            </a:prstGeom>
            <a:solidFill>
              <a:schemeClr val="accent5">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動作按鈕: 首頁 15">
              <a:hlinkClick r:id="" action="ppaction://hlinkshowjump?jump=firstslide" highlightClick="1"/>
            </p:cNvPr>
            <p:cNvSpPr/>
            <p:nvPr userDrawn="1"/>
          </p:nvSpPr>
          <p:spPr>
            <a:xfrm>
              <a:off x="7992380" y="5703577"/>
              <a:ext cx="360000" cy="360000"/>
            </a:xfrm>
            <a:prstGeom prst="actionButtonHome">
              <a:avLst/>
            </a:prstGeom>
            <a:solidFill>
              <a:schemeClr val="accent5">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動作按鈕: 下一項 16">
              <a:hlinkClick r:id="" action="ppaction://hlinkshowjump?jump=nextslide" highlightClick="1"/>
            </p:cNvPr>
            <p:cNvSpPr/>
            <p:nvPr userDrawn="1"/>
          </p:nvSpPr>
          <p:spPr>
            <a:xfrm>
              <a:off x="8492930" y="5702688"/>
              <a:ext cx="360000" cy="360000"/>
            </a:xfrm>
            <a:prstGeom prst="actionButtonForwardNext">
              <a:avLst/>
            </a:prstGeom>
            <a:solidFill>
              <a:schemeClr val="accent5">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18" name="文字方塊 17"/>
          <p:cNvSpPr txBox="1"/>
          <p:nvPr userDrawn="1"/>
        </p:nvSpPr>
        <p:spPr>
          <a:xfrm>
            <a:off x="251521" y="4694752"/>
            <a:ext cx="585065" cy="369332"/>
          </a:xfrm>
          <a:prstGeom prst="rect">
            <a:avLst/>
          </a:prstGeom>
          <a:noFill/>
        </p:spPr>
        <p:txBody>
          <a:bodyPr wrap="square" rtlCol="0">
            <a:spAutoFit/>
          </a:bodyPr>
          <a:lstStyle/>
          <a:p>
            <a:fld id="{8B089E88-AE65-4CA2-BA11-4B6DC14C3389}" type="slidenum">
              <a:rPr lang="zh-TW" altLang="en-US" smtClean="0">
                <a:solidFill>
                  <a:schemeClr val="bg1"/>
                </a:solidFill>
              </a:rPr>
              <a:pPr/>
              <a:t>‹#›</a:t>
            </a:fld>
            <a:endParaRPr lang="zh-TW" altLang="en-US" dirty="0">
              <a:solidFill>
                <a:schemeClr val="bg1"/>
              </a:solidFill>
            </a:endParaRPr>
          </a:p>
        </p:txBody>
      </p:sp>
    </p:spTree>
    <p:extLst>
      <p:ext uri="{BB962C8B-B14F-4D97-AF65-F5344CB8AC3E}">
        <p14:creationId xmlns:p14="http://schemas.microsoft.com/office/powerpoint/2010/main" val="12890353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63" r:id="rId4"/>
    <p:sldLayoutId id="2147483665" r:id="rId5"/>
    <p:sldLayoutId id="2147483662" r:id="rId6"/>
    <p:sldLayoutId id="2147483664" r:id="rId7"/>
    <p:sldLayoutId id="2147483651" r:id="rId8"/>
    <p:sldLayoutId id="2147483652" r:id="rId9"/>
    <p:sldLayoutId id="2147483653" r:id="rId10"/>
    <p:sldLayoutId id="2147483654" r:id="rId11"/>
    <p:sldLayoutId id="2147483655" r:id="rId12"/>
    <p:sldLayoutId id="2147483656" r:id="rId13"/>
    <p:sldLayoutId id="2147483657" r:id="rId14"/>
    <p:sldLayoutId id="2147483658" r:id="rId15"/>
    <p:sldLayoutId id="2147483659" r:id="rId16"/>
  </p:sldLayoutIdLst>
  <p:hf hdr="0" ftr="0" dt="0"/>
  <p:txStyles>
    <p:titleStyle>
      <a:lvl1pPr algn="ctr" defTabSz="914400" rtl="0" eaLnBrk="1" latinLnBrk="0" hangingPunct="1">
        <a:spcBef>
          <a:spcPct val="0"/>
        </a:spcBef>
        <a:buNone/>
        <a:defRPr sz="4400" b="1" kern="1200">
          <a:solidFill>
            <a:schemeClr val="tx1"/>
          </a:solidFill>
          <a:latin typeface="微軟正黑體" pitchFamily="34" charset="-120"/>
          <a:ea typeface="微軟正黑體" pitchFamily="34" charset="-120"/>
          <a:cs typeface="+mj-cs"/>
        </a:defRPr>
      </a:lvl1pPr>
    </p:titleStyle>
    <p:bodyStyle>
      <a:lvl1pPr marL="342900" indent="-342900" algn="l" defTabSz="914400" rtl="0" eaLnBrk="1" latinLnBrk="0" hangingPunct="1">
        <a:spcBef>
          <a:spcPct val="20000"/>
        </a:spcBef>
        <a:buFont typeface="Arial" pitchFamily="34" charset="0"/>
        <a:buChar char="•"/>
        <a:defRPr sz="3200" b="1" kern="1200">
          <a:solidFill>
            <a:schemeClr val="tx1"/>
          </a:solidFill>
          <a:latin typeface="微軟正黑體" pitchFamily="34" charset="-120"/>
          <a:ea typeface="微軟正黑體" pitchFamily="34" charset="-120"/>
          <a:cs typeface="+mn-cs"/>
        </a:defRPr>
      </a:lvl1pPr>
      <a:lvl2pPr marL="742950" indent="-285750" algn="l" defTabSz="914400" rtl="0" eaLnBrk="1" latinLnBrk="0" hangingPunct="1">
        <a:spcBef>
          <a:spcPct val="20000"/>
        </a:spcBef>
        <a:buFont typeface="Arial" pitchFamily="34" charset="0"/>
        <a:buChar char="–"/>
        <a:defRPr sz="2800" b="1" kern="1200">
          <a:solidFill>
            <a:schemeClr val="tx1"/>
          </a:solidFill>
          <a:latin typeface="微軟正黑體" pitchFamily="34" charset="-120"/>
          <a:ea typeface="微軟正黑體" pitchFamily="34" charset="-120"/>
          <a:cs typeface="+mn-cs"/>
        </a:defRPr>
      </a:lvl2pPr>
      <a:lvl3pPr marL="1143000" indent="-228600" algn="l" defTabSz="914400" rtl="0" eaLnBrk="1" latinLnBrk="0" hangingPunct="1">
        <a:spcBef>
          <a:spcPct val="20000"/>
        </a:spcBef>
        <a:buFont typeface="Arial" pitchFamily="34" charset="0"/>
        <a:buChar char="•"/>
        <a:defRPr sz="2400" b="1" kern="1200">
          <a:solidFill>
            <a:schemeClr val="tx1"/>
          </a:solidFill>
          <a:latin typeface="微軟正黑體" pitchFamily="34" charset="-120"/>
          <a:ea typeface="微軟正黑體" pitchFamily="34" charset="-120"/>
          <a:cs typeface="+mn-cs"/>
        </a:defRPr>
      </a:lvl3pPr>
      <a:lvl4pPr marL="1600200" indent="-228600" algn="l" defTabSz="914400" rtl="0" eaLnBrk="1" latinLnBrk="0" hangingPunct="1">
        <a:spcBef>
          <a:spcPct val="20000"/>
        </a:spcBef>
        <a:buFont typeface="Arial" pitchFamily="34" charset="0"/>
        <a:buChar char="–"/>
        <a:defRPr sz="2000" b="1" kern="1200">
          <a:solidFill>
            <a:schemeClr val="tx1"/>
          </a:solidFill>
          <a:latin typeface="微軟正黑體" pitchFamily="34" charset="-120"/>
          <a:ea typeface="微軟正黑體" pitchFamily="34" charset="-120"/>
          <a:cs typeface="+mn-cs"/>
        </a:defRPr>
      </a:lvl4pPr>
      <a:lvl5pPr marL="2057400" indent="-228600" algn="l" defTabSz="914400" rtl="0" eaLnBrk="1" latinLnBrk="0" hangingPunct="1">
        <a:spcBef>
          <a:spcPct val="20000"/>
        </a:spcBef>
        <a:buFont typeface="Arial" pitchFamily="34" charset="0"/>
        <a:buChar char="»"/>
        <a:defRPr sz="2000" b="1" kern="1200">
          <a:solidFill>
            <a:schemeClr val="tx1"/>
          </a:solidFill>
          <a:latin typeface="微軟正黑體" pitchFamily="34" charset="-120"/>
          <a:ea typeface="微軟正黑體" pitchFamily="34" charset="-120"/>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79.xml"/><Relationship Id="rId3" Type="http://schemas.openxmlformats.org/officeDocument/2006/relationships/slide" Target="slide2.xml"/><Relationship Id="rId7" Type="http://schemas.openxmlformats.org/officeDocument/2006/relationships/slide" Target="slide69.xml"/><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slide" Target="slide58.xml"/><Relationship Id="rId5" Type="http://schemas.openxmlformats.org/officeDocument/2006/relationships/slide" Target="slide40.xml"/><Relationship Id="rId4" Type="http://schemas.openxmlformats.org/officeDocument/2006/relationships/slide" Target="slide25.xml"/><Relationship Id="rId9" Type="http://schemas.openxmlformats.org/officeDocument/2006/relationships/image" Target="../media/image9.jpeg"/></Relationships>
</file>

<file path=ppt/slides/_rels/slide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5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8" Type="http://schemas.openxmlformats.org/officeDocument/2006/relationships/diagramLayout" Target="../diagrams/layout7.xml"/><Relationship Id="rId3" Type="http://schemas.openxmlformats.org/officeDocument/2006/relationships/diagramLayout" Target="../diagrams/layout6.xml"/><Relationship Id="rId7" Type="http://schemas.openxmlformats.org/officeDocument/2006/relationships/diagramData" Target="../diagrams/data7.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11" Type="http://schemas.microsoft.com/office/2007/relationships/diagramDrawing" Target="../diagrams/drawing7.xml"/><Relationship Id="rId5" Type="http://schemas.openxmlformats.org/officeDocument/2006/relationships/diagramColors" Target="../diagrams/colors6.xml"/><Relationship Id="rId10" Type="http://schemas.openxmlformats.org/officeDocument/2006/relationships/diagramColors" Target="../diagrams/colors7.xml"/><Relationship Id="rId4" Type="http://schemas.openxmlformats.org/officeDocument/2006/relationships/diagramQuickStyle" Target="../diagrams/quickStyle6.xml"/><Relationship Id="rId9" Type="http://schemas.openxmlformats.org/officeDocument/2006/relationships/diagramQuickStyle" Target="../diagrams/quickStyle7.xml"/></Relationships>
</file>

<file path=ppt/slides/_rels/slide5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8.xml"/><Relationship Id="rId7" Type="http://schemas.openxmlformats.org/officeDocument/2006/relationships/image" Target="../media/image31.png"/><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7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9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9" name="直線接點 28"/>
          <p:cNvCxnSpPr/>
          <p:nvPr/>
        </p:nvCxnSpPr>
        <p:spPr>
          <a:xfrm>
            <a:off x="3157953" y="1507862"/>
            <a:ext cx="5779532" cy="0"/>
          </a:xfrm>
          <a:prstGeom prst="line">
            <a:avLst/>
          </a:prstGeom>
          <a:ln w="76200">
            <a:solidFill>
              <a:schemeClr val="bg2">
                <a:lumMod val="25000"/>
              </a:schemeClr>
            </a:solidFill>
            <a:prstDash val="solid"/>
            <a:headEnd type="oval" w="med" len="med"/>
            <a:tailEnd type="oval" w="med" len="med"/>
          </a:ln>
        </p:spPr>
        <p:style>
          <a:lnRef idx="1">
            <a:schemeClr val="accent1"/>
          </a:lnRef>
          <a:fillRef idx="0">
            <a:schemeClr val="accent1"/>
          </a:fillRef>
          <a:effectRef idx="0">
            <a:schemeClr val="accent1"/>
          </a:effectRef>
          <a:fontRef idx="minor">
            <a:schemeClr val="tx1"/>
          </a:fontRef>
        </p:style>
      </p:cxnSp>
      <p:pic>
        <p:nvPicPr>
          <p:cNvPr id="2050" name="Picture 2" descr="D:\製作中\02再版書\0558909\章首頁\note.png"/>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5093204" y="1487350"/>
            <a:ext cx="3790950" cy="3334940"/>
          </a:xfrm>
          <a:prstGeom prst="rect">
            <a:avLst/>
          </a:prstGeom>
          <a:noFill/>
          <a:extLst>
            <a:ext uri="{909E8E84-426E-40DD-AFC4-6F175D3DCCD1}">
              <a14:hiddenFill xmlns:a14="http://schemas.microsoft.com/office/drawing/2010/main">
                <a:solidFill>
                  <a:srgbClr val="FFFFFF"/>
                </a:solidFill>
              </a14:hiddenFill>
            </a:ext>
          </a:extLst>
        </p:spPr>
      </p:pic>
      <p:sp>
        <p:nvSpPr>
          <p:cNvPr id="7" name="標題 6"/>
          <p:cNvSpPr>
            <a:spLocks noGrp="1"/>
          </p:cNvSpPr>
          <p:nvPr>
            <p:ph type="ctrTitle"/>
          </p:nvPr>
        </p:nvSpPr>
        <p:spPr>
          <a:xfrm>
            <a:off x="3157954" y="782801"/>
            <a:ext cx="5476465" cy="704549"/>
          </a:xfrm>
        </p:spPr>
        <p:txBody>
          <a:bodyPr/>
          <a:lstStyle/>
          <a:p>
            <a:r>
              <a:rPr lang="zh-TW" altLang="zh-TW" sz="3600"/>
              <a:t>進階資訊理論及應用課題</a:t>
            </a:r>
            <a:endParaRPr lang="zh-TW" altLang="en-US" sz="3600" dirty="0"/>
          </a:p>
        </p:txBody>
      </p:sp>
      <p:sp>
        <p:nvSpPr>
          <p:cNvPr id="3" name="矩形 2"/>
          <p:cNvSpPr/>
          <p:nvPr/>
        </p:nvSpPr>
        <p:spPr>
          <a:xfrm>
            <a:off x="5374296" y="1792831"/>
            <a:ext cx="3509858" cy="2949910"/>
          </a:xfrm>
          <a:prstGeom prst="rect">
            <a:avLst/>
          </a:prstGeom>
        </p:spPr>
        <p:txBody>
          <a:bodyPr wrap="square">
            <a:spAutoFit/>
          </a:bodyPr>
          <a:lstStyle/>
          <a:p>
            <a:pPr>
              <a:lnSpc>
                <a:spcPct val="150000"/>
              </a:lnSpc>
            </a:pPr>
            <a:r>
              <a:rPr lang="en-US" altLang="zh-TW" b="1" dirty="0">
                <a:latin typeface="微軟正黑體" pitchFamily="34" charset="-120"/>
                <a:ea typeface="微軟正黑體" pitchFamily="34" charset="-120"/>
                <a:hlinkClick r:id="rId3" action="ppaction://hlinksldjump"/>
              </a:rPr>
              <a:t>16-1 </a:t>
            </a:r>
            <a:r>
              <a:rPr lang="zh-TW" altLang="en-US" b="1" dirty="0">
                <a:latin typeface="微軟正黑體" pitchFamily="34" charset="-120"/>
                <a:ea typeface="微軟正黑體" pitchFamily="34" charset="-120"/>
                <a:hlinkClick r:id="rId3" action="ppaction://hlinksldjump"/>
              </a:rPr>
              <a:t>雲端運算</a:t>
            </a:r>
            <a:endParaRPr lang="en-US" altLang="zh-TW" b="1" dirty="0">
              <a:latin typeface="微軟正黑體" pitchFamily="34" charset="-120"/>
              <a:ea typeface="微軟正黑體" pitchFamily="34" charset="-120"/>
            </a:endParaRPr>
          </a:p>
          <a:p>
            <a:pPr>
              <a:lnSpc>
                <a:spcPct val="150000"/>
              </a:lnSpc>
            </a:pPr>
            <a:r>
              <a:rPr lang="en-US" altLang="zh-TW" b="1" u="sng" dirty="0">
                <a:latin typeface="微軟正黑體" pitchFamily="34" charset="-120"/>
                <a:ea typeface="微軟正黑體" pitchFamily="34" charset="-120"/>
                <a:hlinkClick r:id="rId4" action="ppaction://hlinksldjump"/>
              </a:rPr>
              <a:t>16-2</a:t>
            </a:r>
            <a:r>
              <a:rPr lang="zh-TW" altLang="en-US" b="1" u="sng" dirty="0">
                <a:latin typeface="微軟正黑體" pitchFamily="34" charset="-120"/>
                <a:ea typeface="微軟正黑體" pitchFamily="34" charset="-120"/>
                <a:hlinkClick r:id="rId4" action="ppaction://hlinksldjump"/>
              </a:rPr>
              <a:t> 生物資訊</a:t>
            </a:r>
            <a:endParaRPr lang="zh-TW" altLang="en-US" b="1" u="sng" dirty="0">
              <a:latin typeface="微軟正黑體" pitchFamily="34" charset="-120"/>
              <a:ea typeface="微軟正黑體" pitchFamily="34" charset="-120"/>
            </a:endParaRPr>
          </a:p>
          <a:p>
            <a:pPr>
              <a:lnSpc>
                <a:spcPct val="150000"/>
              </a:lnSpc>
            </a:pPr>
            <a:r>
              <a:rPr lang="en-US" altLang="zh-TW" b="1" u="sng" dirty="0">
                <a:latin typeface="微軟正黑體" pitchFamily="34" charset="-120"/>
                <a:ea typeface="微軟正黑體" pitchFamily="34" charset="-120"/>
                <a:hlinkClick r:id="rId5" action="ppaction://hlinksldjump"/>
              </a:rPr>
              <a:t>16-3</a:t>
            </a:r>
            <a:r>
              <a:rPr lang="zh-TW" altLang="en-US" b="1" u="sng" dirty="0">
                <a:latin typeface="微軟正黑體" pitchFamily="34" charset="-120"/>
                <a:ea typeface="微軟正黑體" pitchFamily="34" charset="-120"/>
                <a:hlinkClick r:id="rId5" action="ppaction://hlinksldjump"/>
              </a:rPr>
              <a:t> 多媒體</a:t>
            </a:r>
            <a:endParaRPr lang="en-US" altLang="zh-TW" b="1" u="sng" dirty="0">
              <a:latin typeface="微軟正黑體" pitchFamily="34" charset="-120"/>
              <a:ea typeface="微軟正黑體" pitchFamily="34" charset="-120"/>
            </a:endParaRPr>
          </a:p>
          <a:p>
            <a:pPr>
              <a:lnSpc>
                <a:spcPct val="150000"/>
              </a:lnSpc>
            </a:pPr>
            <a:r>
              <a:rPr lang="en-US" altLang="zh-TW" b="1" u="sng" dirty="0">
                <a:latin typeface="微軟正黑體" pitchFamily="34" charset="-120"/>
                <a:ea typeface="微軟正黑體" pitchFamily="34" charset="-120"/>
                <a:hlinkClick r:id="rId6" action="ppaction://hlinksldjump"/>
              </a:rPr>
              <a:t>16-4</a:t>
            </a:r>
            <a:r>
              <a:rPr lang="zh-TW" altLang="en-US" b="1" u="sng" dirty="0">
                <a:latin typeface="微軟正黑體" pitchFamily="34" charset="-120"/>
                <a:ea typeface="微軟正黑體" pitchFamily="34" charset="-120"/>
                <a:hlinkClick r:id="rId6" action="ppaction://hlinksldjump"/>
              </a:rPr>
              <a:t> 資料壓縮</a:t>
            </a:r>
            <a:endParaRPr lang="en-US" altLang="zh-TW" b="1" u="sng" dirty="0">
              <a:latin typeface="微軟正黑體" pitchFamily="34" charset="-120"/>
              <a:ea typeface="微軟正黑體" pitchFamily="34" charset="-120"/>
            </a:endParaRPr>
          </a:p>
          <a:p>
            <a:pPr>
              <a:lnSpc>
                <a:spcPct val="150000"/>
              </a:lnSpc>
            </a:pPr>
            <a:r>
              <a:rPr lang="en-US" altLang="zh-TW" b="1" u="sng" dirty="0">
                <a:latin typeface="微軟正黑體" pitchFamily="34" charset="-120"/>
                <a:ea typeface="微軟正黑體" pitchFamily="34" charset="-120"/>
                <a:hlinkClick r:id="rId7" action="ppaction://hlinksldjump"/>
              </a:rPr>
              <a:t>16-5</a:t>
            </a:r>
            <a:r>
              <a:rPr lang="zh-TW" altLang="en-US" b="1" u="sng" dirty="0">
                <a:latin typeface="微軟正黑體" pitchFamily="34" charset="-120"/>
                <a:ea typeface="微軟正黑體" pitchFamily="34" charset="-120"/>
                <a:hlinkClick r:id="rId7" action="ppaction://hlinksldjump"/>
              </a:rPr>
              <a:t> 計算理論</a:t>
            </a:r>
            <a:endParaRPr lang="en-US" altLang="zh-TW" b="1" u="sng" dirty="0">
              <a:latin typeface="微軟正黑體" pitchFamily="34" charset="-120"/>
              <a:ea typeface="微軟正黑體" pitchFamily="34" charset="-120"/>
            </a:endParaRPr>
          </a:p>
          <a:p>
            <a:pPr>
              <a:lnSpc>
                <a:spcPct val="150000"/>
              </a:lnSpc>
            </a:pPr>
            <a:r>
              <a:rPr lang="en-US" altLang="zh-TW" b="1" u="sng" dirty="0">
                <a:latin typeface="微軟正黑體" pitchFamily="34" charset="-120"/>
                <a:ea typeface="微軟正黑體" pitchFamily="34" charset="-120"/>
                <a:hlinkClick r:id="rId8" action="ppaction://hlinksldjump"/>
              </a:rPr>
              <a:t>16-6 </a:t>
            </a:r>
            <a:r>
              <a:rPr lang="zh-TW" altLang="en-US" b="1" u="sng" dirty="0">
                <a:latin typeface="微軟正黑體" pitchFamily="34" charset="-120"/>
                <a:ea typeface="微軟正黑體" pitchFamily="34" charset="-120"/>
                <a:hlinkClick r:id="rId8" action="ppaction://hlinksldjump"/>
              </a:rPr>
              <a:t>感測網路、物聯網及智慧聯網</a:t>
            </a:r>
            <a:endParaRPr lang="en-US" altLang="zh-TW" b="1" u="sng" dirty="0">
              <a:latin typeface="微軟正黑體" pitchFamily="34" charset="-120"/>
              <a:ea typeface="微軟正黑體" pitchFamily="34" charset="-120"/>
            </a:endParaRPr>
          </a:p>
        </p:txBody>
      </p:sp>
      <p:pic>
        <p:nvPicPr>
          <p:cNvPr id="10" name="Picture 4"/>
          <p:cNvPicPr>
            <a:picLocks noChangeAspect="1" noChangeArrowheads="1"/>
          </p:cNvPicPr>
          <p:nvPr/>
        </p:nvPicPr>
        <p:blipFill>
          <a:blip r:embed="rId9" cstate="screen">
            <a:extLst>
              <a:ext uri="{28A0092B-C50C-407E-A947-70E740481C1C}">
                <a14:useLocalDpi xmlns:a14="http://schemas.microsoft.com/office/drawing/2010/main"/>
              </a:ext>
            </a:extLst>
          </a:blip>
          <a:stretch>
            <a:fillRect/>
          </a:stretch>
        </p:blipFill>
        <p:spPr bwMode="auto">
          <a:xfrm>
            <a:off x="1359221" y="1941903"/>
            <a:ext cx="2324766" cy="2324766"/>
          </a:xfrm>
          <a:prstGeom prst="rect">
            <a:avLst/>
          </a:prstGeom>
          <a:noFill/>
          <a:ln w="57150">
            <a:solidFill>
              <a:schemeClr val="bg1"/>
            </a:solidFill>
          </a:ln>
          <a:effectLst>
            <a:outerShdw blurRad="50800" dist="38100" dir="2700000" algn="tl" rotWithShape="0">
              <a:prstClr val="black">
                <a:alpha val="40000"/>
              </a:prstClr>
            </a:outerShdw>
          </a:effectLst>
        </p:spPr>
      </p:pic>
      <p:pic>
        <p:nvPicPr>
          <p:cNvPr id="12" name="Picture 4"/>
          <p:cNvPicPr>
            <a:picLocks noChangeAspect="1" noChangeArrowheads="1"/>
          </p:cNvPicPr>
          <p:nvPr/>
        </p:nvPicPr>
        <p:blipFill>
          <a:blip r:embed="rId9" cstate="screen">
            <a:extLst>
              <a:ext uri="{28A0092B-C50C-407E-A947-70E740481C1C}">
                <a14:useLocalDpi xmlns:a14="http://schemas.microsoft.com/office/drawing/2010/main"/>
              </a:ext>
            </a:extLst>
          </a:blip>
          <a:stretch>
            <a:fillRect/>
          </a:stretch>
        </p:blipFill>
        <p:spPr bwMode="auto">
          <a:xfrm rot="21401888">
            <a:off x="1357870" y="2137765"/>
            <a:ext cx="2324766" cy="2324766"/>
          </a:xfrm>
          <a:prstGeom prst="rect">
            <a:avLst/>
          </a:prstGeom>
          <a:noFill/>
          <a:ln w="57150">
            <a:solidFill>
              <a:schemeClr val="bg1"/>
            </a:solidFill>
          </a:ln>
          <a:effectLst>
            <a:outerShdw blurRad="50800" dist="38100" dir="2700000" algn="tl" rotWithShape="0">
              <a:prstClr val="black">
                <a:alpha val="40000"/>
              </a:prstClr>
            </a:outerShdw>
          </a:effectLst>
        </p:spPr>
      </p:pic>
      <p:pic>
        <p:nvPicPr>
          <p:cNvPr id="13" name="Picture 4"/>
          <p:cNvPicPr>
            <a:picLocks noChangeAspect="1" noChangeArrowheads="1"/>
          </p:cNvPicPr>
          <p:nvPr/>
        </p:nvPicPr>
        <p:blipFill>
          <a:blip r:embed="rId9" cstate="screen">
            <a:extLst>
              <a:ext uri="{28A0092B-C50C-407E-A947-70E740481C1C}">
                <a14:useLocalDpi xmlns:a14="http://schemas.microsoft.com/office/drawing/2010/main"/>
              </a:ext>
            </a:extLst>
          </a:blip>
          <a:stretch>
            <a:fillRect/>
          </a:stretch>
        </p:blipFill>
        <p:spPr bwMode="auto">
          <a:xfrm rot="21077218">
            <a:off x="1494310" y="2379569"/>
            <a:ext cx="2324766" cy="2324766"/>
          </a:xfrm>
          <a:prstGeom prst="rect">
            <a:avLst/>
          </a:prstGeom>
          <a:noFill/>
          <a:ln w="57150">
            <a:solidFill>
              <a:schemeClr val="bg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6437489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en-US" altLang="zh-TW"/>
              <a:t>16-1 </a:t>
            </a:r>
            <a:r>
              <a:rPr lang="zh-TW" altLang="en-US"/>
              <a:t>雲端運算</a:t>
            </a:r>
            <a:endParaRPr lang="zh-TW" altLang="en-US" dirty="0"/>
          </a:p>
        </p:txBody>
      </p:sp>
      <p:sp>
        <p:nvSpPr>
          <p:cNvPr id="3" name="內容版面配置區 2"/>
          <p:cNvSpPr>
            <a:spLocks noGrp="1"/>
          </p:cNvSpPr>
          <p:nvPr>
            <p:ph idx="1"/>
          </p:nvPr>
        </p:nvSpPr>
        <p:spPr/>
        <p:txBody>
          <a:bodyPr/>
          <a:lstStyle/>
          <a:p>
            <a:r>
              <a:rPr lang="zh-TW" altLang="en-US"/>
              <a:t>用一句話來形容雲端運算：「所有的服務都取自於網際網路」。</a:t>
            </a:r>
            <a:endParaRPr lang="en-US" altLang="zh-TW"/>
          </a:p>
          <a:p>
            <a:r>
              <a:rPr lang="zh-TW" altLang="en-US"/>
              <a:t>「雲端運算」名詞的由來是因為許多教科書或研究報告都用一朵雲的形狀來代替網際網路。</a:t>
            </a:r>
            <a:endParaRPr lang="en-US" altLang="zh-TW" dirty="0"/>
          </a:p>
        </p:txBody>
      </p:sp>
      <p:pic>
        <p:nvPicPr>
          <p:cNvPr id="5" name="圖片 4"/>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5832140" y="3696875"/>
            <a:ext cx="1278312" cy="127831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en-US" altLang="zh-TW" dirty="0"/>
              <a:t>16-1 </a:t>
            </a:r>
            <a:r>
              <a:rPr lang="zh-TW" altLang="en-US" dirty="0"/>
              <a:t>雲端運算</a:t>
            </a:r>
          </a:p>
        </p:txBody>
      </p:sp>
      <p:sp>
        <p:nvSpPr>
          <p:cNvPr id="4" name="內容版面配置區 3"/>
          <p:cNvSpPr>
            <a:spLocks noGrp="1"/>
          </p:cNvSpPr>
          <p:nvPr>
            <p:ph idx="1"/>
          </p:nvPr>
        </p:nvSpPr>
        <p:spPr/>
        <p:txBody>
          <a:bodyPr/>
          <a:lstStyle/>
          <a:p>
            <a:r>
              <a:rPr lang="zh-TW" altLang="en-US" dirty="0"/>
              <a:t>美國國家標準局定義的雲端運算：使用者可在最低的管理成本下，按</a:t>
            </a:r>
            <a:r>
              <a:rPr lang="zh-TW" altLang="en-US" dirty="0">
                <a:solidFill>
                  <a:srgbClr val="C00000"/>
                </a:solidFill>
              </a:rPr>
              <a:t>每次使用量付費</a:t>
            </a:r>
            <a:r>
              <a:rPr lang="en-US" altLang="zh-TW" dirty="0"/>
              <a:t>(pay-per-use)</a:t>
            </a:r>
            <a:r>
              <a:rPr lang="zh-TW" altLang="en-US" dirty="0"/>
              <a:t>，透過網路取得高可用性、方便且即時的計算資源。</a:t>
            </a:r>
            <a:endParaRPr lang="en-US" altLang="zh-TW"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en-US" altLang="zh-TW"/>
              <a:t>16-1 </a:t>
            </a:r>
            <a:r>
              <a:rPr lang="zh-TW" altLang="en-US"/>
              <a:t>雲端運算</a:t>
            </a:r>
            <a:endParaRPr lang="zh-TW" altLang="en-US" dirty="0"/>
          </a:p>
        </p:txBody>
      </p:sp>
      <p:sp>
        <p:nvSpPr>
          <p:cNvPr id="3" name="內容版面配置區 2"/>
          <p:cNvSpPr>
            <a:spLocks noGrp="1"/>
          </p:cNvSpPr>
          <p:nvPr>
            <p:ph idx="1"/>
          </p:nvPr>
        </p:nvSpPr>
        <p:spPr/>
        <p:txBody>
          <a:bodyPr/>
          <a:lstStyle/>
          <a:p>
            <a:r>
              <a:rPr lang="zh-TW" altLang="en-US" dirty="0"/>
              <a:t>雲端服務可以非常有彈性的按照使用者的需求提供給使用者，在使用者不需要時，可以立刻收回。</a:t>
            </a:r>
            <a:endParaRPr lang="en-US" altLang="zh-TW" dirty="0"/>
          </a:p>
          <a:p>
            <a:r>
              <a:rPr lang="zh-TW" altLang="en-US" dirty="0"/>
              <a:t>使用者只需要按照其用量付費即可。</a:t>
            </a:r>
          </a:p>
          <a:p>
            <a:endParaRPr lang="zh-TW" altLang="en-US" dirty="0"/>
          </a:p>
        </p:txBody>
      </p:sp>
    </p:spTree>
    <p:extLst>
      <p:ext uri="{BB962C8B-B14F-4D97-AF65-F5344CB8AC3E}">
        <p14:creationId xmlns:p14="http://schemas.microsoft.com/office/powerpoint/2010/main" val="34187451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en-US" altLang="zh-TW" dirty="0"/>
              <a:t>16-1 </a:t>
            </a:r>
            <a:r>
              <a:rPr lang="zh-TW" altLang="en-US" dirty="0"/>
              <a:t>雲端運算</a:t>
            </a:r>
          </a:p>
        </p:txBody>
      </p:sp>
      <p:graphicFrame>
        <p:nvGraphicFramePr>
          <p:cNvPr id="4" name="內容版面配置區 3"/>
          <p:cNvGraphicFramePr>
            <a:graphicFrameLocks noGrp="1"/>
          </p:cNvGraphicFramePr>
          <p:nvPr>
            <p:ph idx="1"/>
            <p:extLst>
              <p:ext uri="{D42A27DB-BD31-4B8C-83A1-F6EECF244321}">
                <p14:modId xmlns:p14="http://schemas.microsoft.com/office/powerpoint/2010/main" val="1530447833"/>
              </p:ext>
            </p:extLst>
          </p:nvPr>
        </p:nvGraphicFramePr>
        <p:xfrm>
          <a:off x="1106615" y="1626645"/>
          <a:ext cx="6982936" cy="26042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6384794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endParaRPr lang="zh-TW" altLang="en-US"/>
          </a:p>
        </p:txBody>
      </p:sp>
      <p:sp>
        <p:nvSpPr>
          <p:cNvPr id="4" name="文字方塊 3"/>
          <p:cNvSpPr txBox="1"/>
          <p:nvPr/>
        </p:nvSpPr>
        <p:spPr>
          <a:xfrm>
            <a:off x="1709493" y="4018206"/>
            <a:ext cx="6220589" cy="646331"/>
          </a:xfrm>
          <a:prstGeom prst="rect">
            <a:avLst/>
          </a:prstGeom>
          <a:solidFill>
            <a:srgbClr val="0070C0"/>
          </a:solidFill>
        </p:spPr>
        <p:txBody>
          <a:bodyPr wrap="square" rtlCol="0">
            <a:spAutoFit/>
          </a:bodyPr>
          <a:lstStyle/>
          <a:p>
            <a:r>
              <a:rPr lang="zh-TW" altLang="en-US" dirty="0">
                <a:solidFill>
                  <a:schemeClr val="bg1"/>
                </a:solidFill>
                <a:latin typeface="微軟正黑體" panose="020B0604030504040204" pitchFamily="34" charset="-120"/>
                <a:ea typeface="微軟正黑體" panose="020B0604030504040204" pitchFamily="34" charset="-120"/>
              </a:rPr>
              <a:t>雲端運算最常見的三種類型：</a:t>
            </a:r>
            <a:r>
              <a:rPr lang="en-US" altLang="zh-TW" dirty="0">
                <a:solidFill>
                  <a:schemeClr val="bg1"/>
                </a:solidFill>
                <a:latin typeface="微軟正黑體" panose="020B0604030504040204" pitchFamily="34" charset="-120"/>
                <a:ea typeface="微軟正黑體" panose="020B0604030504040204" pitchFamily="34" charset="-120"/>
              </a:rPr>
              <a:t>IaaS</a:t>
            </a:r>
            <a:r>
              <a:rPr lang="zh-TW" altLang="en-US" dirty="0">
                <a:solidFill>
                  <a:schemeClr val="bg1"/>
                </a:solidFill>
                <a:latin typeface="微軟正黑體" panose="020B0604030504040204" pitchFamily="34" charset="-120"/>
                <a:ea typeface="微軟正黑體" panose="020B0604030504040204" pitchFamily="34" charset="-120"/>
              </a:rPr>
              <a:t>、</a:t>
            </a:r>
            <a:r>
              <a:rPr lang="en-US" altLang="zh-TW" dirty="0">
                <a:solidFill>
                  <a:schemeClr val="bg1"/>
                </a:solidFill>
                <a:latin typeface="微軟正黑體" panose="020B0604030504040204" pitchFamily="34" charset="-120"/>
                <a:ea typeface="微軟正黑體" panose="020B0604030504040204" pitchFamily="34" charset="-120"/>
              </a:rPr>
              <a:t>PaaS</a:t>
            </a:r>
            <a:r>
              <a:rPr lang="zh-TW" altLang="en-US" dirty="0">
                <a:solidFill>
                  <a:schemeClr val="bg1"/>
                </a:solidFill>
                <a:latin typeface="微軟正黑體" panose="020B0604030504040204" pitchFamily="34" charset="-120"/>
                <a:ea typeface="微軟正黑體" panose="020B0604030504040204" pitchFamily="34" charset="-120"/>
              </a:rPr>
              <a:t>、</a:t>
            </a:r>
            <a:r>
              <a:rPr lang="en-US" altLang="zh-TW" dirty="0">
                <a:solidFill>
                  <a:schemeClr val="bg1"/>
                </a:solidFill>
                <a:latin typeface="微軟正黑體" panose="020B0604030504040204" pitchFamily="34" charset="-120"/>
                <a:ea typeface="微軟正黑體" panose="020B0604030504040204" pitchFamily="34" charset="-120"/>
              </a:rPr>
              <a:t>SaaS</a:t>
            </a:r>
          </a:p>
          <a:p>
            <a:r>
              <a:rPr lang="zh-TW" altLang="en-US" dirty="0">
                <a:solidFill>
                  <a:schemeClr val="bg1"/>
                </a:solidFill>
                <a:latin typeface="微軟正黑體" panose="020B0604030504040204" pitchFamily="34" charset="-120"/>
                <a:ea typeface="微軟正黑體" panose="020B0604030504040204" pitchFamily="34" charset="-120"/>
              </a:rPr>
              <a:t>（資料來源：</a:t>
            </a:r>
            <a:r>
              <a:rPr lang="en-US" altLang="zh-TW" dirty="0">
                <a:solidFill>
                  <a:schemeClr val="bg1"/>
                </a:solidFill>
                <a:latin typeface="微軟正黑體" panose="020B0604030504040204" pitchFamily="34" charset="-120"/>
                <a:ea typeface="微軟正黑體" panose="020B0604030504040204" pitchFamily="34" charset="-120"/>
              </a:rPr>
              <a:t>© </a:t>
            </a:r>
            <a:r>
              <a:rPr lang="en-US" altLang="zh-TW" dirty="0" err="1">
                <a:solidFill>
                  <a:schemeClr val="bg1"/>
                </a:solidFill>
                <a:latin typeface="微軟正黑體" panose="020B0604030504040204" pitchFamily="34" charset="-120"/>
                <a:ea typeface="微軟正黑體" panose="020B0604030504040204" pitchFamily="34" charset="-120"/>
              </a:rPr>
              <a:t>VectorMine</a:t>
            </a:r>
            <a:r>
              <a:rPr lang="en-US" altLang="zh-TW" dirty="0">
                <a:solidFill>
                  <a:schemeClr val="bg1"/>
                </a:solidFill>
                <a:latin typeface="微軟正黑體" panose="020B0604030504040204" pitchFamily="34" charset="-120"/>
                <a:ea typeface="微軟正黑體" panose="020B0604030504040204" pitchFamily="34" charset="-120"/>
              </a:rPr>
              <a:t> | Dreamstime.com</a:t>
            </a:r>
            <a:r>
              <a:rPr lang="zh-TW" altLang="en-US" dirty="0">
                <a:latin typeface="微軟正黑體" panose="020B0604030504040204" pitchFamily="34" charset="-120"/>
                <a:ea typeface="微軟正黑體" panose="020B0604030504040204" pitchFamily="34" charset="-120"/>
              </a:rPr>
              <a:t>）</a:t>
            </a:r>
          </a:p>
        </p:txBody>
      </p:sp>
      <p:pic>
        <p:nvPicPr>
          <p:cNvPr id="6" name="Picture 3"/>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672298" y="1356615"/>
            <a:ext cx="5760640" cy="244640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7950965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en-US" altLang="zh-TW" dirty="0"/>
              <a:t>IaaS</a:t>
            </a:r>
            <a:endParaRPr lang="zh-TW" altLang="en-US" dirty="0"/>
          </a:p>
        </p:txBody>
      </p:sp>
      <p:sp>
        <p:nvSpPr>
          <p:cNvPr id="2" name="內容版面配置區 1"/>
          <p:cNvSpPr>
            <a:spLocks noGrp="1"/>
          </p:cNvSpPr>
          <p:nvPr>
            <p:ph idx="1"/>
          </p:nvPr>
        </p:nvSpPr>
        <p:spPr/>
        <p:txBody>
          <a:bodyPr/>
          <a:lstStyle/>
          <a:p>
            <a:r>
              <a:rPr lang="zh-TW" altLang="en-US"/>
              <a:t>使用者向服務提供者租用機器。只需要上網填寫要租用的機器規格，服務提供者馬上就可以「生」出一台符合使用者需求的機器。</a:t>
            </a:r>
            <a:endParaRPr lang="en-US" altLang="zh-TW"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en-US" altLang="zh-TW" dirty="0"/>
              <a:t>IaaS</a:t>
            </a:r>
            <a:endParaRPr lang="zh-TW" altLang="en-US" dirty="0"/>
          </a:p>
        </p:txBody>
      </p:sp>
      <p:sp>
        <p:nvSpPr>
          <p:cNvPr id="3" name="內容版面配置區 2"/>
          <p:cNvSpPr>
            <a:spLocks noGrp="1"/>
          </p:cNvSpPr>
          <p:nvPr>
            <p:ph idx="1"/>
          </p:nvPr>
        </p:nvSpPr>
        <p:spPr/>
        <p:txBody>
          <a:bodyPr/>
          <a:lstStyle/>
          <a:p>
            <a:r>
              <a:rPr lang="zh-TW" altLang="en-US"/>
              <a:t>使用者需透過遠端存取</a:t>
            </a:r>
            <a:r>
              <a:rPr lang="en-US" altLang="zh-TW"/>
              <a:t>(</a:t>
            </a:r>
            <a:r>
              <a:rPr lang="zh-TW" altLang="en-US"/>
              <a:t>如</a:t>
            </a:r>
            <a:r>
              <a:rPr lang="en-US" altLang="zh-TW"/>
              <a:t>telnet</a:t>
            </a:r>
            <a:r>
              <a:rPr lang="zh-TW" altLang="en-US"/>
              <a:t>、</a:t>
            </a:r>
            <a:r>
              <a:rPr lang="en-US" altLang="zh-TW"/>
              <a:t>ssh)</a:t>
            </a:r>
            <a:r>
              <a:rPr lang="zh-TW" altLang="en-US"/>
              <a:t>或遠端桌面等方式，連上雲端</a:t>
            </a:r>
            <a:r>
              <a:rPr lang="en-US" altLang="zh-TW"/>
              <a:t>IaaS</a:t>
            </a:r>
            <a:r>
              <a:rPr lang="zh-TW" altLang="en-US"/>
              <a:t>服務所提供的虛擬機器進行操作。</a:t>
            </a:r>
            <a:endParaRPr lang="en-US" altLang="zh-TW"/>
          </a:p>
          <a:p>
            <a:r>
              <a:rPr lang="zh-TW" altLang="en-US"/>
              <a:t>最著名</a:t>
            </a:r>
            <a:r>
              <a:rPr lang="en-US" altLang="zh-TW"/>
              <a:t>IaaS</a:t>
            </a:r>
            <a:r>
              <a:rPr lang="zh-TW" altLang="en-US"/>
              <a:t>服務提供者為</a:t>
            </a:r>
            <a:r>
              <a:rPr lang="en-US" altLang="zh-TW"/>
              <a:t>Amazon</a:t>
            </a:r>
            <a:r>
              <a:rPr lang="zh-TW" altLang="en-US"/>
              <a:t>的</a:t>
            </a:r>
            <a:r>
              <a:rPr lang="en-US" altLang="zh-TW">
                <a:solidFill>
                  <a:srgbClr val="C00000"/>
                </a:solidFill>
              </a:rPr>
              <a:t>EC2</a:t>
            </a:r>
            <a:r>
              <a:rPr lang="zh-TW" altLang="en-US"/>
              <a:t>服務。</a:t>
            </a:r>
          </a:p>
          <a:p>
            <a:endParaRPr lang="zh-TW" altLang="en-US" dirty="0"/>
          </a:p>
        </p:txBody>
      </p:sp>
    </p:spTree>
    <p:extLst>
      <p:ext uri="{BB962C8B-B14F-4D97-AF65-F5344CB8AC3E}">
        <p14:creationId xmlns:p14="http://schemas.microsoft.com/office/powerpoint/2010/main" val="29129767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3"/>
          <p:cNvPicPr>
            <a:picLocks noGrp="1" noChangeAspect="1" noChangeArrowheads="1"/>
          </p:cNvPicPr>
          <p:nvPr>
            <p:ph idx="1"/>
          </p:nvPr>
        </p:nvPicPr>
        <p:blipFill>
          <a:blip r:embed="rId2" cstate="print"/>
          <a:srcRect/>
          <a:stretch>
            <a:fillRect/>
          </a:stretch>
        </p:blipFill>
        <p:spPr bwMode="auto">
          <a:xfrm>
            <a:off x="1270657" y="930004"/>
            <a:ext cx="5416578" cy="339475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6" name="矩形 5"/>
          <p:cNvSpPr/>
          <p:nvPr/>
        </p:nvSpPr>
        <p:spPr>
          <a:xfrm>
            <a:off x="1601670" y="3775827"/>
            <a:ext cx="4572000" cy="646331"/>
          </a:xfrm>
          <a:prstGeom prst="rect">
            <a:avLst/>
          </a:prstGeom>
          <a:solidFill>
            <a:schemeClr val="accent2"/>
          </a:solidFill>
        </p:spPr>
        <p:txBody>
          <a:bodyPr>
            <a:spAutoFit/>
          </a:bodyPr>
          <a:lstStyle/>
          <a:p>
            <a:r>
              <a:rPr lang="en-US" altLang="zh-TW" dirty="0">
                <a:solidFill>
                  <a:schemeClr val="bg1"/>
                </a:solidFill>
                <a:latin typeface="微軟正黑體" pitchFamily="34" charset="-120"/>
                <a:ea typeface="微軟正黑體" pitchFamily="34" charset="-120"/>
              </a:rPr>
              <a:t>Oracle </a:t>
            </a:r>
            <a:r>
              <a:rPr lang="en-US" altLang="zh-TW" dirty="0" err="1">
                <a:solidFill>
                  <a:schemeClr val="bg1"/>
                </a:solidFill>
                <a:latin typeface="微軟正黑體" pitchFamily="34" charset="-120"/>
                <a:ea typeface="微軟正黑體" pitchFamily="34" charset="-120"/>
              </a:rPr>
              <a:t>VirtualBox</a:t>
            </a:r>
            <a:r>
              <a:rPr lang="zh-TW" altLang="en-US" dirty="0">
                <a:solidFill>
                  <a:schemeClr val="bg1"/>
                </a:solidFill>
                <a:latin typeface="微軟正黑體" pitchFamily="34" charset="-120"/>
                <a:ea typeface="微軟正黑體" pitchFamily="34" charset="-120"/>
              </a:rPr>
              <a:t>虛擬機執行範例：在</a:t>
            </a:r>
            <a:r>
              <a:rPr lang="en-US" altLang="zh-TW" dirty="0">
                <a:solidFill>
                  <a:schemeClr val="bg1"/>
                </a:solidFill>
                <a:latin typeface="微軟正黑體" pitchFamily="34" charset="-120"/>
                <a:ea typeface="微軟正黑體" pitchFamily="34" charset="-120"/>
              </a:rPr>
              <a:t>Mac OS X</a:t>
            </a:r>
            <a:r>
              <a:rPr lang="zh-TW" altLang="en-US" dirty="0">
                <a:solidFill>
                  <a:schemeClr val="bg1"/>
                </a:solidFill>
                <a:latin typeface="微軟正黑體" pitchFamily="34" charset="-120"/>
                <a:ea typeface="微軟正黑體" pitchFamily="34" charset="-120"/>
              </a:rPr>
              <a:t>裡透過虛擬機器執行</a:t>
            </a:r>
            <a:r>
              <a:rPr lang="en-US" altLang="zh-TW" dirty="0">
                <a:solidFill>
                  <a:schemeClr val="bg1"/>
                </a:solidFill>
                <a:latin typeface="微軟正黑體" pitchFamily="34" charset="-120"/>
                <a:ea typeface="微軟正黑體" pitchFamily="34" charset="-120"/>
              </a:rPr>
              <a:t>Windows XP</a:t>
            </a:r>
            <a:r>
              <a:rPr lang="zh-TW" altLang="en-US" dirty="0">
                <a:solidFill>
                  <a:schemeClr val="bg1"/>
                </a:solidFill>
                <a:latin typeface="微軟正黑體" pitchFamily="34" charset="-120"/>
                <a:ea typeface="微軟正黑體" pitchFamily="34" charset="-120"/>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en-US" altLang="zh-TW"/>
              <a:t>PaaS</a:t>
            </a:r>
            <a:endParaRPr lang="zh-TW" altLang="en-US" dirty="0"/>
          </a:p>
        </p:txBody>
      </p:sp>
      <p:sp>
        <p:nvSpPr>
          <p:cNvPr id="2" name="內容版面配置區 1"/>
          <p:cNvSpPr>
            <a:spLocks noGrp="1"/>
          </p:cNvSpPr>
          <p:nvPr>
            <p:ph idx="1"/>
          </p:nvPr>
        </p:nvSpPr>
        <p:spPr/>
        <p:txBody>
          <a:bodyPr>
            <a:normAutofit fontScale="92500" lnSpcReduction="20000"/>
          </a:bodyPr>
          <a:lstStyle/>
          <a:p>
            <a:r>
              <a:rPr lang="zh-TW" altLang="en-US"/>
              <a:t>假設欲架設一個網站：</a:t>
            </a:r>
            <a:endParaRPr lang="en-US" altLang="zh-TW"/>
          </a:p>
          <a:p>
            <a:pPr lvl="1"/>
            <a:r>
              <a:rPr lang="zh-TW" altLang="en-US"/>
              <a:t>若向</a:t>
            </a:r>
            <a:r>
              <a:rPr lang="en-US" altLang="zh-TW"/>
              <a:t>IaaS</a:t>
            </a:r>
            <a:r>
              <a:rPr lang="zh-TW" altLang="en-US"/>
              <a:t>服務提供者租用機器，雖然彈性比較大，但所有的軟體安裝、設定和管理都得自己來。</a:t>
            </a:r>
            <a:endParaRPr lang="en-US" altLang="zh-TW"/>
          </a:p>
          <a:p>
            <a:pPr lvl="1"/>
            <a:r>
              <a:rPr lang="en-US" altLang="zh-TW"/>
              <a:t>PaaS</a:t>
            </a:r>
            <a:r>
              <a:rPr lang="zh-TW" altLang="en-US"/>
              <a:t>服務則可簡化這些工作流程，提供使用者建置網路服務，使用者只要設定好網域名稱，然後上傳網站檔案至租用空間，就可以開始運作。</a:t>
            </a:r>
            <a:endParaRPr lang="en-US" altLang="zh-TW"/>
          </a:p>
          <a:p>
            <a:r>
              <a:rPr lang="en-US" altLang="zh-TW"/>
              <a:t>PaaS</a:t>
            </a:r>
            <a:r>
              <a:rPr lang="zh-TW" altLang="en-US"/>
              <a:t>服務是租用平台和空間。</a:t>
            </a:r>
            <a:endParaRPr lang="zh-TW" alt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en-US" altLang="zh-TW" dirty="0"/>
              <a:t>PaaS</a:t>
            </a:r>
            <a:r>
              <a:rPr lang="zh-TW" altLang="en-US" dirty="0"/>
              <a:t>服務支援網站開發方式</a:t>
            </a:r>
          </a:p>
        </p:txBody>
      </p:sp>
      <p:sp>
        <p:nvSpPr>
          <p:cNvPr id="2" name="內容版面配置區 1"/>
          <p:cNvSpPr>
            <a:spLocks noGrp="1"/>
          </p:cNvSpPr>
          <p:nvPr>
            <p:ph idx="1"/>
          </p:nvPr>
        </p:nvSpPr>
        <p:spPr/>
        <p:txBody>
          <a:bodyPr>
            <a:normAutofit/>
          </a:bodyPr>
          <a:lstStyle/>
          <a:p>
            <a:r>
              <a:rPr lang="zh-TW" altLang="en-US" dirty="0"/>
              <a:t>慣用</a:t>
            </a:r>
            <a:r>
              <a:rPr lang="en-US" altLang="zh-TW" dirty="0" err="1"/>
              <a:t>ASP.Net</a:t>
            </a:r>
            <a:r>
              <a:rPr lang="zh-TW" altLang="en-US" dirty="0"/>
              <a:t>配合微軟的</a:t>
            </a:r>
            <a:r>
              <a:rPr lang="en-US" altLang="zh-TW" dirty="0"/>
              <a:t>SQL</a:t>
            </a:r>
            <a:r>
              <a:rPr lang="zh-TW" altLang="en-US" dirty="0"/>
              <a:t>伺服器建置網站，可考慮向微軟的</a:t>
            </a:r>
            <a:r>
              <a:rPr lang="en-US" altLang="zh-TW" dirty="0"/>
              <a:t>Azure</a:t>
            </a:r>
            <a:r>
              <a:rPr lang="zh-TW" altLang="en-US" dirty="0"/>
              <a:t>雲端服務租用。</a:t>
            </a:r>
            <a:endParaRPr lang="en-US" altLang="zh-TW" dirty="0"/>
          </a:p>
          <a:p>
            <a:r>
              <a:rPr lang="zh-TW" altLang="en-US" dirty="0"/>
              <a:t>慣用</a:t>
            </a:r>
            <a:r>
              <a:rPr lang="en-US" altLang="zh-TW" dirty="0"/>
              <a:t>Google</a:t>
            </a:r>
            <a:r>
              <a:rPr lang="zh-TW" altLang="en-US" dirty="0"/>
              <a:t>的網路服務元件，及</a:t>
            </a:r>
            <a:r>
              <a:rPr lang="en-US" altLang="zh-TW" dirty="0"/>
              <a:t>Java</a:t>
            </a:r>
            <a:r>
              <a:rPr lang="zh-TW" altLang="en-US" dirty="0"/>
              <a:t> </a:t>
            </a:r>
            <a:r>
              <a:rPr lang="en-US" altLang="zh-TW" dirty="0"/>
              <a:t>Servlet</a:t>
            </a:r>
            <a:r>
              <a:rPr lang="zh-TW" altLang="en-US" dirty="0"/>
              <a:t>、</a:t>
            </a:r>
            <a:r>
              <a:rPr lang="en-US" altLang="zh-TW" dirty="0"/>
              <a:t>Python</a:t>
            </a:r>
            <a:r>
              <a:rPr lang="zh-TW" altLang="en-US" dirty="0"/>
              <a:t>、</a:t>
            </a:r>
            <a:r>
              <a:rPr lang="en-US" altLang="zh-TW" dirty="0"/>
              <a:t>PHP</a:t>
            </a:r>
            <a:r>
              <a:rPr lang="zh-TW" altLang="en-US" dirty="0"/>
              <a:t>或是</a:t>
            </a:r>
            <a:r>
              <a:rPr lang="en-US" altLang="zh-TW" dirty="0"/>
              <a:t>Google</a:t>
            </a:r>
            <a:r>
              <a:rPr lang="zh-TW" altLang="en-US" dirty="0"/>
              <a:t>的自家語言開發，可考慮</a:t>
            </a:r>
            <a:r>
              <a:rPr lang="en-US" altLang="zh-TW" dirty="0"/>
              <a:t>Google</a:t>
            </a:r>
            <a:r>
              <a:rPr lang="zh-TW" altLang="en-US" dirty="0"/>
              <a:t>的</a:t>
            </a:r>
            <a:r>
              <a:rPr lang="en-US" altLang="zh-TW" dirty="0"/>
              <a:t>GAE</a:t>
            </a:r>
            <a:r>
              <a:rPr lang="zh-TW" altLang="en-US" dirty="0"/>
              <a:t>服務。</a:t>
            </a:r>
            <a:endParaRPr lang="en-US" altLang="zh-TW" dirty="0"/>
          </a:p>
        </p:txBody>
      </p:sp>
    </p:spTree>
    <p:extLst>
      <p:ext uri="{BB962C8B-B14F-4D97-AF65-F5344CB8AC3E}">
        <p14:creationId xmlns:p14="http://schemas.microsoft.com/office/powerpoint/2010/main" val="39781846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en-US" altLang="zh-TW" dirty="0"/>
              <a:t>PaaS</a:t>
            </a:r>
            <a:r>
              <a:rPr lang="zh-TW" altLang="en-US" dirty="0"/>
              <a:t>服務支援網站開發方式</a:t>
            </a:r>
          </a:p>
        </p:txBody>
      </p:sp>
      <p:sp>
        <p:nvSpPr>
          <p:cNvPr id="3" name="內容版面配置區 2"/>
          <p:cNvSpPr>
            <a:spLocks noGrp="1"/>
          </p:cNvSpPr>
          <p:nvPr>
            <p:ph idx="1"/>
          </p:nvPr>
        </p:nvSpPr>
        <p:spPr/>
        <p:txBody>
          <a:bodyPr/>
          <a:lstStyle/>
          <a:p>
            <a:r>
              <a:rPr lang="zh-TW" altLang="en-US" dirty="0"/>
              <a:t>若只需一般的</a:t>
            </a:r>
            <a:r>
              <a:rPr lang="en-US" altLang="zh-TW" dirty="0"/>
              <a:t>Java Servlet</a:t>
            </a:r>
            <a:r>
              <a:rPr lang="zh-TW" altLang="en-US" dirty="0"/>
              <a:t>、</a:t>
            </a:r>
            <a:r>
              <a:rPr lang="en-US" altLang="zh-TW" dirty="0"/>
              <a:t>Python</a:t>
            </a:r>
            <a:r>
              <a:rPr lang="zh-TW" altLang="en-US" dirty="0"/>
              <a:t>、或是</a:t>
            </a:r>
            <a:r>
              <a:rPr lang="en-US" altLang="zh-TW" dirty="0"/>
              <a:t>PHP</a:t>
            </a:r>
            <a:r>
              <a:rPr lang="zh-TW" altLang="en-US" dirty="0"/>
              <a:t>配合標準的資料庫建置網站，可選擇</a:t>
            </a:r>
            <a:r>
              <a:rPr lang="en-US" altLang="zh-TW" dirty="0" err="1"/>
              <a:t>CloudBee</a:t>
            </a:r>
            <a:r>
              <a:rPr lang="zh-TW" altLang="en-US" dirty="0"/>
              <a:t>、</a:t>
            </a:r>
            <a:r>
              <a:rPr lang="en-US" altLang="zh-TW" dirty="0" err="1"/>
              <a:t>Heroku</a:t>
            </a:r>
            <a:r>
              <a:rPr lang="zh-TW" altLang="en-US" dirty="0"/>
              <a:t>、</a:t>
            </a:r>
            <a:r>
              <a:rPr lang="en-US" altLang="zh-TW" dirty="0" err="1"/>
              <a:t>OpenShift</a:t>
            </a:r>
            <a:r>
              <a:rPr lang="zh-TW" altLang="en-US" dirty="0"/>
              <a:t>、</a:t>
            </a:r>
            <a:r>
              <a:rPr lang="en-US" altLang="zh-TW" dirty="0"/>
              <a:t>Cloud Foundry</a:t>
            </a:r>
            <a:r>
              <a:rPr lang="zh-TW" altLang="en-US" dirty="0"/>
              <a:t>等。</a:t>
            </a:r>
          </a:p>
          <a:p>
            <a:endParaRPr lang="zh-TW" altLang="en-US" dirty="0"/>
          </a:p>
        </p:txBody>
      </p:sp>
    </p:spTree>
    <p:extLst>
      <p:ext uri="{BB962C8B-B14F-4D97-AF65-F5344CB8AC3E}">
        <p14:creationId xmlns:p14="http://schemas.microsoft.com/office/powerpoint/2010/main" val="360136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en-US" altLang="zh-TW" dirty="0"/>
              <a:t>SaaS</a:t>
            </a:r>
            <a:endParaRPr lang="zh-TW" altLang="en-US" dirty="0"/>
          </a:p>
        </p:txBody>
      </p:sp>
      <p:sp>
        <p:nvSpPr>
          <p:cNvPr id="2" name="內容版面配置區 1"/>
          <p:cNvSpPr>
            <a:spLocks noGrp="1"/>
          </p:cNvSpPr>
          <p:nvPr>
            <p:ph idx="1"/>
          </p:nvPr>
        </p:nvSpPr>
        <p:spPr/>
        <p:txBody>
          <a:bodyPr>
            <a:normAutofit/>
          </a:bodyPr>
          <a:lstStyle/>
          <a:p>
            <a:r>
              <a:rPr lang="en-US" altLang="zh-TW" dirty="0"/>
              <a:t>SaaS</a:t>
            </a:r>
            <a:r>
              <a:rPr lang="zh-TW" altLang="en-US" dirty="0"/>
              <a:t>服務是將「軟體」建置在雲端上。</a:t>
            </a:r>
            <a:endParaRPr lang="en-US" altLang="zh-TW" dirty="0"/>
          </a:p>
          <a:p>
            <a:r>
              <a:rPr lang="zh-TW" altLang="en-US" dirty="0"/>
              <a:t>一般使用者不用安裝任何應用程式，即可直接使用雲端上的網路軟體，如電子郵件、儲存、辦公室軟體、掃毒、遊戲等等。</a:t>
            </a:r>
            <a:endParaRPr lang="en-US" altLang="zh-TW"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en-US" altLang="zh-TW" dirty="0"/>
              <a:t>SaaS</a:t>
            </a:r>
            <a:endParaRPr lang="zh-TW" altLang="en-US" dirty="0"/>
          </a:p>
        </p:txBody>
      </p:sp>
      <p:sp>
        <p:nvSpPr>
          <p:cNvPr id="3" name="內容版面配置區 2"/>
          <p:cNvSpPr>
            <a:spLocks noGrp="1"/>
          </p:cNvSpPr>
          <p:nvPr>
            <p:ph idx="1"/>
          </p:nvPr>
        </p:nvSpPr>
        <p:spPr/>
        <p:txBody>
          <a:bodyPr/>
          <a:lstStyle/>
          <a:p>
            <a:r>
              <a:rPr lang="en-US" altLang="zh-TW" dirty="0"/>
              <a:t>SaaS</a:t>
            </a:r>
            <a:r>
              <a:rPr lang="zh-TW" altLang="en-US" dirty="0"/>
              <a:t>服務可為企業提供多樣化的軟體元件，個別企業可以透過這些網路軟體元件，組合出適合個別企業的</a:t>
            </a:r>
            <a:r>
              <a:rPr lang="en-US" altLang="zh-TW" dirty="0"/>
              <a:t>ERP</a:t>
            </a:r>
            <a:r>
              <a:rPr lang="zh-TW" altLang="en-US" dirty="0"/>
              <a:t>或</a:t>
            </a:r>
            <a:r>
              <a:rPr lang="en-US" altLang="zh-TW" dirty="0"/>
              <a:t>CRM</a:t>
            </a:r>
            <a:r>
              <a:rPr lang="zh-TW" altLang="en-US" dirty="0"/>
              <a:t>軟體。</a:t>
            </a:r>
          </a:p>
          <a:p>
            <a:endParaRPr lang="zh-TW" altLang="en-US" dirty="0"/>
          </a:p>
        </p:txBody>
      </p:sp>
    </p:spTree>
    <p:extLst>
      <p:ext uri="{BB962C8B-B14F-4D97-AF65-F5344CB8AC3E}">
        <p14:creationId xmlns:p14="http://schemas.microsoft.com/office/powerpoint/2010/main" val="14159345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en-US" altLang="zh-TW"/>
              <a:t>16-1 </a:t>
            </a:r>
            <a:r>
              <a:rPr lang="zh-TW" altLang="en-US"/>
              <a:t>雲端運算</a:t>
            </a:r>
            <a:endParaRPr lang="zh-TW" altLang="en-US" dirty="0"/>
          </a:p>
        </p:txBody>
      </p:sp>
      <p:sp>
        <p:nvSpPr>
          <p:cNvPr id="2" name="內容版面配置區 1"/>
          <p:cNvSpPr>
            <a:spLocks noGrp="1"/>
          </p:cNvSpPr>
          <p:nvPr>
            <p:ph idx="1"/>
          </p:nvPr>
        </p:nvSpPr>
        <p:spPr/>
        <p:txBody>
          <a:bodyPr/>
          <a:lstStyle/>
          <a:p>
            <a:r>
              <a:rPr lang="zh-TW" altLang="en-US"/>
              <a:t>雲端運算最常用的技術為虛擬化的技術。</a:t>
            </a:r>
            <a:endParaRPr lang="en-US" altLang="zh-TW"/>
          </a:p>
          <a:p>
            <a:r>
              <a:rPr lang="zh-TW" altLang="en-US"/>
              <a:t>不論機器、記憶體、儲存空間、網路、顯示卡等，皆可透過虛擬化的技術，提供高可用性及動態配置的能力。</a:t>
            </a:r>
            <a:endParaRPr lang="zh-TW" altLang="en-US" dirty="0"/>
          </a:p>
        </p:txBody>
      </p:sp>
      <p:pic>
        <p:nvPicPr>
          <p:cNvPr id="6" name="圖片 5"/>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4977045" y="3706413"/>
            <a:ext cx="1585609" cy="1189207"/>
          </a:xfrm>
          <a:prstGeom prst="rect">
            <a:avLst/>
          </a:prstGeom>
        </p:spPr>
      </p:pic>
    </p:spTree>
    <p:extLst>
      <p:ext uri="{BB962C8B-B14F-4D97-AF65-F5344CB8AC3E}">
        <p14:creationId xmlns:p14="http://schemas.microsoft.com/office/powerpoint/2010/main" val="35906922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資料庫圖表 4"/>
          <p:cNvGraphicFramePr/>
          <p:nvPr>
            <p:extLst>
              <p:ext uri="{D42A27DB-BD31-4B8C-83A1-F6EECF244321}">
                <p14:modId xmlns:p14="http://schemas.microsoft.com/office/powerpoint/2010/main" val="3582670090"/>
              </p:ext>
            </p:extLst>
          </p:nvPr>
        </p:nvGraphicFramePr>
        <p:xfrm>
          <a:off x="1341477" y="1266606"/>
          <a:ext cx="6635080" cy="35553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標題 2"/>
          <p:cNvSpPr>
            <a:spLocks noGrp="1"/>
          </p:cNvSpPr>
          <p:nvPr>
            <p:ph type="title"/>
          </p:nvPr>
        </p:nvSpPr>
        <p:spPr/>
        <p:txBody>
          <a:bodyPr>
            <a:normAutofit fontScale="90000"/>
          </a:bodyPr>
          <a:lstStyle/>
          <a:p>
            <a:r>
              <a:rPr lang="en-US" altLang="zh-TW" dirty="0"/>
              <a:t>16-1 </a:t>
            </a:r>
            <a:r>
              <a:rPr lang="zh-TW" altLang="en-US" dirty="0"/>
              <a:t>雲端運算</a:t>
            </a:r>
          </a:p>
        </p:txBody>
      </p:sp>
    </p:spTree>
    <p:extLst>
      <p:ext uri="{BB962C8B-B14F-4D97-AF65-F5344CB8AC3E}">
        <p14:creationId xmlns:p14="http://schemas.microsoft.com/office/powerpoint/2010/main" val="19727107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en-US" altLang="zh-TW"/>
              <a:t>16-1 </a:t>
            </a:r>
            <a:r>
              <a:rPr lang="zh-TW" altLang="en-US"/>
              <a:t>雲端運算</a:t>
            </a:r>
            <a:endParaRPr lang="zh-TW" altLang="en-US" dirty="0"/>
          </a:p>
        </p:txBody>
      </p:sp>
      <p:sp>
        <p:nvSpPr>
          <p:cNvPr id="2" name="內容版面配置區 1"/>
          <p:cNvSpPr>
            <a:spLocks noGrp="1"/>
          </p:cNvSpPr>
          <p:nvPr>
            <p:ph idx="1"/>
          </p:nvPr>
        </p:nvSpPr>
        <p:spPr/>
        <p:txBody>
          <a:bodyPr>
            <a:normAutofit fontScale="92500" lnSpcReduction="20000"/>
          </a:bodyPr>
          <a:lstStyle/>
          <a:p>
            <a:r>
              <a:rPr lang="zh-TW" altLang="en-US" dirty="0"/>
              <a:t>雲端運算相關技術的應用十分廣泛，都和平常的上網生活息息相關，如：</a:t>
            </a:r>
            <a:endParaRPr lang="en-US" altLang="zh-TW" dirty="0"/>
          </a:p>
          <a:p>
            <a:pPr lvl="1"/>
            <a:r>
              <a:rPr lang="zh-TW" altLang="en-US" dirty="0"/>
              <a:t>免費</a:t>
            </a:r>
            <a:r>
              <a:rPr lang="en-US" altLang="zh-TW" dirty="0"/>
              <a:t>E-mail (Gmail</a:t>
            </a:r>
            <a:r>
              <a:rPr lang="zh-TW" altLang="en-US" dirty="0"/>
              <a:t>、</a:t>
            </a:r>
            <a:r>
              <a:rPr lang="en-US" altLang="zh-TW" dirty="0"/>
              <a:t>Yahoo!</a:t>
            </a:r>
            <a:r>
              <a:rPr lang="zh-TW" altLang="en-US" dirty="0"/>
              <a:t>信箱</a:t>
            </a:r>
            <a:r>
              <a:rPr lang="en-US" altLang="zh-TW" dirty="0"/>
              <a:t>)</a:t>
            </a:r>
            <a:r>
              <a:rPr lang="zh-TW" altLang="en-US" dirty="0"/>
              <a:t>。</a:t>
            </a:r>
            <a:endParaRPr lang="en-US" altLang="zh-TW" dirty="0"/>
          </a:p>
          <a:p>
            <a:pPr lvl="1"/>
            <a:r>
              <a:rPr lang="zh-TW" altLang="en-US" dirty="0"/>
              <a:t>線上儲存</a:t>
            </a:r>
            <a:r>
              <a:rPr lang="en-US" altLang="zh-TW" dirty="0"/>
              <a:t>(Dropbox)</a:t>
            </a:r>
            <a:r>
              <a:rPr lang="zh-TW" altLang="en-US" dirty="0"/>
              <a:t>。</a:t>
            </a:r>
            <a:endParaRPr lang="en-US" altLang="zh-TW" dirty="0"/>
          </a:p>
          <a:p>
            <a:pPr lvl="1"/>
            <a:r>
              <a:rPr lang="zh-TW" altLang="en-US" dirty="0"/>
              <a:t>線上文件編輯</a:t>
            </a:r>
            <a:r>
              <a:rPr lang="en-US" altLang="zh-TW" dirty="0"/>
              <a:t>(SkyDrive</a:t>
            </a:r>
            <a:r>
              <a:rPr lang="zh-TW" altLang="en-US" dirty="0"/>
              <a:t>、</a:t>
            </a:r>
            <a:r>
              <a:rPr lang="en-US" altLang="zh-TW" dirty="0"/>
              <a:t>Google Document)</a:t>
            </a:r>
            <a:r>
              <a:rPr lang="zh-TW" altLang="en-US" dirty="0"/>
              <a:t>。</a:t>
            </a:r>
            <a:endParaRPr lang="en-US" altLang="zh-TW" dirty="0"/>
          </a:p>
          <a:p>
            <a:pPr lvl="1"/>
            <a:r>
              <a:rPr lang="zh-TW" altLang="en-US" dirty="0"/>
              <a:t>線上影音</a:t>
            </a:r>
            <a:r>
              <a:rPr lang="en-US" altLang="zh-TW" dirty="0"/>
              <a:t>(YouTube)</a:t>
            </a:r>
            <a:r>
              <a:rPr lang="zh-TW" altLang="en-US" dirty="0"/>
              <a:t>。</a:t>
            </a:r>
            <a:endParaRPr lang="en-US" altLang="zh-TW" dirty="0"/>
          </a:p>
          <a:p>
            <a:pPr lvl="1"/>
            <a:r>
              <a:rPr lang="zh-TW" altLang="en-US" dirty="0"/>
              <a:t>雲端遊戲</a:t>
            </a:r>
            <a:r>
              <a:rPr lang="en-US" altLang="zh-TW" dirty="0"/>
              <a:t>(OnLive)</a:t>
            </a:r>
            <a:r>
              <a:rPr lang="zh-TW" altLang="en-US" dirty="0"/>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en-US" altLang="zh-TW" dirty="0"/>
              <a:t>16-1 </a:t>
            </a:r>
            <a:r>
              <a:rPr lang="zh-TW" altLang="en-US" dirty="0"/>
              <a:t>雲端運算</a:t>
            </a:r>
          </a:p>
        </p:txBody>
      </p:sp>
      <p:sp>
        <p:nvSpPr>
          <p:cNvPr id="2" name="內容版面配置區 1"/>
          <p:cNvSpPr>
            <a:spLocks noGrp="1"/>
          </p:cNvSpPr>
          <p:nvPr>
            <p:ph idx="1"/>
          </p:nvPr>
        </p:nvSpPr>
        <p:spPr/>
        <p:txBody>
          <a:bodyPr>
            <a:normAutofit/>
          </a:bodyPr>
          <a:lstStyle/>
          <a:p>
            <a:r>
              <a:rPr lang="zh-TW" altLang="en-US" dirty="0"/>
              <a:t>在手機、平板等行動裝置盛行的世代，透過雲端技術和服務，讓原本計算和儲存能力有限的行動裝置，透過網路而得到龐大資源。</a:t>
            </a:r>
            <a:endParaRPr lang="en-US" altLang="zh-TW" dirty="0"/>
          </a:p>
        </p:txBody>
      </p:sp>
    </p:spTree>
    <p:extLst>
      <p:ext uri="{BB962C8B-B14F-4D97-AF65-F5344CB8AC3E}">
        <p14:creationId xmlns:p14="http://schemas.microsoft.com/office/powerpoint/2010/main" val="3932964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en-US" altLang="zh-TW" dirty="0"/>
              <a:t>16-1 </a:t>
            </a:r>
            <a:r>
              <a:rPr lang="zh-TW" altLang="en-US" dirty="0"/>
              <a:t>雲端運算</a:t>
            </a:r>
          </a:p>
        </p:txBody>
      </p:sp>
      <p:sp>
        <p:nvSpPr>
          <p:cNvPr id="3" name="內容版面配置區 2"/>
          <p:cNvSpPr>
            <a:spLocks noGrp="1"/>
          </p:cNvSpPr>
          <p:nvPr>
            <p:ph idx="1"/>
          </p:nvPr>
        </p:nvSpPr>
        <p:spPr/>
        <p:txBody>
          <a:bodyPr/>
          <a:lstStyle/>
          <a:p>
            <a:r>
              <a:rPr lang="zh-TW" altLang="en-US" dirty="0"/>
              <a:t>企業透過各種雲端技術，除可降低營運和維護成本外，各種專門領域更可透過巨量資料</a:t>
            </a:r>
            <a:r>
              <a:rPr lang="en-US" altLang="zh-TW" dirty="0"/>
              <a:t>(big data)</a:t>
            </a:r>
            <a:r>
              <a:rPr lang="zh-TW" altLang="en-US" dirty="0"/>
              <a:t>的搜集和分析，在合理的時間內，獲取更有價值的資訊。</a:t>
            </a:r>
          </a:p>
          <a:p>
            <a:endParaRPr lang="zh-TW" altLang="en-US" dirty="0"/>
          </a:p>
        </p:txBody>
      </p:sp>
    </p:spTree>
    <p:extLst>
      <p:ext uri="{BB962C8B-B14F-4D97-AF65-F5344CB8AC3E}">
        <p14:creationId xmlns:p14="http://schemas.microsoft.com/office/powerpoint/2010/main" val="30203726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dirty="0"/>
              <a:t>霧計算（</a:t>
            </a:r>
            <a:r>
              <a:rPr lang="en-US" altLang="zh-TW" dirty="0"/>
              <a:t>Fog Computing</a:t>
            </a:r>
            <a:r>
              <a:rPr lang="zh-TW" altLang="zh-TW" dirty="0"/>
              <a:t>）</a:t>
            </a:r>
            <a:endParaRPr lang="zh-TW" altLang="en-US" dirty="0"/>
          </a:p>
        </p:txBody>
      </p:sp>
      <p:sp>
        <p:nvSpPr>
          <p:cNvPr id="3" name="內容版面配置區 2"/>
          <p:cNvSpPr>
            <a:spLocks noGrp="1"/>
          </p:cNvSpPr>
          <p:nvPr>
            <p:ph idx="1"/>
          </p:nvPr>
        </p:nvSpPr>
        <p:spPr/>
        <p:txBody>
          <a:bodyPr>
            <a:normAutofit/>
          </a:bodyPr>
          <a:lstStyle/>
          <a:p>
            <a:r>
              <a:rPr lang="zh-TW" altLang="zh-TW" dirty="0"/>
              <a:t>霧計算是雲端計算的延伸</a:t>
            </a:r>
            <a:endParaRPr lang="en-US" altLang="zh-TW" dirty="0"/>
          </a:p>
          <a:p>
            <a:r>
              <a:rPr lang="zh-TW" altLang="zh-TW" dirty="0"/>
              <a:t>霧計算更貼近使用者。所以也有人說，霧計算是「更貼近地面的雲」。</a:t>
            </a:r>
            <a:endParaRPr lang="en-US" altLang="zh-TW" dirty="0"/>
          </a:p>
        </p:txBody>
      </p:sp>
    </p:spTree>
    <p:extLst>
      <p:ext uri="{BB962C8B-B14F-4D97-AF65-F5344CB8AC3E}">
        <p14:creationId xmlns:p14="http://schemas.microsoft.com/office/powerpoint/2010/main" val="8102028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dirty="0"/>
              <a:t>霧計算（</a:t>
            </a:r>
            <a:r>
              <a:rPr lang="en-US" altLang="zh-TW" dirty="0"/>
              <a:t>Fog Computing</a:t>
            </a:r>
            <a:r>
              <a:rPr lang="zh-TW" altLang="zh-TW" dirty="0"/>
              <a:t>）</a:t>
            </a:r>
            <a:endParaRPr lang="zh-TW" altLang="en-US" dirty="0"/>
          </a:p>
        </p:txBody>
      </p:sp>
      <p:sp>
        <p:nvSpPr>
          <p:cNvPr id="3" name="內容版面配置區 2"/>
          <p:cNvSpPr>
            <a:spLocks noGrp="1"/>
          </p:cNvSpPr>
          <p:nvPr>
            <p:ph idx="1"/>
          </p:nvPr>
        </p:nvSpPr>
        <p:spPr/>
        <p:txBody>
          <a:bodyPr/>
          <a:lstStyle/>
          <a:p>
            <a:r>
              <a:rPr lang="zh-TW" altLang="zh-TW" dirty="0"/>
              <a:t>好處包括</a:t>
            </a:r>
            <a:r>
              <a:rPr lang="zh-TW" altLang="en-US" dirty="0"/>
              <a:t>：</a:t>
            </a:r>
            <a:endParaRPr lang="en-US" altLang="zh-TW" dirty="0"/>
          </a:p>
          <a:p>
            <a:pPr lvl="1"/>
            <a:r>
              <a:rPr lang="zh-TW" altLang="zh-TW" dirty="0"/>
              <a:t>反應較為迅速</a:t>
            </a:r>
            <a:r>
              <a:rPr lang="zh-TW" altLang="en-US" dirty="0"/>
              <a:t>。</a:t>
            </a:r>
            <a:endParaRPr lang="en-US" altLang="zh-TW" dirty="0"/>
          </a:p>
          <a:p>
            <a:pPr lvl="1"/>
            <a:r>
              <a:rPr lang="zh-TW" altLang="zh-TW" dirty="0"/>
              <a:t>節省頻寬</a:t>
            </a:r>
            <a:r>
              <a:rPr lang="zh-TW" altLang="en-US" dirty="0"/>
              <a:t>。</a:t>
            </a:r>
            <a:endParaRPr lang="en-US" altLang="zh-TW" dirty="0"/>
          </a:p>
          <a:p>
            <a:r>
              <a:rPr lang="zh-TW" altLang="zh-TW" dirty="0"/>
              <a:t>最直接受惠於霧計算的應用服務可能是（即時）多媒體串流服務和</a:t>
            </a:r>
            <a:r>
              <a:rPr lang="en-US" altLang="zh-TW" dirty="0" err="1"/>
              <a:t>IoT</a:t>
            </a:r>
            <a:r>
              <a:rPr lang="zh-TW" altLang="zh-TW" dirty="0"/>
              <a:t>服務。</a:t>
            </a:r>
            <a:endParaRPr lang="zh-TW" altLang="en-US" dirty="0"/>
          </a:p>
          <a:p>
            <a:endParaRPr lang="zh-TW" altLang="en-US" dirty="0"/>
          </a:p>
        </p:txBody>
      </p:sp>
    </p:spTree>
    <p:extLst>
      <p:ext uri="{BB962C8B-B14F-4D97-AF65-F5344CB8AC3E}">
        <p14:creationId xmlns:p14="http://schemas.microsoft.com/office/powerpoint/2010/main" val="32580027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a:t>霧計算（</a:t>
            </a:r>
            <a:r>
              <a:rPr lang="en-US" altLang="zh-TW"/>
              <a:t>Fog Computing</a:t>
            </a:r>
            <a:r>
              <a:rPr lang="zh-TW" altLang="zh-TW"/>
              <a:t>）</a:t>
            </a:r>
            <a:endParaRPr lang="zh-TW" altLang="en-US" dirty="0"/>
          </a:p>
        </p:txBody>
      </p:sp>
      <p:sp>
        <p:nvSpPr>
          <p:cNvPr id="3" name="內容版面配置區 2"/>
          <p:cNvSpPr>
            <a:spLocks noGrp="1"/>
          </p:cNvSpPr>
          <p:nvPr>
            <p:ph idx="1"/>
          </p:nvPr>
        </p:nvSpPr>
        <p:spPr/>
        <p:txBody>
          <a:bodyPr>
            <a:normAutofit lnSpcReduction="10000"/>
          </a:bodyPr>
          <a:lstStyle/>
          <a:p>
            <a:r>
              <a:rPr lang="zh-TW" altLang="en-US"/>
              <a:t>雲霧計算相關技術的應用十分廣泛。</a:t>
            </a:r>
            <a:endParaRPr lang="en-US" altLang="zh-TW"/>
          </a:p>
          <a:p>
            <a:r>
              <a:rPr lang="zh-TW" altLang="en-US"/>
              <a:t>平常用的免費</a:t>
            </a:r>
            <a:r>
              <a:rPr lang="en-US" altLang="zh-TW"/>
              <a:t>Email</a:t>
            </a:r>
            <a:r>
              <a:rPr lang="zh-TW" altLang="en-US"/>
              <a:t>如</a:t>
            </a:r>
            <a:r>
              <a:rPr lang="en-US" altLang="zh-TW"/>
              <a:t>Gmail</a:t>
            </a:r>
            <a:r>
              <a:rPr lang="zh-TW" altLang="en-US"/>
              <a:t>以及</a:t>
            </a:r>
            <a:r>
              <a:rPr lang="en-US" altLang="zh-TW"/>
              <a:t>Yahoo</a:t>
            </a:r>
            <a:r>
              <a:rPr lang="zh-TW" altLang="en-US"/>
              <a:t>信箱、線上儲存如</a:t>
            </a:r>
            <a:r>
              <a:rPr lang="en-US" altLang="zh-TW"/>
              <a:t>Dropbox</a:t>
            </a:r>
            <a:r>
              <a:rPr lang="zh-TW" altLang="en-US"/>
              <a:t>以及支援線上文件編輯的</a:t>
            </a:r>
            <a:r>
              <a:rPr lang="en-US" altLang="zh-TW"/>
              <a:t>SkyDrive</a:t>
            </a:r>
            <a:r>
              <a:rPr lang="zh-TW" altLang="en-US"/>
              <a:t>和</a:t>
            </a:r>
            <a:r>
              <a:rPr lang="en-US" altLang="zh-TW"/>
              <a:t>GoogleDocument</a:t>
            </a:r>
            <a:r>
              <a:rPr lang="zh-TW" altLang="en-US"/>
              <a:t>、線上影音</a:t>
            </a:r>
            <a:r>
              <a:rPr lang="en-US" altLang="zh-TW"/>
              <a:t>YouTube</a:t>
            </a:r>
            <a:r>
              <a:rPr lang="zh-TW" altLang="en-US"/>
              <a:t>、雲端遊戲如</a:t>
            </a:r>
            <a:r>
              <a:rPr lang="en-US" altLang="zh-TW"/>
              <a:t>OnLive</a:t>
            </a:r>
            <a:r>
              <a:rPr lang="zh-TW" altLang="en-US"/>
              <a:t>等等，都和平常的上網生活息息相關。</a:t>
            </a:r>
            <a:endParaRPr lang="zh-TW" altLang="en-US" dirty="0"/>
          </a:p>
        </p:txBody>
      </p:sp>
    </p:spTree>
    <p:extLst>
      <p:ext uri="{BB962C8B-B14F-4D97-AF65-F5344CB8AC3E}">
        <p14:creationId xmlns:p14="http://schemas.microsoft.com/office/powerpoint/2010/main" val="36427849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內容版面配置區 3"/>
          <p:cNvSpPr>
            <a:spLocks noGrp="1"/>
          </p:cNvSpPr>
          <p:nvPr>
            <p:ph idx="1"/>
          </p:nvPr>
        </p:nvSpPr>
        <p:spPr/>
        <p:txBody>
          <a:bodyPr>
            <a:normAutofit/>
          </a:bodyPr>
          <a:lstStyle/>
          <a:p>
            <a:r>
              <a:rPr lang="zh-TW" altLang="en-US" dirty="0">
                <a:solidFill>
                  <a:srgbClr val="C00000"/>
                </a:solidFill>
              </a:rPr>
              <a:t>雲端計算資訊安全─七大雲端資訊安全威脅</a:t>
            </a:r>
          </a:p>
          <a:p>
            <a:r>
              <a:rPr lang="en-US" altLang="zh-TW" dirty="0"/>
              <a:t>1.</a:t>
            </a:r>
            <a:r>
              <a:rPr lang="zh-TW" altLang="en-US" dirty="0"/>
              <a:t>濫用或惡意使用雲端服務。</a:t>
            </a:r>
            <a:endParaRPr lang="en-US" altLang="zh-TW" dirty="0"/>
          </a:p>
          <a:p>
            <a:r>
              <a:rPr lang="en-US" altLang="zh-TW" dirty="0"/>
              <a:t>2.</a:t>
            </a:r>
            <a:r>
              <a:rPr lang="zh-TW" altLang="en-US" dirty="0"/>
              <a:t>不安全的軟體介面及應用程式介面。</a:t>
            </a:r>
            <a:endParaRPr lang="en-US" altLang="zh-TW" dirty="0"/>
          </a:p>
          <a:p>
            <a:r>
              <a:rPr lang="en-US" altLang="zh-TW" dirty="0"/>
              <a:t>3.</a:t>
            </a:r>
            <a:r>
              <a:rPr lang="zh-TW" altLang="en-US" dirty="0"/>
              <a:t>帶有不良意圖的內部人員。</a:t>
            </a:r>
            <a:endParaRPr lang="en-US" altLang="zh-TW" dirty="0"/>
          </a:p>
        </p:txBody>
      </p:sp>
    </p:spTree>
    <p:extLst>
      <p:ext uri="{BB962C8B-B14F-4D97-AF65-F5344CB8AC3E}">
        <p14:creationId xmlns:p14="http://schemas.microsoft.com/office/powerpoint/2010/main" val="39154881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lstStyle/>
          <a:p>
            <a:r>
              <a:rPr lang="en-US" altLang="zh-TW" dirty="0"/>
              <a:t>4.</a:t>
            </a:r>
            <a:r>
              <a:rPr lang="zh-TW" altLang="en-US" dirty="0"/>
              <a:t>技術共享問題。</a:t>
            </a:r>
            <a:endParaRPr lang="en-US" altLang="zh-TW" dirty="0"/>
          </a:p>
          <a:p>
            <a:r>
              <a:rPr lang="en-US" altLang="zh-TW" dirty="0"/>
              <a:t>5.</a:t>
            </a:r>
            <a:r>
              <a:rPr lang="zh-TW" altLang="en-US" dirty="0"/>
              <a:t>資料丟失或外洩。</a:t>
            </a:r>
            <a:endParaRPr lang="en-US" altLang="zh-TW" dirty="0"/>
          </a:p>
          <a:p>
            <a:r>
              <a:rPr lang="en-US" altLang="zh-TW" dirty="0"/>
              <a:t>6.</a:t>
            </a:r>
            <a:r>
              <a:rPr lang="zh-TW" altLang="en-US" dirty="0"/>
              <a:t>帳號或服務遭竊取。</a:t>
            </a:r>
            <a:endParaRPr lang="en-US" altLang="zh-TW" dirty="0"/>
          </a:p>
          <a:p>
            <a:r>
              <a:rPr lang="en-US" altLang="zh-TW" dirty="0"/>
              <a:t>7.</a:t>
            </a:r>
            <a:r>
              <a:rPr lang="zh-TW" altLang="en-US" dirty="0"/>
              <a:t>未知的風險。</a:t>
            </a:r>
            <a:endParaRPr lang="en-US" altLang="zh-TW" dirty="0"/>
          </a:p>
          <a:p>
            <a:endParaRPr lang="zh-TW" altLang="en-US" dirty="0"/>
          </a:p>
        </p:txBody>
      </p:sp>
    </p:spTree>
    <p:extLst>
      <p:ext uri="{BB962C8B-B14F-4D97-AF65-F5344CB8AC3E}">
        <p14:creationId xmlns:p14="http://schemas.microsoft.com/office/powerpoint/2010/main" val="8461720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en-US" altLang="zh-TW" dirty="0"/>
              <a:t>16-2 </a:t>
            </a:r>
            <a:r>
              <a:rPr lang="zh-TW" altLang="en-US" b="1" dirty="0"/>
              <a:t>生物資訊</a:t>
            </a:r>
            <a:endParaRPr lang="zh-TW" altLang="en-US" dirty="0"/>
          </a:p>
        </p:txBody>
      </p:sp>
      <p:sp>
        <p:nvSpPr>
          <p:cNvPr id="4" name="內容版面配置區 3"/>
          <p:cNvSpPr>
            <a:spLocks noGrp="1"/>
          </p:cNvSpPr>
          <p:nvPr>
            <p:ph idx="1"/>
          </p:nvPr>
        </p:nvSpPr>
        <p:spPr/>
        <p:txBody>
          <a:bodyPr>
            <a:normAutofit/>
          </a:bodyPr>
          <a:lstStyle/>
          <a:p>
            <a:pPr>
              <a:lnSpc>
                <a:spcPct val="120000"/>
              </a:lnSpc>
            </a:pPr>
            <a:r>
              <a:rPr lang="zh-TW" altLang="en-US" dirty="0">
                <a:solidFill>
                  <a:srgbClr val="C00000"/>
                </a:solidFill>
              </a:rPr>
              <a:t>生物資訊學</a:t>
            </a:r>
            <a:r>
              <a:rPr lang="en-US" altLang="zh-TW" dirty="0"/>
              <a:t>(bioinformatics)</a:t>
            </a:r>
            <a:r>
              <a:rPr lang="zh-TW" altLang="en-US" dirty="0"/>
              <a:t>主要研究生物學應用上的資訊分析問題。</a:t>
            </a:r>
            <a:endParaRPr lang="en-US" altLang="zh-TW" dirty="0"/>
          </a:p>
          <a:p>
            <a:pPr>
              <a:lnSpc>
                <a:spcPct val="120000"/>
              </a:lnSpc>
            </a:pPr>
            <a:r>
              <a:rPr lang="zh-TW" altLang="en-US" dirty="0"/>
              <a:t>結合生物學、醫學、藥學、資訊科學、數學、物理及化學等跨領域的研究。</a:t>
            </a:r>
            <a:endParaRPr lang="en-US" altLang="zh-TW" dirty="0"/>
          </a:p>
          <a:p>
            <a:pPr>
              <a:lnSpc>
                <a:spcPct val="120000"/>
              </a:lnSpc>
            </a:pPr>
            <a:r>
              <a:rPr lang="zh-TW" altLang="en-US" dirty="0"/>
              <a:t>終極目標是了解生物特性及生命本質。</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dirty="0"/>
              <a:t>生物資訊學的主軸</a:t>
            </a:r>
          </a:p>
        </p:txBody>
      </p:sp>
      <p:graphicFrame>
        <p:nvGraphicFramePr>
          <p:cNvPr id="2" name="內容版面配置區 1"/>
          <p:cNvGraphicFramePr>
            <a:graphicFrameLocks noGrp="1"/>
          </p:cNvGraphicFramePr>
          <p:nvPr>
            <p:ph idx="1"/>
            <p:extLst>
              <p:ext uri="{D42A27DB-BD31-4B8C-83A1-F6EECF244321}">
                <p14:modId xmlns:p14="http://schemas.microsoft.com/office/powerpoint/2010/main" val="1103705059"/>
              </p:ext>
            </p:extLst>
          </p:nvPr>
        </p:nvGraphicFramePr>
        <p:xfrm>
          <a:off x="746575" y="1491630"/>
          <a:ext cx="7220145" cy="26927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573625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en-US" altLang="zh-TW" dirty="0"/>
              <a:t>16-2 </a:t>
            </a:r>
            <a:r>
              <a:rPr lang="zh-TW" altLang="en-US" dirty="0"/>
              <a:t>生物資訊</a:t>
            </a:r>
          </a:p>
        </p:txBody>
      </p:sp>
      <p:sp>
        <p:nvSpPr>
          <p:cNvPr id="3" name="內容版面配置區 2"/>
          <p:cNvSpPr>
            <a:spLocks noGrp="1"/>
          </p:cNvSpPr>
          <p:nvPr>
            <p:ph idx="1"/>
          </p:nvPr>
        </p:nvSpPr>
        <p:spPr>
          <a:xfrm>
            <a:off x="457201" y="1525384"/>
            <a:ext cx="4069795" cy="3069239"/>
          </a:xfrm>
        </p:spPr>
        <p:txBody>
          <a:bodyPr>
            <a:normAutofit fontScale="85000" lnSpcReduction="10000"/>
          </a:bodyPr>
          <a:lstStyle/>
          <a:p>
            <a:r>
              <a:rPr lang="zh-TW" altLang="en-US" dirty="0"/>
              <a:t>生物資訊學成為資料量最大的一門學問，極需電腦協助搜尋分析。</a:t>
            </a:r>
            <a:endParaRPr lang="en-US" altLang="zh-TW" dirty="0"/>
          </a:p>
          <a:p>
            <a:r>
              <a:rPr lang="zh-TW" altLang="en-US" dirty="0"/>
              <a:t>除了生物資訊學的核心課題外，關聯的領域還有計算生物學、系統生物學，以及結構生物學等。</a:t>
            </a:r>
          </a:p>
          <a:p>
            <a:endParaRPr lang="zh-TW" altLang="en-US" dirty="0"/>
          </a:p>
          <a:p>
            <a:endParaRPr lang="zh-TW" altLang="en-US" dirty="0"/>
          </a:p>
        </p:txBody>
      </p:sp>
      <p:graphicFrame>
        <p:nvGraphicFramePr>
          <p:cNvPr id="6" name="資料庫圖表 5"/>
          <p:cNvGraphicFramePr/>
          <p:nvPr>
            <p:extLst>
              <p:ext uri="{D42A27DB-BD31-4B8C-83A1-F6EECF244321}">
                <p14:modId xmlns:p14="http://schemas.microsoft.com/office/powerpoint/2010/main" val="226662776"/>
              </p:ext>
            </p:extLst>
          </p:nvPr>
        </p:nvGraphicFramePr>
        <p:xfrm>
          <a:off x="5022050" y="1001864"/>
          <a:ext cx="4018583" cy="382564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698079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dirty="0"/>
              <a:t>序列組合</a:t>
            </a:r>
          </a:p>
        </p:txBody>
      </p:sp>
      <p:sp>
        <p:nvSpPr>
          <p:cNvPr id="2" name="內容版面配置區 1"/>
          <p:cNvSpPr>
            <a:spLocks noGrp="1"/>
          </p:cNvSpPr>
          <p:nvPr>
            <p:ph idx="1"/>
          </p:nvPr>
        </p:nvSpPr>
        <p:spPr/>
        <p:txBody>
          <a:bodyPr>
            <a:normAutofit/>
          </a:bodyPr>
          <a:lstStyle/>
          <a:p>
            <a:r>
              <a:rPr lang="zh-TW" altLang="en-US" dirty="0"/>
              <a:t>目前技術無法一次讀出人體細胞中整個</a:t>
            </a:r>
            <a:r>
              <a:rPr lang="en-US" altLang="zh-TW" dirty="0"/>
              <a:t>DNA</a:t>
            </a:r>
            <a:r>
              <a:rPr lang="zh-TW" altLang="en-US" dirty="0"/>
              <a:t>序列</a:t>
            </a:r>
            <a:r>
              <a:rPr lang="en-US" altLang="zh-TW" dirty="0"/>
              <a:t>(</a:t>
            </a:r>
            <a:r>
              <a:rPr lang="zh-TW" altLang="en-US" dirty="0"/>
              <a:t>長度三十億</a:t>
            </a:r>
            <a:r>
              <a:rPr lang="en-US" altLang="zh-TW" dirty="0"/>
              <a:t>)</a:t>
            </a:r>
            <a:r>
              <a:rPr lang="zh-TW" altLang="en-US" dirty="0"/>
              <a:t>。分子生物學家先將序列分成有層次性的較小片段，再逐一兜成整個序列。</a:t>
            </a:r>
            <a:endParaRPr lang="en-US" altLang="zh-TW" dirty="0"/>
          </a:p>
          <a:p>
            <a:r>
              <a:rPr lang="zh-TW" altLang="en-US" dirty="0"/>
              <a:t>每一個階段都面臨頗具挑戰性的組合問題，很多定序工具使用改良的演算法來加速定序工程。</a:t>
            </a:r>
            <a:endParaRPr lang="en-US" altLang="zh-TW"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en-US" dirty="0"/>
              <a:t>序列組合</a:t>
            </a:r>
          </a:p>
        </p:txBody>
      </p:sp>
      <p:sp>
        <p:nvSpPr>
          <p:cNvPr id="3" name="內容版面配置區 2"/>
          <p:cNvSpPr>
            <a:spLocks noGrp="1"/>
          </p:cNvSpPr>
          <p:nvPr>
            <p:ph idx="1"/>
          </p:nvPr>
        </p:nvSpPr>
        <p:spPr/>
        <p:txBody>
          <a:bodyPr/>
          <a:lstStyle/>
          <a:p>
            <a:r>
              <a:rPr lang="zh-TW" altLang="en-US" dirty="0"/>
              <a:t>次世代定序</a:t>
            </a:r>
            <a:r>
              <a:rPr lang="en-US" altLang="zh-TW" dirty="0"/>
              <a:t>(next-generation sequencing)</a:t>
            </a:r>
            <a:r>
              <a:rPr lang="zh-TW" altLang="en-US" dirty="0"/>
              <a:t>儀器使</a:t>
            </a:r>
            <a:r>
              <a:rPr lang="en-US" altLang="zh-TW" dirty="0"/>
              <a:t>DNA</a:t>
            </a:r>
            <a:r>
              <a:rPr lang="zh-TW" altLang="en-US" dirty="0"/>
              <a:t>序列資料迅速累積，成為巨量資料</a:t>
            </a:r>
            <a:r>
              <a:rPr lang="en-US" altLang="zh-TW" dirty="0"/>
              <a:t>(big data</a:t>
            </a:r>
            <a:r>
              <a:rPr lang="zh-TW" altLang="en-US" dirty="0"/>
              <a:t>，或譯為大數據</a:t>
            </a:r>
            <a:r>
              <a:rPr lang="en-US" altLang="zh-TW" dirty="0"/>
              <a:t>)</a:t>
            </a:r>
            <a:r>
              <a:rPr lang="zh-TW" altLang="en-US" dirty="0"/>
              <a:t>領域的重要應用之一。</a:t>
            </a:r>
          </a:p>
          <a:p>
            <a:endParaRPr lang="zh-TW" altLang="en-US" dirty="0"/>
          </a:p>
        </p:txBody>
      </p:sp>
    </p:spTree>
    <p:extLst>
      <p:ext uri="{BB962C8B-B14F-4D97-AF65-F5344CB8AC3E}">
        <p14:creationId xmlns:p14="http://schemas.microsoft.com/office/powerpoint/2010/main" val="7463982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a:t>序列分析</a:t>
            </a:r>
            <a:endParaRPr lang="zh-TW" altLang="en-US" dirty="0"/>
          </a:p>
        </p:txBody>
      </p:sp>
      <p:sp>
        <p:nvSpPr>
          <p:cNvPr id="2" name="內容版面配置區 1"/>
          <p:cNvSpPr>
            <a:spLocks noGrp="1"/>
          </p:cNvSpPr>
          <p:nvPr>
            <p:ph idx="1"/>
          </p:nvPr>
        </p:nvSpPr>
        <p:spPr/>
        <p:txBody>
          <a:bodyPr/>
          <a:lstStyle/>
          <a:p>
            <a:r>
              <a:rPr lang="zh-TW" altLang="en-US" dirty="0"/>
              <a:t>序列分析的研究，是在得到一些序列片段後，可藉由序列間的比較分析，來看看它們的相似程度，找出一些基因規則，甚至於用來推測它們的演化關係。</a:t>
            </a:r>
            <a:endParaRPr lang="en-US" altLang="zh-TW"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en-US" dirty="0"/>
              <a:t>序列分析</a:t>
            </a:r>
          </a:p>
        </p:txBody>
      </p:sp>
      <p:sp>
        <p:nvSpPr>
          <p:cNvPr id="3" name="內容版面配置區 2"/>
          <p:cNvSpPr>
            <a:spLocks noGrp="1"/>
          </p:cNvSpPr>
          <p:nvPr>
            <p:ph idx="1"/>
          </p:nvPr>
        </p:nvSpPr>
        <p:spPr/>
        <p:txBody>
          <a:bodyPr/>
          <a:lstStyle/>
          <a:p>
            <a:r>
              <a:rPr lang="zh-TW" altLang="en-US" dirty="0"/>
              <a:t>因為生物序列分析的特殊需求，可找到一些有趣的演算法問題。</a:t>
            </a:r>
            <a:endParaRPr lang="en-US" altLang="zh-TW" dirty="0"/>
          </a:p>
          <a:p>
            <a:r>
              <a:rPr lang="zh-TW" altLang="en-US" dirty="0"/>
              <a:t>目前兩序列的比較已有充份的工具可供使用，但在</a:t>
            </a:r>
            <a:r>
              <a:rPr lang="zh-TW" altLang="en-US" dirty="0">
                <a:solidFill>
                  <a:srgbClr val="C00000"/>
                </a:solidFill>
              </a:rPr>
              <a:t>多重序列</a:t>
            </a:r>
            <a:r>
              <a:rPr lang="zh-TW" altLang="en-US" dirty="0"/>
              <a:t>的比較上，仍缺乏有效工具。</a:t>
            </a:r>
          </a:p>
          <a:p>
            <a:endParaRPr lang="zh-TW" altLang="en-US" dirty="0"/>
          </a:p>
        </p:txBody>
      </p:sp>
    </p:spTree>
    <p:extLst>
      <p:ext uri="{BB962C8B-B14F-4D97-AF65-F5344CB8AC3E}">
        <p14:creationId xmlns:p14="http://schemas.microsoft.com/office/powerpoint/2010/main" val="13270997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a:t>生物資訊資料庫</a:t>
            </a:r>
            <a:endParaRPr lang="zh-TW" altLang="en-US" dirty="0"/>
          </a:p>
        </p:txBody>
      </p:sp>
      <p:sp>
        <p:nvSpPr>
          <p:cNvPr id="2" name="內容版面配置區 1"/>
          <p:cNvSpPr>
            <a:spLocks noGrp="1"/>
          </p:cNvSpPr>
          <p:nvPr>
            <p:ph idx="1"/>
          </p:nvPr>
        </p:nvSpPr>
        <p:spPr/>
        <p:txBody>
          <a:bodyPr>
            <a:normAutofit fontScale="92500" lnSpcReduction="10000"/>
          </a:bodyPr>
          <a:lstStyle/>
          <a:p>
            <a:r>
              <a:rPr lang="zh-TW" altLang="en-US" dirty="0"/>
              <a:t>資料庫協助管理是最有效的生物序列方式。</a:t>
            </a:r>
            <a:endParaRPr lang="en-US" altLang="zh-TW" dirty="0"/>
          </a:p>
          <a:p>
            <a:r>
              <a:rPr lang="zh-TW" altLang="en-US" dirty="0"/>
              <a:t>美國國家衛生研究院生物科技資訊中心</a:t>
            </a:r>
            <a:r>
              <a:rPr lang="en-US" altLang="zh-TW" dirty="0"/>
              <a:t>(NCBI)</a:t>
            </a:r>
            <a:r>
              <a:rPr lang="zh-TW" altLang="en-US" dirty="0"/>
              <a:t>所支援的</a:t>
            </a:r>
            <a:r>
              <a:rPr lang="en-US" altLang="zh-TW" dirty="0" err="1">
                <a:solidFill>
                  <a:srgbClr val="C00000"/>
                </a:solidFill>
              </a:rPr>
              <a:t>GenBank</a:t>
            </a:r>
            <a:r>
              <a:rPr lang="zh-TW" altLang="en-US" dirty="0"/>
              <a:t>已廣被各實驗室所採用。</a:t>
            </a:r>
            <a:endParaRPr lang="en-US" altLang="zh-TW" dirty="0"/>
          </a:p>
          <a:p>
            <a:r>
              <a:rPr lang="en-US" altLang="zh-TW" dirty="0" err="1"/>
              <a:t>GenBank</a:t>
            </a:r>
            <a:r>
              <a:rPr lang="zh-TW" altLang="en-US" dirty="0"/>
              <a:t>是一個儲存核酸序列及蛋白質序列的資料庫，它與英國的</a:t>
            </a:r>
            <a:r>
              <a:rPr lang="en-US" altLang="zh-TW" dirty="0"/>
              <a:t>EMBL</a:t>
            </a:r>
            <a:r>
              <a:rPr lang="zh-TW" altLang="en-US" dirty="0"/>
              <a:t>資料庫，及日本的</a:t>
            </a:r>
            <a:r>
              <a:rPr lang="en-US" altLang="zh-TW" dirty="0"/>
              <a:t>DNA</a:t>
            </a:r>
            <a:r>
              <a:rPr lang="zh-TW" altLang="en-US" dirty="0"/>
              <a:t>資料庫互相合作。</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dirty="0"/>
              <a:t>基因認定</a:t>
            </a:r>
          </a:p>
        </p:txBody>
      </p:sp>
      <p:sp>
        <p:nvSpPr>
          <p:cNvPr id="2" name="內容版面配置區 1"/>
          <p:cNvSpPr>
            <a:spLocks noGrp="1"/>
          </p:cNvSpPr>
          <p:nvPr>
            <p:ph idx="1"/>
          </p:nvPr>
        </p:nvSpPr>
        <p:spPr/>
        <p:txBody>
          <a:bodyPr>
            <a:normAutofit/>
          </a:bodyPr>
          <a:lstStyle/>
          <a:p>
            <a:pPr>
              <a:lnSpc>
                <a:spcPct val="110000"/>
              </a:lnSpc>
            </a:pPr>
            <a:r>
              <a:rPr lang="zh-TW" altLang="en-US" dirty="0">
                <a:solidFill>
                  <a:srgbClr val="C00000"/>
                </a:solidFill>
              </a:rPr>
              <a:t>基因</a:t>
            </a:r>
            <a:r>
              <a:rPr lang="zh-TW" altLang="en-US" dirty="0"/>
              <a:t>是指那些會轉換成蛋白質的</a:t>
            </a:r>
            <a:r>
              <a:rPr lang="en-US" altLang="zh-TW" dirty="0"/>
              <a:t>DNA</a:t>
            </a:r>
            <a:r>
              <a:rPr lang="zh-TW" altLang="en-US" dirty="0"/>
              <a:t>序列，人類約有五萬到十萬種基因。</a:t>
            </a:r>
            <a:endParaRPr lang="en-US" altLang="zh-TW" dirty="0"/>
          </a:p>
          <a:p>
            <a:pPr>
              <a:lnSpc>
                <a:spcPct val="110000"/>
              </a:lnSpc>
            </a:pPr>
            <a:r>
              <a:rPr lang="zh-TW" altLang="en-US" dirty="0"/>
              <a:t>人類</a:t>
            </a:r>
            <a:r>
              <a:rPr lang="en-US" altLang="zh-TW" dirty="0"/>
              <a:t>32</a:t>
            </a:r>
            <a:r>
              <a:rPr lang="zh-TW" altLang="en-US" dirty="0"/>
              <a:t>億長的</a:t>
            </a:r>
            <a:r>
              <a:rPr lang="en-US" altLang="zh-TW" dirty="0"/>
              <a:t>DNA</a:t>
            </a:r>
            <a:r>
              <a:rPr lang="zh-TW" altLang="en-US" dirty="0"/>
              <a:t>序列中，只有</a:t>
            </a:r>
            <a:r>
              <a:rPr lang="en-US" altLang="zh-TW" dirty="0"/>
              <a:t>3%</a:t>
            </a:r>
            <a:r>
              <a:rPr lang="zh-TW" altLang="en-US" dirty="0"/>
              <a:t>是基因，如何在</a:t>
            </a:r>
            <a:r>
              <a:rPr lang="en-US" altLang="zh-TW" dirty="0"/>
              <a:t>DNA</a:t>
            </a:r>
            <a:r>
              <a:rPr lang="zh-TW" altLang="en-US" dirty="0"/>
              <a:t>序列中決定基因所在位置，仍是未解的問題。雖有很多研究提供有效方法，但仍未能完全精確預測出所有基因位置。</a:t>
            </a:r>
            <a:endParaRPr lang="en-US" altLang="zh-TW"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dirty="0"/>
              <a:t>種族樹建構</a:t>
            </a:r>
          </a:p>
        </p:txBody>
      </p:sp>
      <p:sp>
        <p:nvSpPr>
          <p:cNvPr id="2" name="內容版面配置區 1"/>
          <p:cNvSpPr>
            <a:spLocks noGrp="1"/>
          </p:cNvSpPr>
          <p:nvPr>
            <p:ph idx="1"/>
          </p:nvPr>
        </p:nvSpPr>
        <p:spPr/>
        <p:txBody>
          <a:bodyPr>
            <a:normAutofit/>
          </a:bodyPr>
          <a:lstStyle/>
          <a:p>
            <a:pPr>
              <a:lnSpc>
                <a:spcPct val="110000"/>
              </a:lnSpc>
            </a:pPr>
            <a:r>
              <a:rPr lang="zh-TW" altLang="en-US" dirty="0"/>
              <a:t>種族樹的建構是一門有悠久歷史的研究領域。</a:t>
            </a:r>
            <a:endParaRPr lang="en-US" altLang="zh-TW" dirty="0"/>
          </a:p>
          <a:p>
            <a:pPr>
              <a:lnSpc>
                <a:spcPct val="110000"/>
              </a:lnSpc>
            </a:pPr>
            <a:r>
              <a:rPr lang="zh-TW" altLang="en-US" dirty="0"/>
              <a:t>近年來，可藉由生物序列更精細的分析，來建構較為模稜兩可的種族間之種族樹，同時也可驗證以前所建構的種族樹。</a:t>
            </a:r>
            <a:endParaRPr lang="en-US" altLang="zh-TW"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en-US" dirty="0"/>
              <a:t>種族樹建構</a:t>
            </a:r>
          </a:p>
        </p:txBody>
      </p:sp>
      <p:sp>
        <p:nvSpPr>
          <p:cNvPr id="3" name="內容版面配置區 2"/>
          <p:cNvSpPr>
            <a:spLocks noGrp="1"/>
          </p:cNvSpPr>
          <p:nvPr>
            <p:ph idx="1"/>
          </p:nvPr>
        </p:nvSpPr>
        <p:spPr/>
        <p:txBody>
          <a:bodyPr/>
          <a:lstStyle/>
          <a:p>
            <a:r>
              <a:rPr lang="zh-TW" altLang="en-US" dirty="0"/>
              <a:t>通常這方面的研究會先以生物序列的比較來求得種族之間的兩兩距離，然後基於某些要件，試著去建構一個最符合需求的種族樹。</a:t>
            </a:r>
          </a:p>
          <a:p>
            <a:endParaRPr lang="zh-TW" altLang="en-US" dirty="0"/>
          </a:p>
        </p:txBody>
      </p:sp>
    </p:spTree>
    <p:extLst>
      <p:ext uri="{BB962C8B-B14F-4D97-AF65-F5344CB8AC3E}">
        <p14:creationId xmlns:p14="http://schemas.microsoft.com/office/powerpoint/2010/main" val="15500901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dirty="0"/>
              <a:t>蛋白質三維結構推測</a:t>
            </a:r>
          </a:p>
        </p:txBody>
      </p:sp>
      <p:sp>
        <p:nvSpPr>
          <p:cNvPr id="2" name="內容版面配置區 1"/>
          <p:cNvSpPr>
            <a:spLocks noGrp="1"/>
          </p:cNvSpPr>
          <p:nvPr>
            <p:ph idx="1"/>
          </p:nvPr>
        </p:nvSpPr>
        <p:spPr/>
        <p:txBody>
          <a:bodyPr>
            <a:normAutofit lnSpcReduction="10000"/>
          </a:bodyPr>
          <a:lstStyle/>
          <a:p>
            <a:r>
              <a:rPr lang="zh-TW" altLang="en-US" dirty="0"/>
              <a:t>蛋白質的很多特性與功能，與它實際的三維結構非常相關。</a:t>
            </a:r>
            <a:endParaRPr lang="en-US" altLang="zh-TW" dirty="0"/>
          </a:p>
          <a:p>
            <a:r>
              <a:rPr lang="zh-TW" altLang="en-US" dirty="0"/>
              <a:t>直接去決定某種蛋白質的結構，通常是不可行或代價太高。目前生物學家可藉由一些方法，以較低代價求得蛋白質可能的結構，然後再以實驗加以驗證。</a:t>
            </a:r>
            <a:endParaRPr lang="en-US" altLang="zh-TW"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en-US" dirty="0"/>
              <a:t>蛋白質三維結構推測</a:t>
            </a:r>
          </a:p>
        </p:txBody>
      </p:sp>
      <p:sp>
        <p:nvSpPr>
          <p:cNvPr id="3" name="內容版面配置區 2"/>
          <p:cNvSpPr>
            <a:spLocks noGrp="1"/>
          </p:cNvSpPr>
          <p:nvPr>
            <p:ph idx="1"/>
          </p:nvPr>
        </p:nvSpPr>
        <p:spPr/>
        <p:txBody>
          <a:bodyPr/>
          <a:lstStyle/>
          <a:p>
            <a:r>
              <a:rPr lang="zh-TW" altLang="en-US" dirty="0"/>
              <a:t>這些推測很多是基於</a:t>
            </a:r>
            <a:r>
              <a:rPr lang="zh-TW" altLang="en-US" u="sng" dirty="0"/>
              <a:t>最低熱能結構</a:t>
            </a:r>
            <a:r>
              <a:rPr lang="zh-TW" altLang="en-US" dirty="0"/>
              <a:t>，或</a:t>
            </a:r>
            <a:r>
              <a:rPr lang="zh-TW" altLang="en-US" u="sng" dirty="0"/>
              <a:t>蛋白質序列比較</a:t>
            </a:r>
            <a:r>
              <a:rPr lang="zh-TW" altLang="en-US" dirty="0"/>
              <a:t>來進行。</a:t>
            </a:r>
          </a:p>
          <a:p>
            <a:endParaRPr lang="zh-TW" altLang="en-US" dirty="0"/>
          </a:p>
        </p:txBody>
      </p:sp>
    </p:spTree>
    <p:extLst>
      <p:ext uri="{BB962C8B-B14F-4D97-AF65-F5344CB8AC3E}">
        <p14:creationId xmlns:p14="http://schemas.microsoft.com/office/powerpoint/2010/main" val="36361147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內容版面配置區 3"/>
          <p:cNvSpPr>
            <a:spLocks noGrp="1"/>
          </p:cNvSpPr>
          <p:nvPr>
            <p:ph idx="1"/>
          </p:nvPr>
        </p:nvSpPr>
        <p:spPr/>
        <p:txBody>
          <a:bodyPr>
            <a:normAutofit fontScale="92500"/>
          </a:bodyPr>
          <a:lstStyle/>
          <a:p>
            <a:r>
              <a:rPr lang="zh-TW" altLang="en-US" dirty="0">
                <a:solidFill>
                  <a:srgbClr val="C00000"/>
                </a:solidFill>
              </a:rPr>
              <a:t>數位化的生命樂章</a:t>
            </a:r>
            <a:endParaRPr lang="en-US" altLang="zh-TW" dirty="0">
              <a:solidFill>
                <a:srgbClr val="C00000"/>
              </a:solidFill>
            </a:endParaRPr>
          </a:p>
          <a:p>
            <a:r>
              <a:rPr lang="en-US" altLang="zh-TW" dirty="0"/>
              <a:t>DNA</a:t>
            </a:r>
            <a:r>
              <a:rPr lang="zh-TW" altLang="en-US" dirty="0"/>
              <a:t>（去氧核糖核酸）已被證明是遺傳的基本物質，它是由四種鹼基（縮寫成</a:t>
            </a:r>
            <a:r>
              <a:rPr lang="en-US" altLang="zh-TW" dirty="0"/>
              <a:t>A</a:t>
            </a:r>
            <a:r>
              <a:rPr lang="zh-TW" altLang="en-US" dirty="0"/>
              <a:t>、</a:t>
            </a:r>
            <a:r>
              <a:rPr lang="en-US" altLang="zh-TW" dirty="0"/>
              <a:t>G</a:t>
            </a:r>
            <a:r>
              <a:rPr lang="zh-TW" altLang="en-US" dirty="0"/>
              <a:t>、</a:t>
            </a:r>
            <a:r>
              <a:rPr lang="en-US" altLang="zh-TW" dirty="0"/>
              <a:t>C </a:t>
            </a:r>
            <a:r>
              <a:rPr lang="zh-TW" altLang="en-US" dirty="0"/>
              <a:t>及</a:t>
            </a:r>
            <a:r>
              <a:rPr lang="en-US" altLang="zh-TW" dirty="0"/>
              <a:t>T</a:t>
            </a:r>
            <a:r>
              <a:rPr lang="zh-TW" altLang="en-US" dirty="0"/>
              <a:t>）組合而成的長鍊分子。</a:t>
            </a:r>
            <a:endParaRPr lang="en-US" altLang="zh-TW" dirty="0"/>
          </a:p>
          <a:p>
            <a:r>
              <a:rPr lang="zh-TW" altLang="en-US" dirty="0"/>
              <a:t>基因的訊息，就是由這些沿著</a:t>
            </a:r>
            <a:r>
              <a:rPr lang="en-US" altLang="zh-TW" dirty="0"/>
              <a:t>DNA</a:t>
            </a:r>
            <a:r>
              <a:rPr lang="zh-TW" altLang="en-US" dirty="0"/>
              <a:t>不同種鹼基的排列順序來傳遞。</a:t>
            </a:r>
            <a:endParaRPr lang="en-US" altLang="zh-TW" dirty="0"/>
          </a:p>
          <a:p>
            <a:r>
              <a:rPr lang="zh-TW" altLang="en-US" dirty="0"/>
              <a:t>　　</a:t>
            </a:r>
          </a:p>
        </p:txBody>
      </p:sp>
    </p:spTree>
    <p:extLst>
      <p:ext uri="{BB962C8B-B14F-4D97-AF65-F5344CB8AC3E}">
        <p14:creationId xmlns:p14="http://schemas.microsoft.com/office/powerpoint/2010/main" val="14824255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lstStyle/>
          <a:p>
            <a:r>
              <a:rPr lang="zh-TW" altLang="en-US" dirty="0"/>
              <a:t>換句話說，基因的訊息，是由一種使用</a:t>
            </a:r>
            <a:r>
              <a:rPr lang="en-US" altLang="zh-TW" dirty="0"/>
              <a:t>A</a:t>
            </a:r>
            <a:r>
              <a:rPr lang="zh-TW" altLang="en-US" dirty="0"/>
              <a:t>、</a:t>
            </a:r>
            <a:r>
              <a:rPr lang="en-US" altLang="zh-TW" dirty="0"/>
              <a:t>G</a:t>
            </a:r>
            <a:r>
              <a:rPr lang="zh-TW" altLang="en-US" dirty="0"/>
              <a:t>、</a:t>
            </a:r>
            <a:r>
              <a:rPr lang="en-US" altLang="zh-TW" dirty="0"/>
              <a:t>C</a:t>
            </a:r>
            <a:r>
              <a:rPr lang="zh-TW" altLang="en-US" dirty="0"/>
              <a:t>及</a:t>
            </a:r>
            <a:r>
              <a:rPr lang="en-US" altLang="zh-TW" dirty="0"/>
              <a:t>T</a:t>
            </a:r>
            <a:r>
              <a:rPr lang="zh-TW" altLang="en-US" dirty="0"/>
              <a:t>四個字母的語言所寫成的。</a:t>
            </a:r>
            <a:endParaRPr lang="en-US" altLang="zh-TW" dirty="0"/>
          </a:p>
          <a:p>
            <a:r>
              <a:rPr lang="zh-TW" altLang="en-US" dirty="0"/>
              <a:t>所謂基因，就是指那些儲存蛋白質製造模具的</a:t>
            </a:r>
            <a:r>
              <a:rPr lang="en-US" altLang="zh-TW" dirty="0"/>
              <a:t>DNA</a:t>
            </a:r>
            <a:r>
              <a:rPr lang="zh-TW" altLang="en-US" dirty="0"/>
              <a:t>片段。</a:t>
            </a:r>
          </a:p>
        </p:txBody>
      </p:sp>
    </p:spTree>
    <p:extLst>
      <p:ext uri="{BB962C8B-B14F-4D97-AF65-F5344CB8AC3E}">
        <p14:creationId xmlns:p14="http://schemas.microsoft.com/office/powerpoint/2010/main" val="27191674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en-US" altLang="zh-TW" dirty="0"/>
              <a:t>16-3 </a:t>
            </a:r>
            <a:r>
              <a:rPr lang="zh-TW" altLang="en-US" b="1" dirty="0"/>
              <a:t>多媒體</a:t>
            </a:r>
            <a:endParaRPr lang="zh-TW" altLang="en-US" dirty="0"/>
          </a:p>
        </p:txBody>
      </p:sp>
      <p:sp>
        <p:nvSpPr>
          <p:cNvPr id="4" name="內容版面配置區 3"/>
          <p:cNvSpPr>
            <a:spLocks noGrp="1"/>
          </p:cNvSpPr>
          <p:nvPr>
            <p:ph idx="1"/>
          </p:nvPr>
        </p:nvSpPr>
        <p:spPr/>
        <p:txBody>
          <a:bodyPr>
            <a:normAutofit fontScale="92500" lnSpcReduction="10000"/>
          </a:bodyPr>
          <a:lstStyle/>
          <a:p>
            <a:r>
              <a:rPr lang="zh-TW" altLang="en-US" dirty="0"/>
              <a:t>什麼是媒體呢？</a:t>
            </a:r>
            <a:endParaRPr lang="en-US" altLang="zh-TW" dirty="0"/>
          </a:p>
          <a:p>
            <a:pPr lvl="1"/>
            <a:r>
              <a:rPr lang="zh-TW" altLang="en-US" dirty="0">
                <a:solidFill>
                  <a:srgbClr val="0070C0"/>
                </a:solidFill>
              </a:rPr>
              <a:t>用來傳播資訊的媒介</a:t>
            </a:r>
            <a:r>
              <a:rPr lang="zh-TW" altLang="en-US" dirty="0"/>
              <a:t>：如教室裡</a:t>
            </a:r>
            <a:br>
              <a:rPr lang="en-US" altLang="zh-TW" dirty="0"/>
            </a:br>
            <a:r>
              <a:rPr lang="zh-TW" altLang="en-US" dirty="0"/>
              <a:t>老師所使用的黑板、粉筆、白板</a:t>
            </a:r>
            <a:br>
              <a:rPr lang="en-US" altLang="zh-TW" dirty="0"/>
            </a:br>
            <a:r>
              <a:rPr lang="zh-TW" altLang="en-US" dirty="0"/>
              <a:t>筆、單槍投影機、麥克風以及學</a:t>
            </a:r>
            <a:br>
              <a:rPr lang="en-US" altLang="zh-TW" dirty="0"/>
            </a:br>
            <a:r>
              <a:rPr lang="zh-TW" altLang="en-US" dirty="0"/>
              <a:t>生的筆記本、隨身聽等。</a:t>
            </a:r>
            <a:endParaRPr lang="en-US" altLang="zh-TW" dirty="0"/>
          </a:p>
          <a:p>
            <a:pPr lvl="1"/>
            <a:r>
              <a:rPr lang="zh-TW" altLang="en-US" dirty="0">
                <a:solidFill>
                  <a:srgbClr val="0070C0"/>
                </a:solidFill>
              </a:rPr>
              <a:t>利用媒介來傳送的資訊本體</a:t>
            </a:r>
            <a:r>
              <a:rPr lang="zh-TW" altLang="en-US" dirty="0"/>
              <a:t>：如黑板上的文字及投影片上的圖像等不同資訊型態所表達的意念。</a:t>
            </a:r>
          </a:p>
        </p:txBody>
      </p:sp>
      <p:pic>
        <p:nvPicPr>
          <p:cNvPr id="5" name="圖片 4"/>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475770" y="1082634"/>
            <a:ext cx="2212665" cy="1837508"/>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en-US" altLang="zh-TW"/>
              <a:t>16-3 </a:t>
            </a:r>
            <a:r>
              <a:rPr lang="zh-TW" altLang="en-US"/>
              <a:t>多媒體</a:t>
            </a:r>
            <a:endParaRPr lang="zh-TW" altLang="en-US" dirty="0"/>
          </a:p>
        </p:txBody>
      </p:sp>
      <p:sp>
        <p:nvSpPr>
          <p:cNvPr id="4" name="內容版面配置區 3"/>
          <p:cNvSpPr>
            <a:spLocks noGrp="1"/>
          </p:cNvSpPr>
          <p:nvPr>
            <p:ph idx="1"/>
          </p:nvPr>
        </p:nvSpPr>
        <p:spPr/>
        <p:txBody>
          <a:bodyPr>
            <a:normAutofit fontScale="85000" lnSpcReduction="10000"/>
          </a:bodyPr>
          <a:lstStyle/>
          <a:p>
            <a:r>
              <a:rPr lang="zh-TW" altLang="en-US" dirty="0"/>
              <a:t>多媒體</a:t>
            </a:r>
            <a:r>
              <a:rPr lang="en-US" altLang="zh-TW" dirty="0"/>
              <a:t>(multimedia)</a:t>
            </a:r>
            <a:r>
              <a:rPr lang="zh-TW" altLang="en-US" dirty="0"/>
              <a:t>是多種資訊傳輸媒介或多個不同型態的資訊。</a:t>
            </a:r>
            <a:endParaRPr lang="en-US" altLang="zh-TW" dirty="0"/>
          </a:p>
          <a:p>
            <a:r>
              <a:rPr lang="zh-TW" altLang="en-US" dirty="0"/>
              <a:t>在數位世界裡，多媒體是指運用電腦，將數位化的不同</a:t>
            </a:r>
            <a:br>
              <a:rPr lang="en-US" altLang="zh-TW" dirty="0"/>
            </a:br>
            <a:r>
              <a:rPr lang="zh-TW" altLang="en-US" dirty="0"/>
              <a:t>型態資訊，如文字、語音、音樂、圖形、影像、影片及</a:t>
            </a:r>
            <a:br>
              <a:rPr lang="en-US" altLang="zh-TW" dirty="0"/>
            </a:br>
            <a:r>
              <a:rPr lang="zh-TW" altLang="en-US" dirty="0"/>
              <a:t>動畫等，加以編輯、處理、儲存、傳輸及播放，以便更</a:t>
            </a:r>
            <a:br>
              <a:rPr lang="en-US" altLang="zh-TW" dirty="0"/>
            </a:br>
            <a:r>
              <a:rPr lang="zh-TW" altLang="en-US" dirty="0"/>
              <a:t>有效精確地表達意念。</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en-US" altLang="zh-TW" dirty="0"/>
              <a:t>16-3 </a:t>
            </a:r>
            <a:r>
              <a:rPr lang="zh-TW" altLang="en-US" dirty="0"/>
              <a:t>多媒體</a:t>
            </a:r>
          </a:p>
        </p:txBody>
      </p:sp>
      <p:sp>
        <p:nvSpPr>
          <p:cNvPr id="2" name="內容版面配置區 1"/>
          <p:cNvSpPr>
            <a:spLocks noGrp="1"/>
          </p:cNvSpPr>
          <p:nvPr>
            <p:ph idx="1"/>
          </p:nvPr>
        </p:nvSpPr>
        <p:spPr/>
        <p:txBody>
          <a:bodyPr>
            <a:noAutofit/>
          </a:bodyPr>
          <a:lstStyle/>
          <a:p>
            <a:pPr>
              <a:lnSpc>
                <a:spcPct val="120000"/>
              </a:lnSpc>
            </a:pPr>
            <a:r>
              <a:rPr lang="zh-TW" altLang="en-US" dirty="0"/>
              <a:t>目前電腦所能處理的媒體型態，包含：</a:t>
            </a:r>
          </a:p>
        </p:txBody>
      </p:sp>
      <p:graphicFrame>
        <p:nvGraphicFramePr>
          <p:cNvPr id="5" name="資料庫圖表 4"/>
          <p:cNvGraphicFramePr/>
          <p:nvPr>
            <p:extLst>
              <p:ext uri="{D42A27DB-BD31-4B8C-83A1-F6EECF244321}">
                <p14:modId xmlns:p14="http://schemas.microsoft.com/office/powerpoint/2010/main" val="289601961"/>
              </p:ext>
            </p:extLst>
          </p:nvPr>
        </p:nvGraphicFramePr>
        <p:xfrm>
          <a:off x="521550" y="2046379"/>
          <a:ext cx="8229600" cy="25482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a:t>數位化媒體資訊的好處</a:t>
            </a:r>
            <a:endParaRPr lang="zh-TW" altLang="en-US" dirty="0"/>
          </a:p>
        </p:txBody>
      </p:sp>
      <p:sp>
        <p:nvSpPr>
          <p:cNvPr id="2" name="內容版面配置區 1"/>
          <p:cNvSpPr>
            <a:spLocks noGrp="1"/>
          </p:cNvSpPr>
          <p:nvPr>
            <p:ph idx="1"/>
          </p:nvPr>
        </p:nvSpPr>
        <p:spPr/>
        <p:txBody>
          <a:bodyPr>
            <a:normAutofit fontScale="92500" lnSpcReduction="10000"/>
          </a:bodyPr>
          <a:lstStyle/>
          <a:p>
            <a:r>
              <a:rPr lang="zh-TW" altLang="en-US"/>
              <a:t>可用電腦編輯及整合不同的數位化資訊，精確安排各種複雜媒體出現的順序、時間及播放設備。</a:t>
            </a:r>
            <a:endParaRPr lang="en-US" altLang="zh-TW"/>
          </a:p>
          <a:p>
            <a:r>
              <a:rPr lang="zh-TW" altLang="en-US"/>
              <a:t>可用電腦強大的處理及搜尋功能，提供多媒體的互動方式，加強虛擬實境的真實感。</a:t>
            </a:r>
            <a:endParaRPr lang="en-US" altLang="zh-TW"/>
          </a:p>
          <a:p>
            <a:r>
              <a:rPr lang="zh-TW" altLang="en-US"/>
              <a:t>透過網際網路無遠弗屆的牽引，這些數位化的資訊也可即時傳送到世界每一個角落。</a:t>
            </a:r>
            <a:endParaRPr lang="zh-TW" altLang="en-US" dirty="0"/>
          </a:p>
        </p:txBody>
      </p:sp>
    </p:spTree>
    <p:extLst>
      <p:ext uri="{BB962C8B-B14F-4D97-AF65-F5344CB8AC3E}">
        <p14:creationId xmlns:p14="http://schemas.microsoft.com/office/powerpoint/2010/main" val="748038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endParaRPr lang="zh-TW" altLang="en-US"/>
          </a:p>
        </p:txBody>
      </p:sp>
      <p:sp>
        <p:nvSpPr>
          <p:cNvPr id="4" name="文字方塊 3"/>
          <p:cNvSpPr txBox="1"/>
          <p:nvPr/>
        </p:nvSpPr>
        <p:spPr>
          <a:xfrm>
            <a:off x="1032416" y="4100270"/>
            <a:ext cx="7065786" cy="369332"/>
          </a:xfrm>
          <a:prstGeom prst="rect">
            <a:avLst/>
          </a:prstGeom>
          <a:solidFill>
            <a:srgbClr val="0070C0"/>
          </a:solidFill>
        </p:spPr>
        <p:txBody>
          <a:bodyPr wrap="square" rtlCol="0">
            <a:spAutoFit/>
          </a:bodyPr>
          <a:lstStyle/>
          <a:p>
            <a:r>
              <a:rPr lang="zh-TW" altLang="en-US" dirty="0">
                <a:solidFill>
                  <a:schemeClr val="bg1"/>
                </a:solidFill>
                <a:latin typeface="微軟正黑體" panose="020B0604030504040204" pitchFamily="34" charset="-120"/>
                <a:ea typeface="微軟正黑體" panose="020B0604030504040204" pitchFamily="34" charset="-120"/>
              </a:rPr>
              <a:t>圖像編輯者使用專業軟體編輯視訊和音訊片段（資料來源：</a:t>
            </a:r>
            <a:r>
              <a:rPr lang="en-US" altLang="zh-TW" dirty="0" err="1">
                <a:solidFill>
                  <a:schemeClr val="bg1"/>
                </a:solidFill>
                <a:latin typeface="微軟正黑體" panose="020B0604030504040204" pitchFamily="34" charset="-120"/>
                <a:ea typeface="微軟正黑體" panose="020B0604030504040204" pitchFamily="34" charset="-120"/>
              </a:rPr>
              <a:t>freepik</a:t>
            </a:r>
            <a:r>
              <a:rPr lang="zh-TW" altLang="en-US" dirty="0">
                <a:solidFill>
                  <a:schemeClr val="bg1"/>
                </a:solidFill>
                <a:latin typeface="微軟正黑體" panose="020B0604030504040204" pitchFamily="34" charset="-120"/>
                <a:ea typeface="微軟正黑體" panose="020B0604030504040204" pitchFamily="34" charset="-120"/>
              </a:rPr>
              <a:t>）</a:t>
            </a:r>
          </a:p>
        </p:txBody>
      </p:sp>
      <p:pic>
        <p:nvPicPr>
          <p:cNvPr id="7"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278879" y="906565"/>
            <a:ext cx="4586241" cy="306863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13466325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a:t>影像</a:t>
            </a:r>
            <a:endParaRPr lang="zh-TW" altLang="en-US" dirty="0"/>
          </a:p>
        </p:txBody>
      </p:sp>
      <p:sp>
        <p:nvSpPr>
          <p:cNvPr id="2" name="內容版面配置區 1"/>
          <p:cNvSpPr>
            <a:spLocks noGrp="1"/>
          </p:cNvSpPr>
          <p:nvPr>
            <p:ph idx="1"/>
          </p:nvPr>
        </p:nvSpPr>
        <p:spPr/>
        <p:txBody>
          <a:bodyPr/>
          <a:lstStyle/>
          <a:p>
            <a:r>
              <a:rPr lang="zh-TW" altLang="en-US" dirty="0"/>
              <a:t>影像是最常見的媒體型態。</a:t>
            </a:r>
            <a:endParaRPr lang="en-US" altLang="zh-TW" dirty="0"/>
          </a:p>
          <a:p>
            <a:r>
              <a:rPr lang="zh-TW" altLang="en-US" dirty="0"/>
              <a:t>電腦影像是以資料矩陣的方式表示。</a:t>
            </a:r>
            <a:endParaRPr lang="en-US" altLang="zh-TW" dirty="0"/>
          </a:p>
          <a:p>
            <a:r>
              <a:rPr lang="zh-TW" altLang="en-US" dirty="0"/>
              <a:t>矩陣中的每一個元素，稱為一個像素</a:t>
            </a:r>
            <a:r>
              <a:rPr lang="en-US" altLang="zh-TW" dirty="0"/>
              <a:t>(Pixel)</a:t>
            </a:r>
            <a:r>
              <a:rPr lang="zh-TW" altLang="en-US" dirty="0"/>
              <a:t>。</a:t>
            </a:r>
            <a:endParaRPr lang="en-US" altLang="zh-TW" dirty="0"/>
          </a:p>
          <a:p>
            <a:r>
              <a:rPr lang="zh-TW" altLang="en-US" dirty="0"/>
              <a:t>矩陣的列數與行數則為影像的水平及垂直解析度</a:t>
            </a:r>
            <a:r>
              <a:rPr lang="en-US" altLang="zh-TW" dirty="0"/>
              <a:t>(resolution)</a:t>
            </a:r>
            <a:r>
              <a:rPr lang="zh-TW" altLang="en-US" dirty="0"/>
              <a:t>。</a:t>
            </a:r>
            <a:endParaRPr lang="en-US" altLang="zh-TW"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en-US" dirty="0"/>
              <a:t>影像</a:t>
            </a:r>
          </a:p>
        </p:txBody>
      </p:sp>
      <p:sp>
        <p:nvSpPr>
          <p:cNvPr id="3" name="內容版面配置區 2"/>
          <p:cNvSpPr>
            <a:spLocks noGrp="1"/>
          </p:cNvSpPr>
          <p:nvPr>
            <p:ph idx="1"/>
          </p:nvPr>
        </p:nvSpPr>
        <p:spPr/>
        <p:txBody>
          <a:bodyPr/>
          <a:lstStyle/>
          <a:p>
            <a:r>
              <a:rPr lang="zh-TW" altLang="en-US" dirty="0"/>
              <a:t>若將一小塊影像區域加以放大，從放大的圖片，可以看出如矩陣般排列的像素方塊。</a:t>
            </a:r>
          </a:p>
          <a:p>
            <a:endParaRPr lang="zh-TW" altLang="en-US" dirty="0"/>
          </a:p>
        </p:txBody>
      </p:sp>
      <p:pic>
        <p:nvPicPr>
          <p:cNvPr id="4" name="圖片 3"/>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331640" y="2787456"/>
            <a:ext cx="1817777" cy="1363333"/>
          </a:xfrm>
          <a:prstGeom prst="rect">
            <a:avLst/>
          </a:prstGeom>
        </p:spPr>
      </p:pic>
      <p:pic>
        <p:nvPicPr>
          <p:cNvPr id="5" name="圖片 4"/>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4391980" y="2886785"/>
            <a:ext cx="2012453" cy="1509340"/>
          </a:xfrm>
          <a:prstGeom prst="rect">
            <a:avLst/>
          </a:prstGeom>
        </p:spPr>
      </p:pic>
    </p:spTree>
    <p:extLst>
      <p:ext uri="{BB962C8B-B14F-4D97-AF65-F5344CB8AC3E}">
        <p14:creationId xmlns:p14="http://schemas.microsoft.com/office/powerpoint/2010/main" val="230646666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dirty="0"/>
              <a:t>影像</a:t>
            </a:r>
          </a:p>
        </p:txBody>
      </p:sp>
      <p:sp>
        <p:nvSpPr>
          <p:cNvPr id="2" name="內容版面配置區 1"/>
          <p:cNvSpPr>
            <a:spLocks noGrp="1"/>
          </p:cNvSpPr>
          <p:nvPr>
            <p:ph idx="1"/>
          </p:nvPr>
        </p:nvSpPr>
        <p:spPr/>
        <p:txBody>
          <a:bodyPr>
            <a:normAutofit fontScale="92500" lnSpcReduction="20000"/>
          </a:bodyPr>
          <a:lstStyle/>
          <a:p>
            <a:pPr>
              <a:lnSpc>
                <a:spcPct val="120000"/>
              </a:lnSpc>
            </a:pPr>
            <a:r>
              <a:rPr lang="zh-TW" altLang="en-US" dirty="0"/>
              <a:t>影像能儲存的最多顏色數目，是由像素的儲存</a:t>
            </a:r>
            <a:r>
              <a:rPr lang="zh-TW" altLang="en-US" dirty="0">
                <a:solidFill>
                  <a:srgbClr val="C00000"/>
                </a:solidFill>
              </a:rPr>
              <a:t>位元</a:t>
            </a:r>
            <a:r>
              <a:rPr lang="en-US" altLang="zh-TW" dirty="0"/>
              <a:t>(bit)</a:t>
            </a:r>
            <a:r>
              <a:rPr lang="zh-TW" altLang="en-US" dirty="0"/>
              <a:t>個數來決定。</a:t>
            </a:r>
            <a:endParaRPr lang="en-US" altLang="zh-TW" dirty="0"/>
          </a:p>
          <a:p>
            <a:pPr lvl="1">
              <a:lnSpc>
                <a:spcPct val="120000"/>
              </a:lnSpc>
            </a:pPr>
            <a:r>
              <a:rPr lang="zh-TW" altLang="en-US" dirty="0"/>
              <a:t>一位元像素，只能表現黑白兩色。</a:t>
            </a:r>
            <a:endParaRPr lang="en-US" altLang="zh-TW" dirty="0"/>
          </a:p>
          <a:p>
            <a:pPr lvl="1">
              <a:lnSpc>
                <a:spcPct val="120000"/>
              </a:lnSpc>
            </a:pPr>
            <a:r>
              <a:rPr lang="zh-TW" altLang="en-US" dirty="0"/>
              <a:t>八位元像素有</a:t>
            </a:r>
            <a:r>
              <a:rPr lang="en-US" altLang="zh-TW" dirty="0"/>
              <a:t>2</a:t>
            </a:r>
            <a:r>
              <a:rPr lang="en-US" altLang="zh-TW" baseline="30000" dirty="0"/>
              <a:t>8</a:t>
            </a:r>
            <a:r>
              <a:rPr lang="en-US" altLang="zh-TW" dirty="0"/>
              <a:t>=256</a:t>
            </a:r>
            <a:r>
              <a:rPr lang="zh-TW" altLang="en-US" dirty="0"/>
              <a:t>種組合，能表現</a:t>
            </a:r>
            <a:r>
              <a:rPr lang="en-US" altLang="zh-TW" dirty="0"/>
              <a:t>256</a:t>
            </a:r>
            <a:r>
              <a:rPr lang="zh-TW" altLang="en-US" dirty="0"/>
              <a:t>個灰階色</a:t>
            </a:r>
            <a:r>
              <a:rPr lang="en-US" altLang="zh-TW" dirty="0"/>
              <a:t>(gray level)</a:t>
            </a:r>
            <a:r>
              <a:rPr lang="zh-TW" altLang="en-US" dirty="0"/>
              <a:t>或是呈現出調色盤</a:t>
            </a:r>
            <a:r>
              <a:rPr lang="en-US" altLang="zh-TW" dirty="0"/>
              <a:t>(palette)</a:t>
            </a:r>
            <a:r>
              <a:rPr lang="zh-TW" altLang="en-US" dirty="0"/>
              <a:t>內</a:t>
            </a:r>
            <a:r>
              <a:rPr lang="en-US" altLang="zh-TW" dirty="0"/>
              <a:t>256</a:t>
            </a:r>
            <a:r>
              <a:rPr lang="zh-TW" altLang="en-US" dirty="0"/>
              <a:t>色彩中的一種。</a:t>
            </a:r>
            <a:endParaRPr lang="en-US" altLang="zh-TW" dirty="0"/>
          </a:p>
          <a:p>
            <a:pPr lvl="1">
              <a:lnSpc>
                <a:spcPct val="120000"/>
              </a:lnSpc>
            </a:pPr>
            <a:r>
              <a:rPr lang="zh-TW" altLang="en-US" dirty="0"/>
              <a:t>二十四位元</a:t>
            </a:r>
            <a:r>
              <a:rPr lang="en-US" altLang="zh-TW" dirty="0"/>
              <a:t>(</a:t>
            </a:r>
            <a:r>
              <a:rPr lang="zh-TW" altLang="en-US" dirty="0"/>
              <a:t>紅、綠、藍各八個位元</a:t>
            </a:r>
            <a:r>
              <a:rPr lang="en-US" altLang="zh-TW" dirty="0"/>
              <a:t>)</a:t>
            </a:r>
            <a:r>
              <a:rPr lang="zh-TW" altLang="en-US" dirty="0"/>
              <a:t>像素則能表現出 </a:t>
            </a:r>
            <a:r>
              <a:rPr lang="en-US" altLang="zh-TW" dirty="0"/>
              <a:t>2</a:t>
            </a:r>
            <a:r>
              <a:rPr lang="en-US" altLang="zh-TW" baseline="30000" dirty="0"/>
              <a:t>24 </a:t>
            </a:r>
            <a:r>
              <a:rPr lang="en-US" altLang="zh-TW" dirty="0"/>
              <a:t>= 16,777,216 (True Color</a:t>
            </a:r>
            <a:r>
              <a:rPr lang="zh-TW" altLang="en-US" dirty="0"/>
              <a:t>；</a:t>
            </a:r>
            <a:r>
              <a:rPr lang="zh-TW" altLang="en-US" dirty="0">
                <a:solidFill>
                  <a:srgbClr val="C00000"/>
                </a:solidFill>
              </a:rPr>
              <a:t>全彩</a:t>
            </a:r>
            <a:r>
              <a:rPr lang="en-US" altLang="zh-TW" dirty="0"/>
              <a:t>)</a:t>
            </a:r>
            <a:r>
              <a:rPr lang="zh-TW" altLang="en-US" dirty="0"/>
              <a:t>種顏色。</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a:t>影像</a:t>
            </a:r>
            <a:endParaRPr lang="zh-TW" altLang="en-US" dirty="0"/>
          </a:p>
        </p:txBody>
      </p:sp>
      <p:sp>
        <p:nvSpPr>
          <p:cNvPr id="2" name="內容版面配置區 1"/>
          <p:cNvSpPr>
            <a:spLocks noGrp="1"/>
          </p:cNvSpPr>
          <p:nvPr>
            <p:ph idx="1"/>
          </p:nvPr>
        </p:nvSpPr>
        <p:spPr/>
        <p:txBody>
          <a:bodyPr/>
          <a:lstStyle/>
          <a:p>
            <a:r>
              <a:rPr lang="zh-TW" altLang="en-US" dirty="0"/>
              <a:t>影像品質主要取決於影像的</a:t>
            </a:r>
            <a:r>
              <a:rPr lang="zh-TW" altLang="en-US" dirty="0">
                <a:solidFill>
                  <a:srgbClr val="C00000"/>
                </a:solidFill>
              </a:rPr>
              <a:t>解析度</a:t>
            </a:r>
            <a:r>
              <a:rPr lang="zh-TW" altLang="en-US" dirty="0"/>
              <a:t>及</a:t>
            </a:r>
            <a:r>
              <a:rPr lang="zh-TW" altLang="en-US" dirty="0">
                <a:solidFill>
                  <a:srgbClr val="C00000"/>
                </a:solidFill>
              </a:rPr>
              <a:t>色深</a:t>
            </a:r>
            <a:r>
              <a:rPr lang="zh-TW" altLang="en-US" dirty="0"/>
              <a:t>。</a:t>
            </a:r>
            <a:endParaRPr lang="en-US" altLang="zh-TW" dirty="0"/>
          </a:p>
          <a:p>
            <a:r>
              <a:rPr lang="zh-TW" altLang="en-US" dirty="0"/>
              <a:t>如果影像格子打得夠細</a:t>
            </a:r>
            <a:r>
              <a:rPr lang="en-US" altLang="zh-TW" dirty="0"/>
              <a:t>(=</a:t>
            </a:r>
            <a:r>
              <a:rPr lang="zh-TW" altLang="en-US" dirty="0"/>
              <a:t>解析度夠高</a:t>
            </a:r>
            <a:r>
              <a:rPr lang="en-US" altLang="zh-TW" dirty="0"/>
              <a:t>)</a:t>
            </a:r>
            <a:r>
              <a:rPr lang="zh-TW" altLang="en-US" dirty="0"/>
              <a:t>且明暗度層次夠細緻，就能數位化複製出肉眼難以辨認真偽的照片；如果格子不夠細</a:t>
            </a:r>
            <a:r>
              <a:rPr lang="en-US" altLang="zh-TW" dirty="0"/>
              <a:t>(=</a:t>
            </a:r>
            <a:r>
              <a:rPr lang="zh-TW" altLang="en-US" dirty="0"/>
              <a:t>解析度太低</a:t>
            </a:r>
            <a:r>
              <a:rPr lang="en-US" altLang="zh-TW" dirty="0"/>
              <a:t>)</a:t>
            </a:r>
            <a:r>
              <a:rPr lang="zh-TW" altLang="en-US" dirty="0"/>
              <a:t>，就常常會出現「鋸齒狀」的數位化照片。</a:t>
            </a:r>
          </a:p>
        </p:txBody>
      </p:sp>
    </p:spTree>
    <p:extLst>
      <p:ext uri="{BB962C8B-B14F-4D97-AF65-F5344CB8AC3E}">
        <p14:creationId xmlns:p14="http://schemas.microsoft.com/office/powerpoint/2010/main" val="35471314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a:t>影像的儲存容量計算</a:t>
            </a:r>
            <a:endParaRPr lang="zh-TW" altLang="en-US" dirty="0"/>
          </a:p>
        </p:txBody>
      </p:sp>
      <p:sp>
        <p:nvSpPr>
          <p:cNvPr id="2" name="內容版面配置區 1"/>
          <p:cNvSpPr>
            <a:spLocks noGrp="1"/>
          </p:cNvSpPr>
          <p:nvPr>
            <p:ph idx="1"/>
          </p:nvPr>
        </p:nvSpPr>
        <p:spPr/>
        <p:txBody>
          <a:bodyPr>
            <a:normAutofit fontScale="92500"/>
          </a:bodyPr>
          <a:lstStyle/>
          <a:p>
            <a:r>
              <a:rPr lang="zh-TW" altLang="en-US"/>
              <a:t>儲存影像資料所需的記憶體空間</a:t>
            </a:r>
            <a:br>
              <a:rPr lang="en-US" altLang="zh-TW"/>
            </a:br>
            <a:r>
              <a:rPr lang="zh-TW" altLang="en-US"/>
              <a:t>＝水平解析度</a:t>
            </a:r>
            <a:r>
              <a:rPr lang="en-US" altLang="zh-TW"/>
              <a:t>×</a:t>
            </a:r>
            <a:r>
              <a:rPr lang="zh-TW" altLang="en-US"/>
              <a:t>垂直解析度</a:t>
            </a:r>
            <a:r>
              <a:rPr lang="en-US" altLang="zh-TW"/>
              <a:t>×</a:t>
            </a:r>
            <a:r>
              <a:rPr lang="zh-TW" altLang="en-US"/>
              <a:t>像素的位元數。</a:t>
            </a:r>
            <a:endParaRPr lang="en-US" altLang="zh-TW"/>
          </a:p>
          <a:p>
            <a:r>
              <a:rPr lang="zh-TW" altLang="en-US"/>
              <a:t>例如：</a:t>
            </a:r>
            <a:br>
              <a:rPr lang="en-US" altLang="zh-TW"/>
            </a:br>
            <a:r>
              <a:rPr lang="zh-TW" altLang="en-US"/>
              <a:t>一張解析度為</a:t>
            </a:r>
            <a:r>
              <a:rPr lang="en-US" altLang="zh-TW"/>
              <a:t>640×480</a:t>
            </a:r>
            <a:r>
              <a:rPr lang="zh-TW" altLang="en-US"/>
              <a:t>的全彩影像</a:t>
            </a:r>
            <a:r>
              <a:rPr lang="en-US" altLang="zh-TW"/>
              <a:t>(</a:t>
            </a:r>
            <a:r>
              <a:rPr lang="zh-TW" altLang="en-US"/>
              <a:t>以</a:t>
            </a:r>
            <a:r>
              <a:rPr lang="en-US" altLang="zh-TW"/>
              <a:t>24bits</a:t>
            </a:r>
            <a:r>
              <a:rPr lang="zh-TW" altLang="en-US"/>
              <a:t>＝</a:t>
            </a:r>
            <a:r>
              <a:rPr lang="en-US" altLang="zh-TW"/>
              <a:t>3bytes</a:t>
            </a:r>
            <a:r>
              <a:rPr lang="zh-TW" altLang="en-US"/>
              <a:t>來表示一個像素</a:t>
            </a:r>
            <a:r>
              <a:rPr lang="en-US" altLang="zh-TW"/>
              <a:t>)</a:t>
            </a:r>
            <a:r>
              <a:rPr lang="zh-TW" altLang="en-US"/>
              <a:t>，約需</a:t>
            </a:r>
            <a:r>
              <a:rPr lang="en-US" altLang="zh-TW"/>
              <a:t>900KB</a:t>
            </a:r>
            <a:r>
              <a:rPr lang="zh-TW" altLang="en-US"/>
              <a:t>的記憶容量。</a:t>
            </a:r>
            <a:br>
              <a:rPr lang="en-US" altLang="zh-TW"/>
            </a:br>
            <a:r>
              <a:rPr lang="en-US" altLang="zh-TW"/>
              <a:t>       640×480×3</a:t>
            </a:r>
            <a:r>
              <a:rPr lang="zh-TW" altLang="en-US"/>
              <a:t>位元組 </a:t>
            </a:r>
            <a:r>
              <a:rPr lang="en-US" altLang="zh-TW"/>
              <a:t>= 921,600 </a:t>
            </a:r>
            <a:r>
              <a:rPr lang="zh-TW" altLang="en-US"/>
              <a:t>位元組</a:t>
            </a:r>
          </a:p>
          <a:p>
            <a:endParaRPr lang="zh-TW" altLang="en-US" dirty="0"/>
          </a:p>
        </p:txBody>
      </p:sp>
    </p:spTree>
    <p:extLst>
      <p:ext uri="{BB962C8B-B14F-4D97-AF65-F5344CB8AC3E}">
        <p14:creationId xmlns:p14="http://schemas.microsoft.com/office/powerpoint/2010/main" val="38783451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en-US" dirty="0"/>
              <a:t>影像編輯軟體</a:t>
            </a:r>
          </a:p>
        </p:txBody>
      </p:sp>
      <p:sp>
        <p:nvSpPr>
          <p:cNvPr id="3" name="內容版面配置區 2"/>
          <p:cNvSpPr>
            <a:spLocks noGrp="1"/>
          </p:cNvSpPr>
          <p:nvPr>
            <p:ph idx="1"/>
          </p:nvPr>
        </p:nvSpPr>
        <p:spPr/>
        <p:txBody>
          <a:bodyPr/>
          <a:lstStyle/>
          <a:p>
            <a:r>
              <a:rPr lang="zh-TW" altLang="en-US" dirty="0"/>
              <a:t>除了可由輸入設備來控制解析度及使用的色彩模式外，還可以藉助影像編輯軟體來修改或編輯影像像素的內容。</a:t>
            </a:r>
            <a:endParaRPr lang="en-US" altLang="zh-TW"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en-US" dirty="0"/>
              <a:t>影像編輯軟體</a:t>
            </a:r>
          </a:p>
        </p:txBody>
      </p:sp>
      <p:sp>
        <p:nvSpPr>
          <p:cNvPr id="3" name="內容版面配置區 2"/>
          <p:cNvSpPr>
            <a:spLocks noGrp="1"/>
          </p:cNvSpPr>
          <p:nvPr>
            <p:ph idx="1"/>
          </p:nvPr>
        </p:nvSpPr>
        <p:spPr/>
        <p:txBody>
          <a:bodyPr>
            <a:normAutofit fontScale="92500" lnSpcReduction="10000"/>
          </a:bodyPr>
          <a:lstStyle/>
          <a:p>
            <a:r>
              <a:rPr lang="zh-TW" altLang="en-US" dirty="0"/>
              <a:t>常見影像編輯軟體有：</a:t>
            </a:r>
            <a:endParaRPr lang="en-US" altLang="zh-TW" dirty="0"/>
          </a:p>
          <a:p>
            <a:pPr lvl="1"/>
            <a:r>
              <a:rPr lang="en-US" altLang="zh-TW" dirty="0" err="1"/>
              <a:t>PhotoImpact</a:t>
            </a:r>
            <a:endParaRPr lang="en-US" altLang="zh-TW" dirty="0"/>
          </a:p>
          <a:p>
            <a:pPr lvl="1"/>
            <a:r>
              <a:rPr lang="en-US" altLang="zh-TW" dirty="0"/>
              <a:t>Photoshop</a:t>
            </a:r>
          </a:p>
          <a:p>
            <a:pPr lvl="1"/>
            <a:r>
              <a:rPr lang="zh-TW" altLang="en-US" dirty="0"/>
              <a:t>小畫家</a:t>
            </a:r>
            <a:endParaRPr lang="en-US" altLang="zh-TW" dirty="0"/>
          </a:p>
          <a:p>
            <a:pPr lvl="1"/>
            <a:r>
              <a:rPr lang="en-US" altLang="zh-TW" dirty="0"/>
              <a:t>Microsoft Photo Editor</a:t>
            </a:r>
          </a:p>
          <a:p>
            <a:pPr lvl="1"/>
            <a:r>
              <a:rPr lang="en-US" altLang="zh-TW" dirty="0" err="1"/>
              <a:t>ACDSee</a:t>
            </a:r>
            <a:endParaRPr lang="zh-TW" altLang="en-US" dirty="0"/>
          </a:p>
          <a:p>
            <a:endParaRPr lang="zh-TW" altLang="en-US" dirty="0"/>
          </a:p>
        </p:txBody>
      </p:sp>
      <p:pic>
        <p:nvPicPr>
          <p:cNvPr id="4" name="圖片 3"/>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5742130" y="2076695"/>
            <a:ext cx="1439629" cy="1068549"/>
          </a:xfrm>
          <a:prstGeom prst="rect">
            <a:avLst/>
          </a:prstGeom>
        </p:spPr>
      </p:pic>
    </p:spTree>
    <p:extLst>
      <p:ext uri="{BB962C8B-B14F-4D97-AF65-F5344CB8AC3E}">
        <p14:creationId xmlns:p14="http://schemas.microsoft.com/office/powerpoint/2010/main" val="46228420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dirty="0"/>
              <a:t>影像檔副檔名</a:t>
            </a:r>
          </a:p>
        </p:txBody>
      </p:sp>
      <p:sp>
        <p:nvSpPr>
          <p:cNvPr id="2" name="內容版面配置區 1"/>
          <p:cNvSpPr>
            <a:spLocks noGrp="1"/>
          </p:cNvSpPr>
          <p:nvPr>
            <p:ph idx="1"/>
          </p:nvPr>
        </p:nvSpPr>
        <p:spPr/>
        <p:txBody>
          <a:bodyPr>
            <a:normAutofit fontScale="92500" lnSpcReduction="20000"/>
          </a:bodyPr>
          <a:lstStyle/>
          <a:p>
            <a:r>
              <a:rPr lang="zh-TW" altLang="en-US" dirty="0"/>
              <a:t>常見的影像檔副檔名有：</a:t>
            </a:r>
            <a:r>
              <a:rPr lang="en-US" altLang="zh-TW" dirty="0"/>
              <a:t>GIF</a:t>
            </a:r>
            <a:r>
              <a:rPr lang="zh-TW" altLang="en-US" dirty="0"/>
              <a:t>、</a:t>
            </a:r>
            <a:r>
              <a:rPr lang="en-US" altLang="zh-TW" dirty="0"/>
              <a:t>JPG</a:t>
            </a:r>
            <a:r>
              <a:rPr lang="zh-TW" altLang="en-US" dirty="0"/>
              <a:t>、</a:t>
            </a:r>
            <a:r>
              <a:rPr lang="en-US" altLang="zh-TW" dirty="0"/>
              <a:t>PNG</a:t>
            </a:r>
            <a:r>
              <a:rPr lang="zh-TW" altLang="en-US" dirty="0"/>
              <a:t>、</a:t>
            </a:r>
            <a:r>
              <a:rPr lang="en-US" altLang="zh-TW" dirty="0"/>
              <a:t>BMP</a:t>
            </a:r>
            <a:r>
              <a:rPr lang="zh-TW" altLang="en-US" dirty="0"/>
              <a:t>、</a:t>
            </a:r>
            <a:r>
              <a:rPr lang="en-US" altLang="zh-TW" dirty="0"/>
              <a:t>TIFF</a:t>
            </a:r>
            <a:r>
              <a:rPr lang="zh-TW" altLang="en-US" dirty="0"/>
              <a:t>、</a:t>
            </a:r>
            <a:r>
              <a:rPr lang="en-US" altLang="zh-TW" dirty="0"/>
              <a:t>EPS</a:t>
            </a:r>
            <a:r>
              <a:rPr lang="zh-TW" altLang="en-US" dirty="0"/>
              <a:t>和</a:t>
            </a:r>
            <a:r>
              <a:rPr lang="en-US" altLang="zh-TW" dirty="0"/>
              <a:t>TGA</a:t>
            </a:r>
            <a:r>
              <a:rPr lang="zh-TW" altLang="en-US" dirty="0"/>
              <a:t>等等，各具有不同的影像儲存方法、表達及壓縮能力。</a:t>
            </a:r>
            <a:endParaRPr lang="en-US" altLang="zh-TW" dirty="0"/>
          </a:p>
          <a:p>
            <a:r>
              <a:rPr lang="zh-TW" altLang="en-US" dirty="0"/>
              <a:t>若對影像的品質要求非常嚴格，就必須慎選所使用的影像儲存格式。</a:t>
            </a:r>
            <a:endParaRPr lang="en-US" altLang="zh-TW" dirty="0"/>
          </a:p>
          <a:p>
            <a:r>
              <a:rPr lang="zh-TW" altLang="en-US" dirty="0"/>
              <a:t>可利用影像編輯軟體來進行影像儲存格式的轉換，非常方便。</a:t>
            </a:r>
          </a:p>
        </p:txBody>
      </p:sp>
      <p:grpSp>
        <p:nvGrpSpPr>
          <p:cNvPr id="6" name="群組 5"/>
          <p:cNvGrpSpPr/>
          <p:nvPr/>
        </p:nvGrpSpPr>
        <p:grpSpPr>
          <a:xfrm>
            <a:off x="3401870" y="4128132"/>
            <a:ext cx="3528306" cy="932981"/>
            <a:chOff x="3626895" y="4894246"/>
            <a:chExt cx="4682858" cy="1238276"/>
          </a:xfrm>
        </p:grpSpPr>
        <p:pic>
          <p:nvPicPr>
            <p:cNvPr id="9" name="圖片 8"/>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3626895" y="4906964"/>
              <a:ext cx="1219200" cy="1219200"/>
            </a:xfrm>
            <a:prstGeom prst="rect">
              <a:avLst/>
            </a:prstGeom>
          </p:spPr>
        </p:pic>
        <p:pic>
          <p:nvPicPr>
            <p:cNvPr id="10" name="圖片 9"/>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781448" y="4894246"/>
              <a:ext cx="1219200" cy="1219200"/>
            </a:xfrm>
            <a:prstGeom prst="rect">
              <a:avLst/>
            </a:prstGeom>
          </p:spPr>
        </p:pic>
        <p:pic>
          <p:nvPicPr>
            <p:cNvPr id="11" name="圖片 10"/>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5936001" y="4913322"/>
              <a:ext cx="1219200" cy="1219200"/>
            </a:xfrm>
            <a:prstGeom prst="rect">
              <a:avLst/>
            </a:prstGeom>
          </p:spPr>
        </p:pic>
        <p:pic>
          <p:nvPicPr>
            <p:cNvPr id="12" name="圖片 11"/>
            <p:cNvPicPr>
              <a:picLocks noChangeAspect="1"/>
            </p:cNvPicPr>
            <p:nvPr/>
          </p:nvPicPr>
          <p:blipFill>
            <a:blip r:embed="rId5">
              <a:extLst>
                <a:ext uri="{28A0092B-C50C-407E-A947-70E740481C1C}">
                  <a14:useLocalDpi xmlns:a14="http://schemas.microsoft.com/office/drawing/2010/main"/>
                </a:ext>
              </a:extLst>
            </a:blip>
            <a:stretch>
              <a:fillRect/>
            </a:stretch>
          </p:blipFill>
          <p:spPr>
            <a:xfrm>
              <a:off x="7090553" y="4900605"/>
              <a:ext cx="1219200" cy="1219200"/>
            </a:xfrm>
            <a:prstGeom prst="rect">
              <a:avLst/>
            </a:prstGeom>
          </p:spPr>
        </p:pic>
      </p:gr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dirty="0"/>
              <a:t>影像儲存方式</a:t>
            </a:r>
          </a:p>
        </p:txBody>
      </p:sp>
      <p:pic>
        <p:nvPicPr>
          <p:cNvPr id="6" name="Picture 3"/>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a:xfrm>
            <a:off x="1736684" y="1401620"/>
            <a:ext cx="4995555" cy="3635693"/>
          </a:xfrm>
        </p:spPr>
      </p:pic>
    </p:spTree>
    <p:extLst>
      <p:ext uri="{BB962C8B-B14F-4D97-AF65-F5344CB8AC3E}">
        <p14:creationId xmlns:p14="http://schemas.microsoft.com/office/powerpoint/2010/main" val="419961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a:t>聲音</a:t>
            </a:r>
            <a:endParaRPr lang="zh-TW" altLang="en-US" dirty="0"/>
          </a:p>
        </p:txBody>
      </p:sp>
      <p:sp>
        <p:nvSpPr>
          <p:cNvPr id="2" name="內容版面配置區 1"/>
          <p:cNvSpPr>
            <a:spLocks noGrp="1"/>
          </p:cNvSpPr>
          <p:nvPr>
            <p:ph idx="1"/>
          </p:nvPr>
        </p:nvSpPr>
        <p:spPr/>
        <p:txBody>
          <a:bodyPr/>
          <a:lstStyle/>
          <a:p>
            <a:r>
              <a:rPr lang="zh-TW" altLang="en-US" dirty="0"/>
              <a:t>聲音是由物體震動而產生的類比</a:t>
            </a:r>
            <a:r>
              <a:rPr lang="en-US" altLang="zh-TW" dirty="0"/>
              <a:t>(analog)</a:t>
            </a:r>
            <a:r>
              <a:rPr lang="zh-TW" altLang="en-US" dirty="0"/>
              <a:t>訊號。</a:t>
            </a:r>
            <a:endParaRPr lang="en-US" altLang="zh-TW" dirty="0"/>
          </a:p>
        </p:txBody>
      </p:sp>
      <p:graphicFrame>
        <p:nvGraphicFramePr>
          <p:cNvPr id="5" name="資料庫圖表 4"/>
          <p:cNvGraphicFramePr/>
          <p:nvPr>
            <p:extLst>
              <p:ext uri="{D42A27DB-BD31-4B8C-83A1-F6EECF244321}">
                <p14:modId xmlns:p14="http://schemas.microsoft.com/office/powerpoint/2010/main" val="636173626"/>
              </p:ext>
            </p:extLst>
          </p:nvPr>
        </p:nvGraphicFramePr>
        <p:xfrm>
          <a:off x="521551" y="1964183"/>
          <a:ext cx="7027467" cy="2734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16" name="資料庫圖表 15"/>
          <p:cNvGraphicFramePr/>
          <p:nvPr>
            <p:extLst>
              <p:ext uri="{D42A27DB-BD31-4B8C-83A1-F6EECF244321}">
                <p14:modId xmlns:p14="http://schemas.microsoft.com/office/powerpoint/2010/main" val="2611283416"/>
              </p:ext>
            </p:extLst>
          </p:nvPr>
        </p:nvGraphicFramePr>
        <p:xfrm>
          <a:off x="836585" y="1446625"/>
          <a:ext cx="7027467" cy="418546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6" name="直線圖說文字 2 5"/>
          <p:cNvSpPr/>
          <p:nvPr/>
        </p:nvSpPr>
        <p:spPr>
          <a:xfrm>
            <a:off x="6147175" y="2391730"/>
            <a:ext cx="2680955" cy="1665185"/>
          </a:xfrm>
          <a:prstGeom prst="borderCallout2">
            <a:avLst>
              <a:gd name="adj1" fmla="val 21208"/>
              <a:gd name="adj2" fmla="val -6806"/>
              <a:gd name="adj3" fmla="val 21208"/>
              <a:gd name="adj4" fmla="val -23794"/>
              <a:gd name="adj5" fmla="val 67762"/>
              <a:gd name="adj6" fmla="val -53913"/>
            </a:avLst>
          </a:prstGeom>
        </p:spPr>
        <p:style>
          <a:lnRef idx="1">
            <a:schemeClr val="accent4"/>
          </a:lnRef>
          <a:fillRef idx="3">
            <a:schemeClr val="accent4"/>
          </a:fillRef>
          <a:effectRef idx="2">
            <a:schemeClr val="accent4"/>
          </a:effectRef>
          <a:fontRef idx="minor">
            <a:schemeClr val="lt1"/>
          </a:fontRef>
        </p:style>
        <p:txBody>
          <a:bodyPr rtlCol="0" anchor="ctr"/>
          <a:lstStyle/>
          <a:p>
            <a:pPr algn="just"/>
            <a:r>
              <a:rPr lang="zh-TW" altLang="en-US" sz="2000" b="1" dirty="0">
                <a:latin typeface="微軟正黑體" panose="020B0604030504040204" pitchFamily="34" charset="-120"/>
                <a:ea typeface="微軟正黑體" panose="020B0604030504040204" pitchFamily="34" charset="-120"/>
              </a:rPr>
              <a:t>對人的感官而言，這四個特性，分別對應到</a:t>
            </a:r>
            <a:r>
              <a:rPr lang="zh-TW" altLang="en-US" sz="2000" b="1" dirty="0">
                <a:solidFill>
                  <a:srgbClr val="FFFF00"/>
                </a:solidFill>
                <a:latin typeface="微軟正黑體" panose="020B0604030504040204" pitchFamily="34" charset="-120"/>
                <a:ea typeface="微軟正黑體" panose="020B0604030504040204" pitchFamily="34" charset="-120"/>
              </a:rPr>
              <a:t>音高</a:t>
            </a:r>
            <a:r>
              <a:rPr lang="en-US" altLang="zh-TW" sz="2000" b="1" dirty="0">
                <a:latin typeface="微軟正黑體" panose="020B0604030504040204" pitchFamily="34" charset="-120"/>
                <a:ea typeface="微軟正黑體" panose="020B0604030504040204" pitchFamily="34" charset="-120"/>
              </a:rPr>
              <a:t>(</a:t>
            </a:r>
            <a:r>
              <a:rPr lang="zh-TW" altLang="en-US" sz="2000" b="1" dirty="0">
                <a:latin typeface="微軟正黑體" panose="020B0604030504040204" pitchFamily="34" charset="-120"/>
                <a:ea typeface="微軟正黑體" panose="020B0604030504040204" pitchFamily="34" charset="-120"/>
              </a:rPr>
              <a:t>音調</a:t>
            </a:r>
            <a:r>
              <a:rPr lang="en-US" altLang="zh-TW" sz="2000" b="1" dirty="0">
                <a:latin typeface="微軟正黑體" panose="020B0604030504040204" pitchFamily="34" charset="-120"/>
                <a:ea typeface="微軟正黑體" panose="020B0604030504040204" pitchFamily="34" charset="-120"/>
              </a:rPr>
              <a:t>)</a:t>
            </a:r>
            <a:r>
              <a:rPr lang="zh-TW" altLang="en-US" sz="2000" b="1" dirty="0">
                <a:latin typeface="微軟正黑體" panose="020B0604030504040204" pitchFamily="34" charset="-120"/>
                <a:ea typeface="微軟正黑體" panose="020B0604030504040204" pitchFamily="34" charset="-120"/>
              </a:rPr>
              <a:t>、</a:t>
            </a:r>
            <a:r>
              <a:rPr lang="zh-TW" altLang="en-US" sz="2000" b="1" dirty="0">
                <a:solidFill>
                  <a:srgbClr val="FFFF00"/>
                </a:solidFill>
                <a:latin typeface="微軟正黑體" panose="020B0604030504040204" pitchFamily="34" charset="-120"/>
                <a:ea typeface="微軟正黑體" panose="020B0604030504040204" pitchFamily="34" charset="-120"/>
              </a:rPr>
              <a:t>響度</a:t>
            </a:r>
            <a:r>
              <a:rPr lang="zh-TW" altLang="en-US" sz="2000" b="1" dirty="0">
                <a:latin typeface="微軟正黑體" panose="020B0604030504040204" pitchFamily="34" charset="-120"/>
                <a:ea typeface="微軟正黑體" panose="020B0604030504040204" pitchFamily="34" charset="-120"/>
              </a:rPr>
              <a:t>、</a:t>
            </a:r>
            <a:r>
              <a:rPr lang="zh-TW" altLang="en-US" sz="2000" b="1" dirty="0">
                <a:solidFill>
                  <a:srgbClr val="FFFF00"/>
                </a:solidFill>
                <a:latin typeface="微軟正黑體" panose="020B0604030504040204" pitchFamily="34" charset="-120"/>
                <a:ea typeface="微軟正黑體" panose="020B0604030504040204" pitchFamily="34" charset="-120"/>
              </a:rPr>
              <a:t>音質</a:t>
            </a:r>
            <a:r>
              <a:rPr lang="en-US" altLang="zh-TW" sz="2000" b="1" dirty="0">
                <a:latin typeface="微軟正黑體" panose="020B0604030504040204" pitchFamily="34" charset="-120"/>
                <a:ea typeface="微軟正黑體" panose="020B0604030504040204" pitchFamily="34" charset="-120"/>
              </a:rPr>
              <a:t>(</a:t>
            </a:r>
            <a:r>
              <a:rPr lang="zh-TW" altLang="en-US" sz="2000" b="1" dirty="0">
                <a:latin typeface="微軟正黑體" panose="020B0604030504040204" pitchFamily="34" charset="-120"/>
                <a:ea typeface="微軟正黑體" panose="020B0604030504040204" pitchFamily="34" charset="-120"/>
              </a:rPr>
              <a:t>音色</a:t>
            </a:r>
            <a:r>
              <a:rPr lang="en-US" altLang="zh-TW" sz="2000" b="1" dirty="0">
                <a:latin typeface="微軟正黑體" panose="020B0604030504040204" pitchFamily="34" charset="-120"/>
                <a:ea typeface="微軟正黑體" panose="020B0604030504040204" pitchFamily="34" charset="-120"/>
              </a:rPr>
              <a:t>)</a:t>
            </a:r>
            <a:r>
              <a:rPr lang="zh-TW" altLang="en-US" sz="2000" b="1" dirty="0">
                <a:latin typeface="微軟正黑體" panose="020B0604030504040204" pitchFamily="34" charset="-120"/>
                <a:ea typeface="微軟正黑體" panose="020B0604030504040204" pitchFamily="34" charset="-120"/>
              </a:rPr>
              <a:t>，與</a:t>
            </a:r>
            <a:r>
              <a:rPr lang="zh-TW" altLang="en-US" sz="2000" b="1" dirty="0">
                <a:solidFill>
                  <a:srgbClr val="FFFF00"/>
                </a:solidFill>
                <a:latin typeface="微軟正黑體" panose="020B0604030504040204" pitchFamily="34" charset="-120"/>
                <a:ea typeface="微軟正黑體" panose="020B0604030504040204" pitchFamily="34" charset="-120"/>
              </a:rPr>
              <a:t>方位</a:t>
            </a:r>
            <a:r>
              <a:rPr lang="zh-TW" altLang="en-US" sz="2000" b="1" dirty="0">
                <a:latin typeface="微軟正黑體" panose="020B0604030504040204" pitchFamily="34" charset="-120"/>
                <a:ea typeface="微軟正黑體" panose="020B0604030504040204" pitchFamily="34" charset="-120"/>
              </a:rPr>
              <a:t>的主觀感受。</a:t>
            </a:r>
            <a:endParaRPr lang="zh-TW" altLang="en-US" sz="2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dirty="0"/>
              <a:t>影音播放軟體</a:t>
            </a:r>
          </a:p>
        </p:txBody>
      </p:sp>
      <p:sp>
        <p:nvSpPr>
          <p:cNvPr id="2" name="內容版面配置區 1"/>
          <p:cNvSpPr>
            <a:spLocks noGrp="1"/>
          </p:cNvSpPr>
          <p:nvPr>
            <p:ph idx="1"/>
          </p:nvPr>
        </p:nvSpPr>
        <p:spPr>
          <a:xfrm>
            <a:off x="457201" y="1525384"/>
            <a:ext cx="5471101" cy="3069239"/>
          </a:xfrm>
        </p:spPr>
        <p:txBody>
          <a:bodyPr>
            <a:normAutofit lnSpcReduction="10000"/>
          </a:bodyPr>
          <a:lstStyle/>
          <a:p>
            <a:r>
              <a:rPr lang="zh-TW" altLang="en-US" dirty="0"/>
              <a:t>常見的影音播放軟體：</a:t>
            </a:r>
            <a:endParaRPr lang="en-US" altLang="zh-TW" dirty="0"/>
          </a:p>
          <a:p>
            <a:pPr lvl="1"/>
            <a:r>
              <a:rPr lang="en-US" altLang="zh-TW" dirty="0"/>
              <a:t>Windows Media Player</a:t>
            </a:r>
          </a:p>
          <a:p>
            <a:pPr lvl="1"/>
            <a:r>
              <a:rPr lang="en-US" altLang="zh-TW" dirty="0"/>
              <a:t>Apple</a:t>
            </a:r>
            <a:r>
              <a:rPr lang="zh-TW" altLang="en-US" dirty="0"/>
              <a:t>公司的</a:t>
            </a:r>
            <a:r>
              <a:rPr lang="en-US" altLang="zh-TW" dirty="0"/>
              <a:t>QuickTime</a:t>
            </a:r>
          </a:p>
          <a:p>
            <a:pPr lvl="1"/>
            <a:r>
              <a:rPr lang="zh-TW" altLang="en-US" dirty="0"/>
              <a:t>訊連科技的</a:t>
            </a:r>
            <a:r>
              <a:rPr lang="en-US" altLang="zh-TW" dirty="0" err="1"/>
              <a:t>PowerDVD</a:t>
            </a:r>
            <a:endParaRPr lang="en-US" altLang="zh-TW" dirty="0"/>
          </a:p>
          <a:p>
            <a:pPr lvl="1"/>
            <a:r>
              <a:rPr lang="zh-TW" altLang="en-US" dirty="0"/>
              <a:t>可線上即時播放的</a:t>
            </a:r>
            <a:r>
              <a:rPr lang="en-US" altLang="zh-TW" dirty="0"/>
              <a:t>RealPlayer (</a:t>
            </a:r>
            <a:r>
              <a:rPr lang="en-US" altLang="zh-TW" dirty="0" err="1"/>
              <a:t>RealOne</a:t>
            </a:r>
            <a:r>
              <a:rPr lang="en-US" altLang="zh-TW" dirty="0"/>
              <a:t> Player)</a:t>
            </a:r>
            <a:endParaRPr lang="zh-TW" altLang="en-US" dirty="0"/>
          </a:p>
        </p:txBody>
      </p:sp>
      <p:pic>
        <p:nvPicPr>
          <p:cNvPr id="4" name="圖片 3"/>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196282" y="2143333"/>
            <a:ext cx="1202497" cy="1202497"/>
          </a:xfrm>
          <a:prstGeom prst="rect">
            <a:avLst/>
          </a:prstGeom>
          <a:noFill/>
          <a:ln>
            <a:noFill/>
          </a:ln>
        </p:spPr>
      </p:pic>
      <p:pic>
        <p:nvPicPr>
          <p:cNvPr id="5" name="圖片 4"/>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5928302" y="3442536"/>
            <a:ext cx="1084185" cy="1084185"/>
          </a:xfrm>
          <a:prstGeom prst="rect">
            <a:avLst/>
          </a:prstGeom>
          <a:noFill/>
          <a:ln>
            <a:noFill/>
          </a:ln>
        </p:spPr>
      </p:pic>
      <p:pic>
        <p:nvPicPr>
          <p:cNvPr id="6" name="圖片 5"/>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5606629" y="1660397"/>
            <a:ext cx="1084185" cy="1084185"/>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normAutofit fontScale="92500" lnSpcReduction="20000"/>
          </a:bodyPr>
          <a:lstStyle/>
          <a:p>
            <a:r>
              <a:rPr lang="zh-TW" altLang="en-US" dirty="0">
                <a:solidFill>
                  <a:srgbClr val="C00000"/>
                </a:solidFill>
              </a:rPr>
              <a:t>動畫世界的無限想像</a:t>
            </a:r>
            <a:endParaRPr lang="en-US" altLang="zh-TW" dirty="0">
              <a:solidFill>
                <a:srgbClr val="C00000"/>
              </a:solidFill>
            </a:endParaRPr>
          </a:p>
          <a:p>
            <a:r>
              <a:rPr lang="zh-TW" altLang="en-US" dirty="0"/>
              <a:t>這一百年來，迪士尼推出了許多膾炙人口的卡通動畫，包括「白雪公主」、「木偶奇遇記」、「仙履奇緣」、「歡樂滿人間」、「美女與野獸」、「獅子王」、「冰雪奇緣」⋯，不僅豐富了人們的想像力，也傳輸了關懷社會的普世價值，同時更大大推進了百年來的動畫技術。</a:t>
            </a:r>
            <a:endParaRPr lang="en-US" altLang="zh-TW" dirty="0"/>
          </a:p>
          <a:p>
            <a:r>
              <a:rPr lang="zh-TW" altLang="en-US" dirty="0"/>
              <a:t>　　</a:t>
            </a:r>
            <a:endParaRPr lang="en-US" altLang="zh-TW" dirty="0"/>
          </a:p>
        </p:txBody>
      </p:sp>
    </p:spTree>
    <p:extLst>
      <p:ext uri="{BB962C8B-B14F-4D97-AF65-F5344CB8AC3E}">
        <p14:creationId xmlns:p14="http://schemas.microsoft.com/office/powerpoint/2010/main" val="19831344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lstStyle/>
          <a:p>
            <a:r>
              <a:rPr lang="zh-TW" altLang="en-US" dirty="0"/>
              <a:t>尤其近年來，電腦動畫科技突飛猛進，在導入人工智慧技巧後，動畫情境更加逼真，真實與虛擬的整合成效令人讚嘆。</a:t>
            </a:r>
            <a:endParaRPr lang="en-US" altLang="zh-TW" dirty="0"/>
          </a:p>
          <a:p>
            <a:endParaRPr lang="zh-TW" altLang="en-US" dirty="0"/>
          </a:p>
        </p:txBody>
      </p:sp>
    </p:spTree>
    <p:extLst>
      <p:ext uri="{BB962C8B-B14F-4D97-AF65-F5344CB8AC3E}">
        <p14:creationId xmlns:p14="http://schemas.microsoft.com/office/powerpoint/2010/main" val="154147172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fontScale="90000"/>
          </a:bodyPr>
          <a:lstStyle/>
          <a:p>
            <a:r>
              <a:rPr lang="en-US" altLang="zh-TW"/>
              <a:t>16-4 </a:t>
            </a:r>
            <a:r>
              <a:rPr lang="zh-TW" altLang="en-US"/>
              <a:t>資料壓縮</a:t>
            </a:r>
            <a:endParaRPr lang="zh-TW" altLang="en-US" dirty="0"/>
          </a:p>
        </p:txBody>
      </p:sp>
      <p:sp>
        <p:nvSpPr>
          <p:cNvPr id="5" name="內容版面配置區 4"/>
          <p:cNvSpPr>
            <a:spLocks noGrp="1"/>
          </p:cNvSpPr>
          <p:nvPr>
            <p:ph idx="1"/>
          </p:nvPr>
        </p:nvSpPr>
        <p:spPr/>
        <p:txBody>
          <a:bodyPr/>
          <a:lstStyle/>
          <a:p>
            <a:r>
              <a:rPr lang="zh-TW" altLang="en-US" dirty="0"/>
              <a:t>資料壓縮是透過</a:t>
            </a:r>
            <a:r>
              <a:rPr lang="zh-TW" altLang="en-US" dirty="0">
                <a:solidFill>
                  <a:srgbClr val="C00000"/>
                </a:solidFill>
              </a:rPr>
              <a:t>編碼技術</a:t>
            </a:r>
            <a:r>
              <a:rPr lang="zh-TW" altLang="en-US" dirty="0"/>
              <a:t>來降低資料儲存所需空間，要使用時，再進行解壓縮的動作。</a:t>
            </a:r>
          </a:p>
          <a:p>
            <a:r>
              <a:rPr lang="zh-TW" altLang="en-US" dirty="0"/>
              <a:t>資料經過壓縮後，除了減少儲存空間，</a:t>
            </a:r>
            <a:br>
              <a:rPr lang="en-US" altLang="zh-TW" dirty="0"/>
            </a:br>
            <a:r>
              <a:rPr lang="zh-TW" altLang="en-US" dirty="0"/>
              <a:t>在網路上傳輸的時間也較短。</a:t>
            </a:r>
          </a:p>
          <a:p>
            <a:endParaRPr lang="zh-TW" altLang="en-US" dirty="0"/>
          </a:p>
        </p:txBody>
      </p:sp>
      <p:pic>
        <p:nvPicPr>
          <p:cNvPr id="7" name="圖片 6"/>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7182290" y="2267966"/>
            <a:ext cx="1828800" cy="1257300"/>
          </a:xfrm>
          <a:prstGeom prst="rect">
            <a:avLst/>
          </a:prstGeom>
        </p:spPr>
      </p:pic>
    </p:spTree>
    <p:extLst>
      <p:ext uri="{BB962C8B-B14F-4D97-AF65-F5344CB8AC3E}">
        <p14:creationId xmlns:p14="http://schemas.microsoft.com/office/powerpoint/2010/main" val="23184150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fontScale="90000"/>
          </a:bodyPr>
          <a:lstStyle/>
          <a:p>
            <a:r>
              <a:rPr lang="zh-TW" altLang="en-US"/>
              <a:t>如何做資料壓縮？</a:t>
            </a:r>
            <a:endParaRPr lang="zh-TW" altLang="en-US" dirty="0"/>
          </a:p>
        </p:txBody>
      </p:sp>
      <p:sp>
        <p:nvSpPr>
          <p:cNvPr id="5" name="內容版面配置區 4"/>
          <p:cNvSpPr>
            <a:spLocks noGrp="1"/>
          </p:cNvSpPr>
          <p:nvPr>
            <p:ph idx="1"/>
          </p:nvPr>
        </p:nvSpPr>
        <p:spPr/>
        <p:txBody>
          <a:bodyPr>
            <a:normAutofit fontScale="85000" lnSpcReduction="20000"/>
          </a:bodyPr>
          <a:lstStyle/>
          <a:p>
            <a:r>
              <a:rPr lang="zh-TW" altLang="en-US" dirty="0"/>
              <a:t>方法一：根據資料內各字符出現機率的不同，來決定該字符所對應的二元碼</a:t>
            </a:r>
            <a:r>
              <a:rPr lang="en-US" altLang="zh-TW" dirty="0"/>
              <a:t>(0</a:t>
            </a:r>
            <a:r>
              <a:rPr lang="zh-TW" altLang="en-US" dirty="0"/>
              <a:t>與</a:t>
            </a:r>
            <a:r>
              <a:rPr lang="en-US" altLang="zh-TW" dirty="0"/>
              <a:t>1</a:t>
            </a:r>
            <a:r>
              <a:rPr lang="zh-TW" altLang="en-US" dirty="0"/>
              <a:t>位元的組合</a:t>
            </a:r>
            <a:r>
              <a:rPr lang="en-US" altLang="zh-TW" dirty="0"/>
              <a:t>)</a:t>
            </a:r>
            <a:r>
              <a:rPr lang="zh-TW" altLang="en-US" dirty="0"/>
              <a:t>長度。</a:t>
            </a:r>
            <a:endParaRPr lang="en-US" altLang="zh-TW" dirty="0"/>
          </a:p>
          <a:p>
            <a:pPr lvl="1"/>
            <a:r>
              <a:rPr lang="zh-TW" altLang="en-US" dirty="0"/>
              <a:t>以較短碼來表示出現機率較高的字符，較長碼來表示出現機率較低的字符，平均而言，所需位元數會比用等長碼來表示每個字符的情況。</a:t>
            </a:r>
            <a:endParaRPr lang="en-US" altLang="zh-TW" dirty="0"/>
          </a:p>
          <a:p>
            <a:pPr lvl="1"/>
            <a:r>
              <a:rPr lang="zh-TW" altLang="en-US" dirty="0"/>
              <a:t>例如：在英文中，字母</a:t>
            </a:r>
            <a:r>
              <a:rPr lang="en-US" altLang="zh-TW" dirty="0"/>
              <a:t>E</a:t>
            </a:r>
            <a:r>
              <a:rPr lang="zh-TW" altLang="en-US" dirty="0"/>
              <a:t>是出現機率最高的字符，字母</a:t>
            </a:r>
            <a:r>
              <a:rPr lang="en-US" altLang="zh-TW" dirty="0"/>
              <a:t>Z</a:t>
            </a:r>
            <a:r>
              <a:rPr lang="zh-TW" altLang="en-US" dirty="0"/>
              <a:t>是出現機率最低的字符，所以比較好的編碼方式是用最短的碼來表示</a:t>
            </a:r>
            <a:r>
              <a:rPr lang="en-US" altLang="zh-TW" dirty="0"/>
              <a:t>E</a:t>
            </a:r>
            <a:r>
              <a:rPr lang="zh-TW" altLang="en-US" dirty="0"/>
              <a:t>，而用最長的碼來表示</a:t>
            </a:r>
            <a:r>
              <a:rPr lang="en-US" altLang="zh-TW" dirty="0"/>
              <a:t>Z</a:t>
            </a:r>
            <a:r>
              <a:rPr lang="zh-TW" altLang="en-US" dirty="0"/>
              <a:t>。</a:t>
            </a:r>
          </a:p>
        </p:txBody>
      </p:sp>
    </p:spTree>
    <p:extLst>
      <p:ext uri="{BB962C8B-B14F-4D97-AF65-F5344CB8AC3E}">
        <p14:creationId xmlns:p14="http://schemas.microsoft.com/office/powerpoint/2010/main" val="22410770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fontScale="90000"/>
          </a:bodyPr>
          <a:lstStyle/>
          <a:p>
            <a:r>
              <a:rPr lang="zh-TW" altLang="en-US"/>
              <a:t>如何做資料壓縮？</a:t>
            </a:r>
            <a:endParaRPr lang="zh-TW" altLang="en-US" dirty="0"/>
          </a:p>
        </p:txBody>
      </p:sp>
      <p:sp>
        <p:nvSpPr>
          <p:cNvPr id="5" name="內容版面配置區 4"/>
          <p:cNvSpPr>
            <a:spLocks noGrp="1"/>
          </p:cNvSpPr>
          <p:nvPr>
            <p:ph idx="1"/>
          </p:nvPr>
        </p:nvSpPr>
        <p:spPr/>
        <p:txBody>
          <a:bodyPr>
            <a:normAutofit/>
          </a:bodyPr>
          <a:lstStyle/>
          <a:p>
            <a:r>
              <a:rPr lang="zh-TW" altLang="en-US" dirty="0"/>
              <a:t>方法二：將重複性的資料以它們的特質來表示。</a:t>
            </a:r>
            <a:endParaRPr lang="en-US" altLang="zh-TW" dirty="0"/>
          </a:p>
          <a:p>
            <a:pPr lvl="1"/>
            <a:r>
              <a:rPr lang="zh-TW" altLang="en-US" dirty="0"/>
              <a:t>例如：某資料內容為</a:t>
            </a:r>
            <a:r>
              <a:rPr lang="en-US" altLang="zh-TW" dirty="0"/>
              <a:t>111...1 (</a:t>
            </a:r>
            <a:r>
              <a:rPr lang="zh-TW" altLang="en-US" dirty="0"/>
              <a:t>共一千個</a:t>
            </a:r>
            <a:r>
              <a:rPr lang="en-US" altLang="zh-TW" dirty="0"/>
              <a:t>1)</a:t>
            </a:r>
            <a:r>
              <a:rPr lang="zh-TW" altLang="en-US" dirty="0"/>
              <a:t>，與其用一千個位元來儲存這些都是</a:t>
            </a:r>
            <a:r>
              <a:rPr lang="en-US" altLang="zh-TW" dirty="0"/>
              <a:t>1</a:t>
            </a:r>
            <a:r>
              <a:rPr lang="zh-TW" altLang="en-US" dirty="0"/>
              <a:t>的資料，倒不如用「重複一千次的</a:t>
            </a:r>
            <a:r>
              <a:rPr lang="en-US" altLang="zh-TW" dirty="0"/>
              <a:t>1</a:t>
            </a:r>
            <a:r>
              <a:rPr lang="zh-TW" altLang="en-US" dirty="0"/>
              <a:t>」來得省。</a:t>
            </a:r>
            <a:endParaRPr lang="en-US" altLang="zh-TW" dirty="0"/>
          </a:p>
          <a:p>
            <a:pPr lvl="1"/>
            <a:r>
              <a:rPr lang="zh-TW" altLang="en-US" dirty="0"/>
              <a:t>此種壓縮技巧大幅使用在影像壓縮方面，因為在影像上，常有相同的色彩在一片鄰近的位置上。</a:t>
            </a:r>
          </a:p>
          <a:p>
            <a:endParaRPr lang="zh-TW" altLang="en-US" dirty="0"/>
          </a:p>
        </p:txBody>
      </p:sp>
    </p:spTree>
    <p:extLst>
      <p:ext uri="{BB962C8B-B14F-4D97-AF65-F5344CB8AC3E}">
        <p14:creationId xmlns:p14="http://schemas.microsoft.com/office/powerpoint/2010/main" val="218686333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dirty="0"/>
              <a:t>數位影像資料壓縮技術</a:t>
            </a:r>
          </a:p>
        </p:txBody>
      </p:sp>
      <p:sp>
        <p:nvSpPr>
          <p:cNvPr id="4" name="內容版面配置區 3"/>
          <p:cNvSpPr>
            <a:spLocks noGrp="1"/>
          </p:cNvSpPr>
          <p:nvPr>
            <p:ph idx="1"/>
          </p:nvPr>
        </p:nvSpPr>
        <p:spPr/>
        <p:txBody>
          <a:bodyPr>
            <a:normAutofit fontScale="92500" lnSpcReduction="20000"/>
          </a:bodyPr>
          <a:lstStyle/>
          <a:p>
            <a:r>
              <a:rPr lang="zh-TW" altLang="en-US" dirty="0"/>
              <a:t>目前較常用的數位影像資料壓縮技術為</a:t>
            </a:r>
            <a:r>
              <a:rPr lang="en-US" altLang="zh-TW" dirty="0">
                <a:solidFill>
                  <a:srgbClr val="C00000"/>
                </a:solidFill>
              </a:rPr>
              <a:t>JPEG</a:t>
            </a:r>
            <a:r>
              <a:rPr lang="en-US" altLang="zh-TW" dirty="0"/>
              <a:t> (Joint Photographic Experts Group)</a:t>
            </a:r>
            <a:r>
              <a:rPr lang="zh-TW" altLang="en-US" dirty="0"/>
              <a:t>。</a:t>
            </a:r>
            <a:endParaRPr lang="en-US" altLang="zh-TW" dirty="0"/>
          </a:p>
          <a:p>
            <a:r>
              <a:rPr lang="en-US" altLang="zh-TW" dirty="0"/>
              <a:t>JPEG</a:t>
            </a:r>
            <a:r>
              <a:rPr lang="zh-TW" altLang="en-US" dirty="0"/>
              <a:t>影像壓縮技術是先將影像分</a:t>
            </a:r>
            <a:br>
              <a:rPr lang="en-US" altLang="zh-TW" dirty="0"/>
            </a:br>
            <a:r>
              <a:rPr lang="zh-TW" altLang="en-US" dirty="0"/>
              <a:t>割成</a:t>
            </a:r>
            <a:r>
              <a:rPr lang="en-US" altLang="zh-TW" dirty="0"/>
              <a:t>8×8</a:t>
            </a:r>
            <a:r>
              <a:rPr lang="zh-TW" altLang="en-US" dirty="0"/>
              <a:t>的像素區塊，使用</a:t>
            </a:r>
            <a:r>
              <a:rPr lang="zh-TW" altLang="en-US" dirty="0">
                <a:solidFill>
                  <a:srgbClr val="C00000"/>
                </a:solidFill>
              </a:rPr>
              <a:t>離散</a:t>
            </a:r>
            <a:br>
              <a:rPr lang="en-US" altLang="zh-TW" dirty="0">
                <a:solidFill>
                  <a:srgbClr val="C00000"/>
                </a:solidFill>
              </a:rPr>
            </a:br>
            <a:r>
              <a:rPr lang="zh-TW" altLang="en-US" dirty="0">
                <a:solidFill>
                  <a:srgbClr val="C00000"/>
                </a:solidFill>
              </a:rPr>
              <a:t>餘弦轉換</a:t>
            </a:r>
            <a:r>
              <a:rPr lang="en-US" altLang="zh-TW" dirty="0"/>
              <a:t>(</a:t>
            </a:r>
            <a:r>
              <a:rPr lang="en-US" altLang="zh-TW" dirty="0" err="1"/>
              <a:t>DCT</a:t>
            </a:r>
            <a:r>
              <a:rPr lang="en-US" altLang="zh-TW" dirty="0"/>
              <a:t>)</a:t>
            </a:r>
            <a:r>
              <a:rPr lang="zh-TW" altLang="en-US" dirty="0"/>
              <a:t>適當的選項並量</a:t>
            </a:r>
            <a:br>
              <a:rPr lang="en-US" altLang="zh-TW" dirty="0"/>
            </a:br>
            <a:r>
              <a:rPr lang="zh-TW" altLang="en-US" dirty="0"/>
              <a:t>化後編碼，可獲得極高比率的壓</a:t>
            </a:r>
            <a:br>
              <a:rPr lang="en-US" altLang="zh-TW" dirty="0"/>
            </a:br>
            <a:r>
              <a:rPr lang="zh-TW" altLang="en-US" dirty="0"/>
              <a:t>縮比。</a:t>
            </a:r>
          </a:p>
          <a:p>
            <a:endParaRPr lang="zh-TW" altLang="en-US" dirty="0"/>
          </a:p>
        </p:txBody>
      </p:sp>
      <p:pic>
        <p:nvPicPr>
          <p:cNvPr id="6" name="圖片 5"/>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6239130" y="2301720"/>
            <a:ext cx="2438400" cy="18288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dirty="0"/>
              <a:t>數位視訊壓縮技術</a:t>
            </a:r>
          </a:p>
        </p:txBody>
      </p:sp>
      <p:sp>
        <p:nvSpPr>
          <p:cNvPr id="4" name="內容版面配置區 3"/>
          <p:cNvSpPr>
            <a:spLocks noGrp="1"/>
          </p:cNvSpPr>
          <p:nvPr>
            <p:ph idx="1"/>
          </p:nvPr>
        </p:nvSpPr>
        <p:spPr/>
        <p:txBody>
          <a:bodyPr>
            <a:normAutofit lnSpcReduction="10000"/>
          </a:bodyPr>
          <a:lstStyle/>
          <a:p>
            <a:r>
              <a:rPr lang="zh-TW" altLang="en-US" dirty="0"/>
              <a:t>目前較常用的方法是</a:t>
            </a:r>
            <a:r>
              <a:rPr lang="en-US" altLang="zh-TW" dirty="0">
                <a:solidFill>
                  <a:srgbClr val="C00000"/>
                </a:solidFill>
              </a:rPr>
              <a:t>MPEG </a:t>
            </a:r>
            <a:r>
              <a:rPr lang="en-US" altLang="zh-TW" dirty="0"/>
              <a:t>(Moving Picture Experts Group</a:t>
            </a:r>
            <a:r>
              <a:rPr lang="zh-TW" altLang="en-US" dirty="0"/>
              <a:t>，</a:t>
            </a:r>
            <a:r>
              <a:rPr lang="en-US" altLang="zh-TW" dirty="0"/>
              <a:t>1988</a:t>
            </a:r>
            <a:r>
              <a:rPr lang="zh-TW" altLang="en-US" dirty="0"/>
              <a:t>年成立</a:t>
            </a:r>
            <a:r>
              <a:rPr lang="en-US" altLang="zh-TW" dirty="0"/>
              <a:t>)</a:t>
            </a:r>
            <a:r>
              <a:rPr lang="zh-TW" altLang="en-US" dirty="0"/>
              <a:t>。</a:t>
            </a:r>
            <a:endParaRPr lang="en-US" altLang="zh-TW" dirty="0"/>
          </a:p>
          <a:p>
            <a:r>
              <a:rPr lang="en-US" altLang="zh-TW" dirty="0"/>
              <a:t>MPEG</a:t>
            </a:r>
            <a:r>
              <a:rPr lang="zh-TW" altLang="en-US" dirty="0"/>
              <a:t>使用動態預測及差分編碼法，以獲得兩相鄰影像的關連性。省去相同影像資</a:t>
            </a:r>
            <a:br>
              <a:rPr lang="en-US" altLang="zh-TW" dirty="0"/>
            </a:br>
            <a:r>
              <a:rPr lang="zh-TW" altLang="en-US" dirty="0"/>
              <a:t>料的重複儲存，</a:t>
            </a:r>
            <a:r>
              <a:rPr lang="en-US" altLang="zh-TW" dirty="0"/>
              <a:t>MPEG</a:t>
            </a:r>
            <a:r>
              <a:rPr lang="zh-TW" altLang="en-US" dirty="0"/>
              <a:t>可獲得極高</a:t>
            </a:r>
            <a:br>
              <a:rPr lang="en-US" altLang="zh-TW" dirty="0"/>
            </a:br>
            <a:r>
              <a:rPr lang="zh-TW" altLang="en-US" dirty="0"/>
              <a:t>比率的壓縮比。</a:t>
            </a:r>
          </a:p>
        </p:txBody>
      </p:sp>
      <p:pic>
        <p:nvPicPr>
          <p:cNvPr id="2" name="圖片 1"/>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6552220" y="3066805"/>
            <a:ext cx="1400236" cy="1400236"/>
          </a:xfrm>
          <a:prstGeom prst="rect">
            <a:avLst/>
          </a:prstGeom>
          <a:noFill/>
          <a:ln>
            <a:noFill/>
          </a:ln>
        </p:spPr>
      </p:pic>
    </p:spTree>
    <p:extLst>
      <p:ext uri="{BB962C8B-B14F-4D97-AF65-F5344CB8AC3E}">
        <p14:creationId xmlns:p14="http://schemas.microsoft.com/office/powerpoint/2010/main" val="219964404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en-US" altLang="zh-TW" dirty="0"/>
              <a:t>MPEG</a:t>
            </a:r>
            <a:endParaRPr lang="zh-TW" altLang="en-US" dirty="0"/>
          </a:p>
        </p:txBody>
      </p:sp>
      <p:sp>
        <p:nvSpPr>
          <p:cNvPr id="4" name="內容版面配置區 3"/>
          <p:cNvSpPr>
            <a:spLocks noGrp="1"/>
          </p:cNvSpPr>
          <p:nvPr>
            <p:ph idx="1"/>
          </p:nvPr>
        </p:nvSpPr>
        <p:spPr/>
        <p:txBody>
          <a:bodyPr>
            <a:normAutofit/>
          </a:bodyPr>
          <a:lstStyle/>
          <a:p>
            <a:r>
              <a:rPr lang="en-US" altLang="zh-TW" dirty="0"/>
              <a:t>MPEG</a:t>
            </a:r>
            <a:r>
              <a:rPr lang="zh-TW" altLang="en-US" dirty="0"/>
              <a:t>分為：</a:t>
            </a:r>
            <a:endParaRPr lang="en-US" altLang="zh-TW" dirty="0"/>
          </a:p>
          <a:p>
            <a:endParaRPr lang="en-US" altLang="zh-TW" dirty="0"/>
          </a:p>
          <a:p>
            <a:endParaRPr lang="en-US" altLang="zh-TW" dirty="0"/>
          </a:p>
          <a:p>
            <a:endParaRPr lang="en-US" altLang="zh-TW" dirty="0"/>
          </a:p>
          <a:p>
            <a:endParaRPr lang="en-US" altLang="zh-TW" dirty="0"/>
          </a:p>
          <a:p>
            <a:endParaRPr lang="zh-TW" altLang="en-US" dirty="0"/>
          </a:p>
        </p:txBody>
      </p:sp>
      <p:graphicFrame>
        <p:nvGraphicFramePr>
          <p:cNvPr id="2" name="表格 1"/>
          <p:cNvGraphicFramePr>
            <a:graphicFrameLocks noGrp="1"/>
          </p:cNvGraphicFramePr>
          <p:nvPr>
            <p:extLst>
              <p:ext uri="{D42A27DB-BD31-4B8C-83A1-F6EECF244321}">
                <p14:modId xmlns:p14="http://schemas.microsoft.com/office/powerpoint/2010/main" val="459835095"/>
              </p:ext>
            </p:extLst>
          </p:nvPr>
        </p:nvGraphicFramePr>
        <p:xfrm>
          <a:off x="439664" y="2211710"/>
          <a:ext cx="7920880" cy="1866900"/>
        </p:xfrm>
        <a:graphic>
          <a:graphicData uri="http://schemas.openxmlformats.org/drawingml/2006/table">
            <a:tbl>
              <a:tblPr firstRow="1" bandRow="1">
                <a:tableStyleId>{5C22544A-7EE6-4342-B048-85BDC9FD1C3A}</a:tableStyleId>
              </a:tblPr>
              <a:tblGrid>
                <a:gridCol w="1859037">
                  <a:extLst>
                    <a:ext uri="{9D8B030D-6E8A-4147-A177-3AD203B41FA5}">
                      <a16:colId xmlns:a16="http://schemas.microsoft.com/office/drawing/2014/main" val="20000"/>
                    </a:ext>
                  </a:extLst>
                </a:gridCol>
                <a:gridCol w="6061843">
                  <a:extLst>
                    <a:ext uri="{9D8B030D-6E8A-4147-A177-3AD203B41FA5}">
                      <a16:colId xmlns:a16="http://schemas.microsoft.com/office/drawing/2014/main" val="20001"/>
                    </a:ext>
                  </a:extLst>
                </a:gridCol>
              </a:tblGrid>
              <a:tr h="278130">
                <a:tc>
                  <a:txBody>
                    <a:bodyPr/>
                    <a:lstStyle/>
                    <a:p>
                      <a:pPr algn="ctr"/>
                      <a:r>
                        <a:rPr lang="en-US" altLang="zh-TW" sz="2000" b="1" dirty="0">
                          <a:latin typeface="微軟正黑體" panose="020B0604030504040204" pitchFamily="34" charset="-120"/>
                          <a:ea typeface="微軟正黑體" panose="020B0604030504040204" pitchFamily="34" charset="-120"/>
                        </a:rPr>
                        <a:t>MPEG</a:t>
                      </a:r>
                      <a:r>
                        <a:rPr lang="zh-TW" altLang="en-US" sz="2000" b="1" dirty="0">
                          <a:latin typeface="微軟正黑體" panose="020B0604030504040204" pitchFamily="34" charset="-120"/>
                          <a:ea typeface="微軟正黑體" panose="020B0604030504040204" pitchFamily="34" charset="-120"/>
                        </a:rPr>
                        <a:t>的分類</a:t>
                      </a:r>
                    </a:p>
                  </a:txBody>
                  <a:tcPr marT="34290" marB="34290"/>
                </a:tc>
                <a:tc>
                  <a:txBody>
                    <a:bodyPr/>
                    <a:lstStyle/>
                    <a:p>
                      <a:pPr algn="ctr"/>
                      <a:r>
                        <a:rPr lang="zh-TW" altLang="en-US" sz="2000" b="1" dirty="0">
                          <a:latin typeface="微軟正黑體" panose="020B0604030504040204" pitchFamily="34" charset="-120"/>
                          <a:ea typeface="微軟正黑體" panose="020B0604030504040204" pitchFamily="34" charset="-120"/>
                        </a:rPr>
                        <a:t>應用視訊資料</a:t>
                      </a:r>
                    </a:p>
                  </a:txBody>
                  <a:tcPr marT="34290" marB="34290"/>
                </a:tc>
                <a:extLst>
                  <a:ext uri="{0D108BD9-81ED-4DB2-BD59-A6C34878D82A}">
                    <a16:rowId xmlns:a16="http://schemas.microsoft.com/office/drawing/2014/main" val="10000"/>
                  </a:ext>
                </a:extLst>
              </a:tr>
              <a:tr h="278130">
                <a:tc>
                  <a:txBody>
                    <a:bodyPr/>
                    <a:lstStyle/>
                    <a:p>
                      <a:pPr algn="ctr"/>
                      <a:r>
                        <a:rPr lang="en-US" altLang="zh-TW" sz="2000" b="1" dirty="0">
                          <a:latin typeface="微軟正黑體" panose="020B0604030504040204" pitchFamily="34" charset="-120"/>
                          <a:ea typeface="微軟正黑體" panose="020B0604030504040204" pitchFamily="34" charset="-120"/>
                        </a:rPr>
                        <a:t>MPEG-1</a:t>
                      </a:r>
                      <a:endParaRPr lang="zh-TW" altLang="en-US" sz="2000" b="1" dirty="0">
                        <a:latin typeface="微軟正黑體" panose="020B0604030504040204" pitchFamily="34" charset="-120"/>
                        <a:ea typeface="微軟正黑體" panose="020B0604030504040204" pitchFamily="34" charset="-120"/>
                      </a:endParaRPr>
                    </a:p>
                  </a:txBody>
                  <a:tcPr marT="34290" marB="34290"/>
                </a:tc>
                <a:tc>
                  <a:txBody>
                    <a:bodyPr/>
                    <a:lstStyle/>
                    <a:p>
                      <a:r>
                        <a:rPr lang="en-US" altLang="zh-TW" sz="2000" b="1" dirty="0">
                          <a:latin typeface="微軟正黑體" panose="020B0604030504040204" pitchFamily="34" charset="-120"/>
                          <a:ea typeface="微軟正黑體" panose="020B0604030504040204" pitchFamily="34" charset="-120"/>
                        </a:rPr>
                        <a:t>320×240</a:t>
                      </a:r>
                      <a:r>
                        <a:rPr lang="zh-TW" altLang="en-US" sz="2000" b="1" dirty="0">
                          <a:latin typeface="微軟正黑體" panose="020B0604030504040204" pitchFamily="34" charset="-120"/>
                          <a:ea typeface="微軟正黑體" panose="020B0604030504040204" pitchFamily="34" charset="-120"/>
                        </a:rPr>
                        <a:t>低解析度視訊</a:t>
                      </a:r>
                    </a:p>
                  </a:txBody>
                  <a:tcPr marT="34290" marB="34290"/>
                </a:tc>
                <a:extLst>
                  <a:ext uri="{0D108BD9-81ED-4DB2-BD59-A6C34878D82A}">
                    <a16:rowId xmlns:a16="http://schemas.microsoft.com/office/drawing/2014/main" val="10001"/>
                  </a:ext>
                </a:extLst>
              </a:tr>
              <a:tr h="278130">
                <a:tc>
                  <a:txBody>
                    <a:bodyPr/>
                    <a:lstStyle/>
                    <a:p>
                      <a:pPr algn="ctr"/>
                      <a:r>
                        <a:rPr lang="en-US" altLang="zh-TW" sz="2000" b="1" dirty="0">
                          <a:latin typeface="微軟正黑體" panose="020B0604030504040204" pitchFamily="34" charset="-120"/>
                          <a:ea typeface="微軟正黑體" panose="020B0604030504040204" pitchFamily="34" charset="-120"/>
                        </a:rPr>
                        <a:t>MPEG-2</a:t>
                      </a:r>
                      <a:endParaRPr lang="zh-TW" altLang="en-US" sz="2000" b="1" dirty="0">
                        <a:latin typeface="微軟正黑體" panose="020B0604030504040204" pitchFamily="34" charset="-120"/>
                        <a:ea typeface="微軟正黑體" panose="020B0604030504040204" pitchFamily="34" charset="-120"/>
                      </a:endParaRPr>
                    </a:p>
                  </a:txBody>
                  <a:tcPr marT="34290" marB="34290"/>
                </a:tc>
                <a:tc>
                  <a:txBody>
                    <a:bodyPr/>
                    <a:lstStyle/>
                    <a:p>
                      <a:r>
                        <a:rPr lang="en-US" altLang="zh-TW" sz="2000" b="1" dirty="0">
                          <a:latin typeface="微軟正黑體" panose="020B0604030504040204" pitchFamily="34" charset="-120"/>
                          <a:ea typeface="微軟正黑體" panose="020B0604030504040204" pitchFamily="34" charset="-120"/>
                        </a:rPr>
                        <a:t>720×480</a:t>
                      </a:r>
                      <a:r>
                        <a:rPr lang="zh-TW" altLang="en-US" sz="2000" b="1" dirty="0">
                          <a:latin typeface="微軟正黑體" panose="020B0604030504040204" pitchFamily="34" charset="-120"/>
                          <a:ea typeface="微軟正黑體" panose="020B0604030504040204" pitchFamily="34" charset="-120"/>
                        </a:rPr>
                        <a:t>標準廣播視訊</a:t>
                      </a:r>
                    </a:p>
                  </a:txBody>
                  <a:tcPr marT="34290" marB="34290"/>
                </a:tc>
                <a:extLst>
                  <a:ext uri="{0D108BD9-81ED-4DB2-BD59-A6C34878D82A}">
                    <a16:rowId xmlns:a16="http://schemas.microsoft.com/office/drawing/2014/main" val="10002"/>
                  </a:ext>
                </a:extLst>
              </a:tr>
              <a:tr h="278130">
                <a:tc>
                  <a:txBody>
                    <a:bodyPr/>
                    <a:lstStyle/>
                    <a:p>
                      <a:pPr algn="ctr"/>
                      <a:r>
                        <a:rPr lang="en-US" altLang="zh-TW" sz="2000" b="1" dirty="0">
                          <a:latin typeface="微軟正黑體" panose="020B0604030504040204" pitchFamily="34" charset="-120"/>
                          <a:ea typeface="微軟正黑體" panose="020B0604030504040204" pitchFamily="34" charset="-120"/>
                        </a:rPr>
                        <a:t>MPEG-3</a:t>
                      </a:r>
                      <a:endParaRPr lang="zh-TW" altLang="en-US" sz="2000" b="1" dirty="0">
                        <a:latin typeface="微軟正黑體" panose="020B0604030504040204" pitchFamily="34" charset="-120"/>
                        <a:ea typeface="微軟正黑體" panose="020B0604030504040204" pitchFamily="34" charset="-120"/>
                      </a:endParaRPr>
                    </a:p>
                  </a:txBody>
                  <a:tcPr marT="34290" marB="34290"/>
                </a:tc>
                <a:tc>
                  <a:txBody>
                    <a:bodyPr/>
                    <a:lstStyle/>
                    <a:p>
                      <a:r>
                        <a:rPr lang="zh-TW" altLang="en-US" sz="2000" b="1" dirty="0">
                          <a:latin typeface="微軟正黑體" panose="020B0604030504040204" pitchFamily="34" charset="-120"/>
                          <a:ea typeface="微軟正黑體" panose="020B0604030504040204" pitchFamily="34" charset="-120"/>
                        </a:rPr>
                        <a:t>高畫質電視 </a:t>
                      </a:r>
                      <a:r>
                        <a:rPr lang="en-US" altLang="zh-TW" sz="2000" b="1" dirty="0">
                          <a:latin typeface="微軟正黑體" panose="020B0604030504040204" pitchFamily="34" charset="-120"/>
                          <a:ea typeface="微軟正黑體" panose="020B0604030504040204" pitchFamily="34" charset="-120"/>
                        </a:rPr>
                        <a:t>(High Definition </a:t>
                      </a:r>
                      <a:r>
                        <a:rPr lang="en-US" altLang="zh-TW" sz="2000" b="1" dirty="0" err="1">
                          <a:latin typeface="微軟正黑體" panose="020B0604030504040204" pitchFamily="34" charset="-120"/>
                          <a:ea typeface="微軟正黑體" panose="020B0604030504040204" pitchFamily="34" charset="-120"/>
                        </a:rPr>
                        <a:t>TeleVision</a:t>
                      </a:r>
                      <a:r>
                        <a:rPr lang="zh-TW" altLang="en-US" sz="2000" b="1" dirty="0">
                          <a:latin typeface="微軟正黑體" panose="020B0604030504040204" pitchFamily="34" charset="-120"/>
                          <a:ea typeface="微軟正黑體" panose="020B0604030504040204" pitchFamily="34" charset="-120"/>
                        </a:rPr>
                        <a:t>；</a:t>
                      </a:r>
                      <a:r>
                        <a:rPr lang="en-US" altLang="zh-TW" sz="2000" b="1" dirty="0">
                          <a:latin typeface="微軟正黑體" panose="020B0604030504040204" pitchFamily="34" charset="-120"/>
                          <a:ea typeface="微軟正黑體" panose="020B0604030504040204" pitchFamily="34" charset="-120"/>
                        </a:rPr>
                        <a:t>HDTV)</a:t>
                      </a:r>
                      <a:endParaRPr lang="zh-TW" altLang="en-US" sz="2000" b="1" dirty="0">
                        <a:latin typeface="微軟正黑體" panose="020B0604030504040204" pitchFamily="34" charset="-120"/>
                        <a:ea typeface="微軟正黑體" panose="020B0604030504040204" pitchFamily="34" charset="-120"/>
                      </a:endParaRPr>
                    </a:p>
                  </a:txBody>
                  <a:tcPr marT="34290" marB="34290"/>
                </a:tc>
                <a:extLst>
                  <a:ext uri="{0D108BD9-81ED-4DB2-BD59-A6C34878D82A}">
                    <a16:rowId xmlns:a16="http://schemas.microsoft.com/office/drawing/2014/main" val="10003"/>
                  </a:ext>
                </a:extLst>
              </a:tr>
              <a:tr h="278130">
                <a:tc>
                  <a:txBody>
                    <a:bodyPr/>
                    <a:lstStyle/>
                    <a:p>
                      <a:pPr algn="ctr"/>
                      <a:r>
                        <a:rPr lang="en-US" altLang="zh-TW" sz="2000" b="1" dirty="0">
                          <a:latin typeface="微軟正黑體" panose="020B0604030504040204" pitchFamily="34" charset="-120"/>
                          <a:ea typeface="微軟正黑體" panose="020B0604030504040204" pitchFamily="34" charset="-120"/>
                        </a:rPr>
                        <a:t>MPEG-4</a:t>
                      </a:r>
                      <a:endParaRPr lang="zh-TW" altLang="en-US" sz="2000" b="1" dirty="0">
                        <a:latin typeface="微軟正黑體" panose="020B0604030504040204" pitchFamily="34" charset="-120"/>
                        <a:ea typeface="微軟正黑體" panose="020B0604030504040204" pitchFamily="34" charset="-120"/>
                      </a:endParaRPr>
                    </a:p>
                  </a:txBody>
                  <a:tcPr marT="34290" marB="34290"/>
                </a:tc>
                <a:tc>
                  <a:txBody>
                    <a:bodyPr/>
                    <a:lstStyle/>
                    <a:p>
                      <a:r>
                        <a:rPr lang="zh-TW" altLang="en-US" sz="2000" b="1" dirty="0">
                          <a:latin typeface="微軟正黑體" panose="020B0604030504040204" pitchFamily="34" charset="-120"/>
                          <a:ea typeface="微軟正黑體" panose="020B0604030504040204" pitchFamily="34" charset="-120"/>
                        </a:rPr>
                        <a:t>視訊電話 </a:t>
                      </a:r>
                      <a:r>
                        <a:rPr lang="en-US" altLang="zh-TW" sz="2000" b="1" dirty="0">
                          <a:latin typeface="微軟正黑體" panose="020B0604030504040204" pitchFamily="34" charset="-120"/>
                          <a:ea typeface="微軟正黑體" panose="020B0604030504040204" pitchFamily="34" charset="-120"/>
                        </a:rPr>
                        <a:t>(video telephony)</a:t>
                      </a:r>
                      <a:endParaRPr lang="zh-TW" altLang="en-US" sz="2000" b="1" dirty="0">
                        <a:latin typeface="微軟正黑體" panose="020B0604030504040204" pitchFamily="34" charset="-120"/>
                        <a:ea typeface="微軟正黑體" panose="020B0604030504040204" pitchFamily="34" charset="-120"/>
                      </a:endParaRPr>
                    </a:p>
                  </a:txBody>
                  <a:tcPr marT="34290" marB="34290"/>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796438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en-US" altLang="zh-TW" dirty="0"/>
              <a:t>MPEG</a:t>
            </a:r>
            <a:endParaRPr lang="zh-TW" altLang="en-US" dirty="0"/>
          </a:p>
        </p:txBody>
      </p:sp>
      <p:sp>
        <p:nvSpPr>
          <p:cNvPr id="4" name="內容版面配置區 3"/>
          <p:cNvSpPr>
            <a:spLocks noGrp="1"/>
          </p:cNvSpPr>
          <p:nvPr>
            <p:ph idx="1"/>
          </p:nvPr>
        </p:nvSpPr>
        <p:spPr/>
        <p:txBody>
          <a:bodyPr>
            <a:normAutofit/>
          </a:bodyPr>
          <a:lstStyle/>
          <a:p>
            <a:r>
              <a:rPr lang="en-US" altLang="zh-TW" dirty="0"/>
              <a:t>MPEG-7</a:t>
            </a:r>
            <a:r>
              <a:rPr lang="zh-TW" altLang="en-US" dirty="0"/>
              <a:t>主要目標是為多媒體環境提供一組核心技術作為描述</a:t>
            </a:r>
            <a:r>
              <a:rPr lang="zh-TW" altLang="en-US" dirty="0">
                <a:solidFill>
                  <a:srgbClr val="C00000"/>
                </a:solidFill>
              </a:rPr>
              <a:t>影音資料內容</a:t>
            </a:r>
            <a:r>
              <a:rPr lang="en-US" altLang="zh-TW" dirty="0"/>
              <a:t>(audiovisual data content)</a:t>
            </a:r>
            <a:r>
              <a:rPr lang="zh-TW" altLang="en-US" dirty="0"/>
              <a:t>的標準。</a:t>
            </a:r>
          </a:p>
          <a:p>
            <a:endParaRPr lang="zh-TW" altLang="en-US" dirty="0"/>
          </a:p>
        </p:txBody>
      </p:sp>
    </p:spTree>
    <p:extLst>
      <p:ext uri="{BB962C8B-B14F-4D97-AF65-F5344CB8AC3E}">
        <p14:creationId xmlns:p14="http://schemas.microsoft.com/office/powerpoint/2010/main" val="8375488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fontScale="90000"/>
          </a:bodyPr>
          <a:lstStyle/>
          <a:p>
            <a:r>
              <a:rPr lang="en-US" altLang="zh-TW" dirty="0"/>
              <a:t>MP3</a:t>
            </a:r>
            <a:endParaRPr lang="zh-TW" altLang="en-US" dirty="0"/>
          </a:p>
        </p:txBody>
      </p:sp>
      <p:sp>
        <p:nvSpPr>
          <p:cNvPr id="5" name="內容版面配置區 4"/>
          <p:cNvSpPr>
            <a:spLocks noGrp="1"/>
          </p:cNvSpPr>
          <p:nvPr>
            <p:ph idx="1"/>
          </p:nvPr>
        </p:nvSpPr>
        <p:spPr/>
        <p:txBody>
          <a:bodyPr>
            <a:normAutofit/>
          </a:bodyPr>
          <a:lstStyle/>
          <a:p>
            <a:r>
              <a:rPr lang="en-US" altLang="zh-TW" dirty="0"/>
              <a:t>MP3</a:t>
            </a:r>
            <a:r>
              <a:rPr lang="zh-TW" altLang="en-US" dirty="0"/>
              <a:t>是一種數位音樂的壓縮技術。</a:t>
            </a:r>
            <a:endParaRPr lang="en-US" altLang="zh-TW" dirty="0"/>
          </a:p>
          <a:p>
            <a:r>
              <a:rPr lang="zh-TW" altLang="en-US" dirty="0"/>
              <a:t>是</a:t>
            </a:r>
            <a:r>
              <a:rPr lang="en-US" altLang="zh-TW" dirty="0"/>
              <a:t>MPEG</a:t>
            </a:r>
            <a:r>
              <a:rPr lang="zh-TW" altLang="en-US" dirty="0"/>
              <a:t>技術中，處理聲音的壓縮技術第三層。</a:t>
            </a:r>
            <a:endParaRPr lang="en-US" altLang="zh-TW" dirty="0"/>
          </a:p>
          <a:p>
            <a:r>
              <a:rPr lang="zh-TW" altLang="en-US" dirty="0"/>
              <a:t>可在一片光碟片上，儲存多片</a:t>
            </a:r>
            <a:r>
              <a:rPr lang="en-US" altLang="zh-TW" dirty="0"/>
              <a:t>CD</a:t>
            </a:r>
            <a:r>
              <a:rPr lang="zh-TW" altLang="en-US" dirty="0"/>
              <a:t>唱片的音樂，也可更便捷地從網路上下載喜愛的音樂。</a:t>
            </a:r>
          </a:p>
          <a:p>
            <a:endParaRPr lang="zh-TW" altLang="en-US" dirty="0"/>
          </a:p>
        </p:txBody>
      </p:sp>
    </p:spTree>
    <p:extLst>
      <p:ext uri="{BB962C8B-B14F-4D97-AF65-F5344CB8AC3E}">
        <p14:creationId xmlns:p14="http://schemas.microsoft.com/office/powerpoint/2010/main" val="355227399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fontScale="90000"/>
          </a:bodyPr>
          <a:lstStyle/>
          <a:p>
            <a:r>
              <a:rPr lang="en-US" altLang="zh-TW" dirty="0"/>
              <a:t>WinZip</a:t>
            </a:r>
            <a:endParaRPr lang="zh-TW" altLang="en-US" dirty="0"/>
          </a:p>
        </p:txBody>
      </p:sp>
      <p:sp>
        <p:nvSpPr>
          <p:cNvPr id="5" name="內容版面配置區 4"/>
          <p:cNvSpPr>
            <a:spLocks noGrp="1"/>
          </p:cNvSpPr>
          <p:nvPr>
            <p:ph idx="1"/>
          </p:nvPr>
        </p:nvSpPr>
        <p:spPr/>
        <p:txBody>
          <a:bodyPr>
            <a:normAutofit fontScale="92500" lnSpcReduction="20000"/>
          </a:bodyPr>
          <a:lstStyle/>
          <a:p>
            <a:r>
              <a:rPr lang="en-US" altLang="zh-TW" dirty="0"/>
              <a:t>WinZip</a:t>
            </a:r>
            <a:r>
              <a:rPr lang="zh-TW" altLang="en-US" dirty="0"/>
              <a:t>壓縮軟體是在個人電腦中極為風行的資料壓縮軟體。從網路上下載的軟體，在使用前幾乎都要先用</a:t>
            </a:r>
            <a:r>
              <a:rPr lang="en-US" altLang="zh-TW" dirty="0"/>
              <a:t>WinZip</a:t>
            </a:r>
            <a:r>
              <a:rPr lang="zh-TW" altLang="en-US" dirty="0"/>
              <a:t>來還原。</a:t>
            </a:r>
            <a:endParaRPr lang="en-US" altLang="zh-TW" dirty="0"/>
          </a:p>
          <a:p>
            <a:r>
              <a:rPr lang="en-US" altLang="zh-TW" dirty="0"/>
              <a:t>WinZip</a:t>
            </a:r>
            <a:r>
              <a:rPr lang="zh-TW" altLang="en-US" dirty="0"/>
              <a:t>所使用的主要壓縮格式是</a:t>
            </a:r>
            <a:r>
              <a:rPr lang="en-US" altLang="zh-TW" dirty="0">
                <a:solidFill>
                  <a:srgbClr val="C00000"/>
                </a:solidFill>
              </a:rPr>
              <a:t>zip</a:t>
            </a:r>
            <a:r>
              <a:rPr lang="zh-TW" altLang="en-US" dirty="0"/>
              <a:t>檔。</a:t>
            </a:r>
            <a:endParaRPr lang="en-US" altLang="zh-TW" dirty="0"/>
          </a:p>
          <a:p>
            <a:r>
              <a:rPr lang="en-US" altLang="zh-TW" dirty="0"/>
              <a:t>zip</a:t>
            </a:r>
            <a:r>
              <a:rPr lang="zh-TW" altLang="en-US" dirty="0"/>
              <a:t>格式的發明人是卡茲，他同時也是</a:t>
            </a:r>
            <a:r>
              <a:rPr lang="en-US" altLang="zh-TW" dirty="0"/>
              <a:t>WinZip</a:t>
            </a:r>
            <a:r>
              <a:rPr lang="zh-TW" altLang="en-US" dirty="0"/>
              <a:t>風行前，廣受歡迎的</a:t>
            </a:r>
            <a:r>
              <a:rPr lang="en-US" altLang="zh-TW" dirty="0" err="1"/>
              <a:t>PKZip</a:t>
            </a:r>
            <a:r>
              <a:rPr lang="zh-TW" altLang="en-US" dirty="0"/>
              <a:t>壓縮軟體的創作人。</a:t>
            </a:r>
            <a:r>
              <a:rPr lang="en-US" altLang="zh-TW" dirty="0"/>
              <a:t>2000</a:t>
            </a:r>
            <a:r>
              <a:rPr lang="zh-TW" altLang="en-US" dirty="0"/>
              <a:t>年四月卡茲因酗酒而死亡，得年僅</a:t>
            </a:r>
            <a:r>
              <a:rPr lang="en-US" altLang="zh-TW" dirty="0"/>
              <a:t>37</a:t>
            </a:r>
            <a:r>
              <a:rPr lang="zh-TW" altLang="en-US" dirty="0"/>
              <a:t>歲。</a:t>
            </a:r>
          </a:p>
        </p:txBody>
      </p:sp>
    </p:spTree>
    <p:extLst>
      <p:ext uri="{BB962C8B-B14F-4D97-AF65-F5344CB8AC3E}">
        <p14:creationId xmlns:p14="http://schemas.microsoft.com/office/powerpoint/2010/main" val="5064454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normAutofit/>
          </a:bodyPr>
          <a:lstStyle/>
          <a:p>
            <a:r>
              <a:rPr lang="zh-TW" altLang="en-US" dirty="0">
                <a:solidFill>
                  <a:srgbClr val="C00000"/>
                </a:solidFill>
              </a:rPr>
              <a:t>伸縮自如的資料變身術</a:t>
            </a:r>
            <a:endParaRPr lang="en-US" altLang="zh-TW" dirty="0">
              <a:solidFill>
                <a:srgbClr val="C00000"/>
              </a:solidFill>
            </a:endParaRPr>
          </a:p>
          <a:p>
            <a:r>
              <a:rPr lang="zh-TW" altLang="en-US" dirty="0"/>
              <a:t>資料壓縮透過編碼技術，將原始檔案轉變為容量更小的壓縮檔案，除可節省儲存空間外，也能縮短傳輸時間。</a:t>
            </a:r>
            <a:endParaRPr lang="en-US" altLang="zh-TW" dirty="0"/>
          </a:p>
          <a:p>
            <a:r>
              <a:rPr lang="zh-TW" altLang="en-US" dirty="0"/>
              <a:t>它分成兩種類型，一類為保真（</a:t>
            </a:r>
            <a:r>
              <a:rPr lang="en-US" altLang="zh-TW" dirty="0"/>
              <a:t>lossless</a:t>
            </a:r>
            <a:r>
              <a:rPr lang="zh-TW" altLang="en-US" dirty="0"/>
              <a:t>）壓縮，另一類為失真（</a:t>
            </a:r>
            <a:r>
              <a:rPr lang="en-US" altLang="zh-TW" dirty="0" err="1"/>
              <a:t>lossy</a:t>
            </a:r>
            <a:r>
              <a:rPr lang="zh-TW" altLang="en-US" dirty="0"/>
              <a:t>）壓縮。</a:t>
            </a:r>
          </a:p>
        </p:txBody>
      </p:sp>
    </p:spTree>
    <p:extLst>
      <p:ext uri="{BB962C8B-B14F-4D97-AF65-F5344CB8AC3E}">
        <p14:creationId xmlns:p14="http://schemas.microsoft.com/office/powerpoint/2010/main" val="19831344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lstStyle/>
          <a:p>
            <a:r>
              <a:rPr lang="zh-TW" altLang="en-US" dirty="0"/>
              <a:t>保真壓縮完整保留資料內容，解壓縮時可無損回復原始資料，例如文字檔案必須做到一字不差，壓縮務必保真。</a:t>
            </a:r>
            <a:endParaRPr lang="en-US" altLang="zh-TW" dirty="0"/>
          </a:p>
          <a:p>
            <a:r>
              <a:rPr lang="zh-TW" altLang="en-US" dirty="0"/>
              <a:t>失真壓縮僅保留重點內容，解壓縮時未必能完整回復原始資料，例如圖像影音的資料量龐大，再加上眼耳的敏感度有限，通常容許局部失真以大幅降低檔案容量。</a:t>
            </a:r>
          </a:p>
          <a:p>
            <a:endParaRPr lang="zh-TW" altLang="en-US" dirty="0"/>
          </a:p>
        </p:txBody>
      </p:sp>
    </p:spTree>
    <p:extLst>
      <p:ext uri="{BB962C8B-B14F-4D97-AF65-F5344CB8AC3E}">
        <p14:creationId xmlns:p14="http://schemas.microsoft.com/office/powerpoint/2010/main" val="42042394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fontScale="90000"/>
          </a:bodyPr>
          <a:lstStyle/>
          <a:p>
            <a:r>
              <a:rPr lang="en-US" altLang="zh-TW"/>
              <a:t>16-5 </a:t>
            </a:r>
            <a:r>
              <a:rPr lang="zh-TW" altLang="en-US"/>
              <a:t>計算理論</a:t>
            </a:r>
            <a:endParaRPr lang="zh-TW" altLang="en-US" dirty="0"/>
          </a:p>
        </p:txBody>
      </p:sp>
      <p:sp>
        <p:nvSpPr>
          <p:cNvPr id="5" name="內容版面配置區 4"/>
          <p:cNvSpPr>
            <a:spLocks noGrp="1"/>
          </p:cNvSpPr>
          <p:nvPr>
            <p:ph idx="1"/>
          </p:nvPr>
        </p:nvSpPr>
        <p:spPr>
          <a:xfrm>
            <a:off x="1916705" y="1525385"/>
            <a:ext cx="6770095" cy="2329008"/>
          </a:xfrm>
        </p:spPr>
        <p:txBody>
          <a:bodyPr>
            <a:normAutofit fontScale="85000" lnSpcReduction="20000"/>
          </a:bodyPr>
          <a:lstStyle/>
          <a:p>
            <a:pPr marL="0" indent="0">
              <a:buNone/>
            </a:pPr>
            <a:r>
              <a:rPr lang="zh-TW" altLang="en-US" dirty="0"/>
              <a:t>給定一個問題，到底能不能利用計算機來解呢？</a:t>
            </a:r>
            <a:endParaRPr lang="en-US" altLang="zh-TW" dirty="0"/>
          </a:p>
          <a:p>
            <a:r>
              <a:rPr lang="zh-TW" altLang="en-US" dirty="0"/>
              <a:t>有些問題再強大的計算機也無解。</a:t>
            </a:r>
            <a:endParaRPr lang="en-US" altLang="zh-TW" dirty="0"/>
          </a:p>
          <a:p>
            <a:r>
              <a:rPr lang="zh-TW" altLang="en-US" dirty="0"/>
              <a:t>有些問題雖有解法，但尚未找到有效解。</a:t>
            </a:r>
            <a:endParaRPr lang="en-US" altLang="zh-TW" dirty="0"/>
          </a:p>
          <a:p>
            <a:r>
              <a:rPr lang="zh-TW" altLang="en-US" dirty="0"/>
              <a:t>有些問題已有有效解法，但仍試著找更有效的解法。</a:t>
            </a:r>
            <a:endParaRPr lang="en-US" altLang="zh-TW" dirty="0"/>
          </a:p>
        </p:txBody>
      </p:sp>
      <p:pic>
        <p:nvPicPr>
          <p:cNvPr id="6" name="圖片 5"/>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37115" y="1649001"/>
            <a:ext cx="1054566" cy="1054566"/>
          </a:xfrm>
          <a:prstGeom prst="rect">
            <a:avLst/>
          </a:prstGeom>
          <a:noFill/>
          <a:ln>
            <a:noFill/>
          </a:ln>
        </p:spPr>
      </p:pic>
      <p:sp>
        <p:nvSpPr>
          <p:cNvPr id="7" name="內容版面配置區 4"/>
          <p:cNvSpPr txBox="1">
            <a:spLocks/>
          </p:cNvSpPr>
          <p:nvPr/>
        </p:nvSpPr>
        <p:spPr>
          <a:xfrm>
            <a:off x="457200" y="3755442"/>
            <a:ext cx="8229600" cy="796528"/>
          </a:xfrm>
          <a:prstGeom prst="rect">
            <a:avLst/>
          </a:prstGeom>
        </p:spPr>
        <p:txBody>
          <a:bodyPr vert="horz" lIns="91440" tIns="45720" rIns="91440" bIns="45720" rtlCol="0">
            <a:noAutofit/>
          </a:bodyPr>
          <a:lstStyle>
            <a:lvl1pPr marL="457200" indent="-457200" algn="l" defTabSz="914400" rtl="0" eaLnBrk="1" latinLnBrk="0" hangingPunct="1">
              <a:spcBef>
                <a:spcPct val="20000"/>
              </a:spcBef>
              <a:buFontTx/>
              <a:buBlip>
                <a:blip r:embed="rId3"/>
              </a:buBlip>
              <a:defRPr sz="2800" b="1" kern="1200">
                <a:solidFill>
                  <a:schemeClr val="tx1"/>
                </a:solidFill>
                <a:latin typeface="微軟正黑體" pitchFamily="34" charset="-120"/>
                <a:ea typeface="微軟正黑體" pitchFamily="34" charset="-120"/>
                <a:cs typeface="+mn-cs"/>
              </a:defRPr>
            </a:lvl1pPr>
            <a:lvl2pPr marL="914400" indent="-457200" algn="l" defTabSz="914400" rtl="0" eaLnBrk="1" latinLnBrk="0" hangingPunct="1">
              <a:spcBef>
                <a:spcPct val="20000"/>
              </a:spcBef>
              <a:buClr>
                <a:schemeClr val="tx2"/>
              </a:buClr>
              <a:buFont typeface="Wingdings 3" panose="05040102010807070707" pitchFamily="18" charset="2"/>
              <a:buChar char=""/>
              <a:defRPr sz="2600" b="1" kern="1200">
                <a:solidFill>
                  <a:schemeClr val="tx1"/>
                </a:solidFill>
                <a:latin typeface="微軟正黑體" pitchFamily="34" charset="-120"/>
                <a:ea typeface="微軟正黑體" pitchFamily="34" charset="-120"/>
                <a:cs typeface="+mn-cs"/>
              </a:defRPr>
            </a:lvl2pPr>
            <a:lvl3pPr marL="1257300" indent="-342900" algn="l" defTabSz="914400" rtl="0" eaLnBrk="1" latinLnBrk="0" hangingPunct="1">
              <a:spcBef>
                <a:spcPct val="20000"/>
              </a:spcBef>
              <a:buClr>
                <a:schemeClr val="accent1"/>
              </a:buClr>
              <a:buFont typeface="微軟正黑體" panose="020B0604030504040204" pitchFamily="34" charset="-120"/>
              <a:buChar char="■"/>
              <a:defRPr sz="2400" b="1" kern="1200">
                <a:solidFill>
                  <a:schemeClr val="tx1"/>
                </a:solidFill>
                <a:latin typeface="微軟正黑體" pitchFamily="34" charset="-120"/>
                <a:ea typeface="微軟正黑體" pitchFamily="34" charset="-120"/>
                <a:cs typeface="+mn-cs"/>
              </a:defRPr>
            </a:lvl3pPr>
            <a:lvl4pPr marL="1371600" indent="0" algn="l" defTabSz="914400" rtl="0" eaLnBrk="1" latinLnBrk="0" hangingPunct="1">
              <a:spcBef>
                <a:spcPct val="20000"/>
              </a:spcBef>
              <a:buFont typeface="Arial" pitchFamily="34" charset="0"/>
              <a:buNone/>
              <a:defRPr sz="2000" b="1" kern="1200">
                <a:solidFill>
                  <a:schemeClr val="tx1"/>
                </a:solidFill>
                <a:latin typeface="微軟正黑體" pitchFamily="34" charset="-120"/>
                <a:ea typeface="微軟正黑體" pitchFamily="34" charset="-120"/>
                <a:cs typeface="+mn-cs"/>
              </a:defRPr>
            </a:lvl4pPr>
            <a:lvl5pPr marL="1828800" indent="0" algn="l" defTabSz="914400" rtl="0" eaLnBrk="1" latinLnBrk="0" hangingPunct="1">
              <a:spcBef>
                <a:spcPct val="20000"/>
              </a:spcBef>
              <a:buFont typeface="Arial" pitchFamily="34" charset="0"/>
              <a:buNone/>
              <a:defRPr sz="1800" b="1" kern="1200">
                <a:solidFill>
                  <a:schemeClr val="tx1"/>
                </a:solidFill>
                <a:latin typeface="微軟正黑體" pitchFamily="34" charset="-120"/>
                <a:ea typeface="微軟正黑體" pitchFamily="34" charset="-120"/>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nSpc>
                <a:spcPct val="80000"/>
              </a:lnSpc>
            </a:pPr>
            <a:r>
              <a:rPr lang="zh-TW" altLang="en-US" sz="2600" dirty="0"/>
              <a:t>計算理論專門探討計算問題的複雜度，除回答特定計算問題的難易度，也設計最有效方法來解題。</a:t>
            </a:r>
          </a:p>
        </p:txBody>
      </p:sp>
    </p:spTree>
    <p:extLst>
      <p:ext uri="{BB962C8B-B14F-4D97-AF65-F5344CB8AC3E}">
        <p14:creationId xmlns:p14="http://schemas.microsoft.com/office/powerpoint/2010/main" val="355770610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dirty="0"/>
              <a:t>排序問題</a:t>
            </a:r>
          </a:p>
        </p:txBody>
      </p:sp>
      <p:sp>
        <p:nvSpPr>
          <p:cNvPr id="4" name="內容版面配置區 3"/>
          <p:cNvSpPr>
            <a:spLocks noGrp="1"/>
          </p:cNvSpPr>
          <p:nvPr>
            <p:ph idx="1"/>
          </p:nvPr>
        </p:nvSpPr>
        <p:spPr/>
        <p:txBody>
          <a:bodyPr>
            <a:normAutofit/>
          </a:bodyPr>
          <a:lstStyle/>
          <a:p>
            <a:r>
              <a:rPr lang="zh-TW" altLang="en-US" dirty="0"/>
              <a:t>給定</a:t>
            </a:r>
            <a:r>
              <a:rPr lang="en-US" altLang="zh-TW" dirty="0"/>
              <a:t>n</a:t>
            </a:r>
            <a:r>
              <a:rPr lang="zh-TW" altLang="en-US" dirty="0"/>
              <a:t>個數，請將它們由小排到大。</a:t>
            </a:r>
            <a:endParaRPr lang="en-US" altLang="zh-TW" dirty="0"/>
          </a:p>
          <a:p>
            <a:r>
              <a:rPr lang="zh-TW" altLang="en-US" dirty="0"/>
              <a:t>計算理論專家已證明最少要用和</a:t>
            </a:r>
            <a:r>
              <a:rPr lang="en-US" altLang="zh-TW" dirty="0" err="1"/>
              <a:t>nlog</a:t>
            </a:r>
            <a:r>
              <a:rPr lang="en-US" altLang="zh-TW" baseline="-25000" dirty="0" err="1"/>
              <a:t>2</a:t>
            </a:r>
            <a:r>
              <a:rPr lang="en-US" altLang="zh-TW" dirty="0" err="1"/>
              <a:t>n</a:t>
            </a:r>
            <a:r>
              <a:rPr lang="zh-TW" altLang="en-US" dirty="0"/>
              <a:t>成常數正比的比較次數才能排好，如：</a:t>
            </a:r>
            <a:endParaRPr lang="en-US" altLang="zh-TW" dirty="0"/>
          </a:p>
          <a:p>
            <a:pPr lvl="1"/>
            <a:r>
              <a:rPr lang="zh-TW" altLang="en-US" dirty="0"/>
              <a:t>合併排序法</a:t>
            </a:r>
            <a:r>
              <a:rPr lang="en-US" altLang="zh-TW" dirty="0"/>
              <a:t>(merge sort)</a:t>
            </a:r>
            <a:r>
              <a:rPr lang="zh-TW" altLang="en-US" dirty="0"/>
              <a:t>。</a:t>
            </a:r>
            <a:endParaRPr lang="en-US" altLang="zh-TW" dirty="0"/>
          </a:p>
          <a:p>
            <a:pPr lvl="1"/>
            <a:r>
              <a:rPr lang="zh-TW" altLang="en-US" dirty="0"/>
              <a:t>湊堆排序法</a:t>
            </a:r>
            <a:r>
              <a:rPr lang="en-US" altLang="zh-TW" dirty="0"/>
              <a:t>(heap sort)</a:t>
            </a:r>
            <a:r>
              <a:rPr lang="zh-TW" altLang="en-US" dirty="0"/>
              <a:t>。</a:t>
            </a:r>
          </a:p>
          <a:p>
            <a:endParaRPr lang="zh-TW" altLang="en-US" dirty="0"/>
          </a:p>
        </p:txBody>
      </p:sp>
    </p:spTree>
    <p:extLst>
      <p:ext uri="{BB962C8B-B14F-4D97-AF65-F5344CB8AC3E}">
        <p14:creationId xmlns:p14="http://schemas.microsoft.com/office/powerpoint/2010/main" val="414716463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en-US" altLang="zh-TW" dirty="0"/>
              <a:t>NP-Complete</a:t>
            </a:r>
            <a:endParaRPr lang="zh-TW" altLang="en-US" dirty="0"/>
          </a:p>
        </p:txBody>
      </p:sp>
      <p:sp>
        <p:nvSpPr>
          <p:cNvPr id="4" name="內容版面配置區 3"/>
          <p:cNvSpPr>
            <a:spLocks noGrp="1"/>
          </p:cNvSpPr>
          <p:nvPr>
            <p:ph idx="1"/>
          </p:nvPr>
        </p:nvSpPr>
        <p:spPr>
          <a:xfrm>
            <a:off x="457200" y="1525384"/>
            <a:ext cx="8229600" cy="3251611"/>
          </a:xfrm>
        </p:spPr>
        <p:txBody>
          <a:bodyPr>
            <a:normAutofit fontScale="85000" lnSpcReduction="10000"/>
          </a:bodyPr>
          <a:lstStyle/>
          <a:p>
            <a:r>
              <a:rPr lang="zh-TW" altLang="en-US" dirty="0"/>
              <a:t>所有</a:t>
            </a:r>
            <a:r>
              <a:rPr lang="en-US" altLang="zh-TW" dirty="0"/>
              <a:t>NP-Complete</a:t>
            </a:r>
            <a:r>
              <a:rPr lang="zh-TW" altLang="en-US" dirty="0"/>
              <a:t>問題，至今仍無有效解法。只要有一個找到有效解法，所有</a:t>
            </a:r>
            <a:r>
              <a:rPr lang="en-US" altLang="zh-TW" dirty="0"/>
              <a:t>NP Complete</a:t>
            </a:r>
            <a:r>
              <a:rPr lang="zh-TW" altLang="en-US" dirty="0"/>
              <a:t>問題都有有效解法。</a:t>
            </a:r>
            <a:endParaRPr lang="en-US" altLang="zh-TW" dirty="0"/>
          </a:p>
          <a:p>
            <a:r>
              <a:rPr lang="zh-TW" altLang="en-US" dirty="0"/>
              <a:t>雖然大家幾乎認為</a:t>
            </a:r>
            <a:r>
              <a:rPr lang="en-US" altLang="zh-TW" dirty="0"/>
              <a:t>NP-Complete</a:t>
            </a:r>
            <a:r>
              <a:rPr lang="zh-TW" altLang="en-US" dirty="0"/>
              <a:t>並不存在有效解法，但都沒有人可以證明。</a:t>
            </a:r>
            <a:endParaRPr lang="en-US" altLang="zh-TW" dirty="0"/>
          </a:p>
          <a:p>
            <a:r>
              <a:rPr lang="zh-TW" altLang="en-US" dirty="0"/>
              <a:t>在上個世紀末，證明</a:t>
            </a:r>
            <a:r>
              <a:rPr lang="en-US" altLang="zh-TW" dirty="0"/>
              <a:t>NP-Complete</a:t>
            </a:r>
            <a:r>
              <a:rPr lang="zh-TW" altLang="en-US" dirty="0"/>
              <a:t>問題是否存在有效解法被列為世紀數學七大難題之一，懸賞百萬元美金。</a:t>
            </a:r>
          </a:p>
        </p:txBody>
      </p:sp>
    </p:spTree>
    <p:extLst>
      <p:ext uri="{BB962C8B-B14F-4D97-AF65-F5344CB8AC3E}">
        <p14:creationId xmlns:p14="http://schemas.microsoft.com/office/powerpoint/2010/main" val="190480478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fontScale="90000"/>
          </a:bodyPr>
          <a:lstStyle/>
          <a:p>
            <a:r>
              <a:rPr lang="en-US" altLang="zh-TW"/>
              <a:t>16-5 </a:t>
            </a:r>
            <a:r>
              <a:rPr lang="zh-TW" altLang="en-US"/>
              <a:t>計算理論</a:t>
            </a:r>
            <a:endParaRPr lang="zh-TW" altLang="en-US" dirty="0"/>
          </a:p>
        </p:txBody>
      </p:sp>
      <p:sp>
        <p:nvSpPr>
          <p:cNvPr id="5" name="內容版面配置區 4"/>
          <p:cNvSpPr>
            <a:spLocks noGrp="1"/>
          </p:cNvSpPr>
          <p:nvPr>
            <p:ph idx="1"/>
          </p:nvPr>
        </p:nvSpPr>
        <p:spPr/>
        <p:txBody>
          <a:bodyPr/>
          <a:lstStyle/>
          <a:p>
            <a:r>
              <a:rPr lang="zh-TW" altLang="en-US"/>
              <a:t>有一些問題，是再強的計算機都無解的，最有名的是「程式是否停止問題」</a:t>
            </a:r>
            <a:r>
              <a:rPr lang="en-US" altLang="zh-TW"/>
              <a:t>(halting problem)</a:t>
            </a:r>
            <a:r>
              <a:rPr lang="zh-TW" altLang="en-US"/>
              <a:t>，這問題是問有沒有一個程式，可以用來判斷給定的程式及其輸入是否會停。</a:t>
            </a:r>
            <a:endParaRPr lang="en-US" altLang="zh-TW"/>
          </a:p>
          <a:p>
            <a:endParaRPr lang="zh-TW" altLang="en-US" dirty="0"/>
          </a:p>
        </p:txBody>
      </p:sp>
    </p:spTree>
    <p:extLst>
      <p:ext uri="{BB962C8B-B14F-4D97-AF65-F5344CB8AC3E}">
        <p14:creationId xmlns:p14="http://schemas.microsoft.com/office/powerpoint/2010/main" val="107346880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fontScale="90000"/>
          </a:bodyPr>
          <a:lstStyle/>
          <a:p>
            <a:r>
              <a:rPr lang="zh-TW" altLang="en-US" dirty="0"/>
              <a:t>自我矛盾性</a:t>
            </a:r>
            <a:r>
              <a:rPr lang="en-US" altLang="zh-TW" dirty="0"/>
              <a:t>(paradox)</a:t>
            </a:r>
            <a:endParaRPr lang="zh-TW" altLang="en-US" dirty="0"/>
          </a:p>
        </p:txBody>
      </p:sp>
      <p:graphicFrame>
        <p:nvGraphicFramePr>
          <p:cNvPr id="7" name="內容版面配置區 6"/>
          <p:cNvGraphicFramePr>
            <a:graphicFrameLocks noGrp="1"/>
          </p:cNvGraphicFramePr>
          <p:nvPr>
            <p:ph idx="1"/>
            <p:extLst>
              <p:ext uri="{D42A27DB-BD31-4B8C-83A1-F6EECF244321}">
                <p14:modId xmlns:p14="http://schemas.microsoft.com/office/powerpoint/2010/main" val="1189344983"/>
              </p:ext>
            </p:extLst>
          </p:nvPr>
        </p:nvGraphicFramePr>
        <p:xfrm>
          <a:off x="321037" y="2417806"/>
          <a:ext cx="8362950" cy="197664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Picture 2"/>
          <p:cNvPicPr>
            <a:picLocks noChangeAspect="1" noChangeArrowheads="1"/>
          </p:cNvPicPr>
          <p:nvPr/>
        </p:nvPicPr>
        <p:blipFill>
          <a:blip r:embed="rId7" cstate="print"/>
          <a:srcRect/>
          <a:stretch>
            <a:fillRect/>
          </a:stretch>
        </p:blipFill>
        <p:spPr bwMode="auto">
          <a:xfrm>
            <a:off x="323850" y="1564010"/>
            <a:ext cx="8496300" cy="647700"/>
          </a:xfrm>
          <a:prstGeom prst="rect">
            <a:avLst/>
          </a:prstGeom>
          <a:noFill/>
          <a:ln w="9525">
            <a:noFill/>
            <a:miter lim="800000"/>
            <a:headEnd/>
            <a:tailEnd/>
          </a:ln>
          <a:effectLst/>
        </p:spPr>
      </p:pic>
    </p:spTree>
    <p:extLst>
      <p:ext uri="{BB962C8B-B14F-4D97-AF65-F5344CB8AC3E}">
        <p14:creationId xmlns:p14="http://schemas.microsoft.com/office/powerpoint/2010/main" val="217000789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fontScale="90000"/>
          </a:bodyPr>
          <a:lstStyle/>
          <a:p>
            <a:r>
              <a:rPr lang="zh-TW" altLang="en-US" dirty="0"/>
              <a:t>程式是否停止問題</a:t>
            </a:r>
          </a:p>
        </p:txBody>
      </p:sp>
      <p:sp>
        <p:nvSpPr>
          <p:cNvPr id="5" name="內容版面配置區 4"/>
          <p:cNvSpPr>
            <a:spLocks noGrp="1"/>
          </p:cNvSpPr>
          <p:nvPr>
            <p:ph idx="1"/>
          </p:nvPr>
        </p:nvSpPr>
        <p:spPr/>
        <p:txBody>
          <a:bodyPr/>
          <a:lstStyle/>
          <a:p>
            <a:r>
              <a:rPr lang="zh-TW" altLang="en-US" dirty="0"/>
              <a:t>用矛盾證法假設存在一個程式</a:t>
            </a:r>
            <a:r>
              <a:rPr lang="en-US" altLang="zh-TW" dirty="0"/>
              <a:t>x</a:t>
            </a:r>
            <a:r>
              <a:rPr lang="zh-TW" altLang="en-US" dirty="0"/>
              <a:t>，可判斷給定的程式及其輸入是否會停。</a:t>
            </a:r>
            <a:endParaRPr lang="en-US" altLang="zh-TW" dirty="0"/>
          </a:p>
          <a:p>
            <a:r>
              <a:rPr lang="zh-TW" altLang="en-US" dirty="0"/>
              <a:t>再開發另一個程式</a:t>
            </a:r>
            <a:r>
              <a:rPr lang="en-US" altLang="zh-TW" dirty="0"/>
              <a:t>y</a:t>
            </a:r>
            <a:r>
              <a:rPr lang="zh-TW" altLang="en-US" dirty="0"/>
              <a:t>，其程式前面為程式</a:t>
            </a:r>
            <a:r>
              <a:rPr lang="en-US" altLang="zh-TW" dirty="0"/>
              <a:t>x</a:t>
            </a:r>
            <a:r>
              <a:rPr lang="zh-TW" altLang="en-US" dirty="0"/>
              <a:t>，後面再加上一個與</a:t>
            </a:r>
            <a:r>
              <a:rPr lang="en-US" altLang="zh-TW" dirty="0"/>
              <a:t>x</a:t>
            </a:r>
            <a:r>
              <a:rPr lang="zh-TW" altLang="en-US" dirty="0"/>
              <a:t>結果相反的動作：</a:t>
            </a:r>
          </a:p>
          <a:p>
            <a:endParaRPr lang="zh-TW" altLang="en-US" dirty="0"/>
          </a:p>
        </p:txBody>
      </p:sp>
      <p:pic>
        <p:nvPicPr>
          <p:cNvPr id="6"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36783" y="3696875"/>
            <a:ext cx="4455495" cy="126396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87212836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fontScale="90000"/>
          </a:bodyPr>
          <a:lstStyle/>
          <a:p>
            <a:r>
              <a:rPr lang="zh-TW" altLang="en-US" dirty="0"/>
              <a:t>程式是否停止問題</a:t>
            </a:r>
          </a:p>
        </p:txBody>
      </p:sp>
      <p:sp>
        <p:nvSpPr>
          <p:cNvPr id="5" name="內容版面配置區 4"/>
          <p:cNvSpPr>
            <a:spLocks noGrp="1"/>
          </p:cNvSpPr>
          <p:nvPr>
            <p:ph idx="1"/>
          </p:nvPr>
        </p:nvSpPr>
        <p:spPr/>
        <p:txBody>
          <a:bodyPr>
            <a:normAutofit fontScale="92500" lnSpcReduction="10000"/>
          </a:bodyPr>
          <a:lstStyle/>
          <a:p>
            <a:pPr marL="0" indent="0">
              <a:buNone/>
            </a:pPr>
            <a:r>
              <a:rPr lang="zh-TW" altLang="en-US" dirty="0"/>
              <a:t>將程式</a:t>
            </a:r>
            <a:r>
              <a:rPr lang="en-US" altLang="zh-TW" dirty="0"/>
              <a:t>y</a:t>
            </a:r>
            <a:r>
              <a:rPr lang="zh-TW" altLang="en-US" dirty="0"/>
              <a:t>丟給程式</a:t>
            </a:r>
            <a:r>
              <a:rPr lang="en-US" altLang="zh-TW" dirty="0"/>
              <a:t>y</a:t>
            </a:r>
            <a:r>
              <a:rPr lang="zh-TW" altLang="en-US" dirty="0"/>
              <a:t>自己判斷會不會停：</a:t>
            </a:r>
            <a:endParaRPr lang="en-US" altLang="zh-TW" dirty="0"/>
          </a:p>
          <a:p>
            <a:r>
              <a:rPr lang="zh-TW" altLang="en-US" dirty="0"/>
              <a:t>假設程式</a:t>
            </a:r>
            <a:r>
              <a:rPr lang="en-US" altLang="zh-TW" dirty="0"/>
              <a:t>x</a:t>
            </a:r>
            <a:r>
              <a:rPr lang="zh-TW" altLang="en-US" dirty="0"/>
              <a:t>可判斷給定的程式及其輸入是否會停，因此，程式</a:t>
            </a:r>
            <a:r>
              <a:rPr lang="en-US" altLang="zh-TW" dirty="0"/>
              <a:t>y</a:t>
            </a:r>
            <a:r>
              <a:rPr lang="zh-TW" altLang="en-US" dirty="0"/>
              <a:t>執行時會先以程式</a:t>
            </a:r>
            <a:r>
              <a:rPr lang="en-US" altLang="zh-TW" dirty="0"/>
              <a:t>x</a:t>
            </a:r>
            <a:r>
              <a:rPr lang="zh-TW" altLang="en-US" dirty="0"/>
              <a:t>來判斷程式</a:t>
            </a:r>
            <a:r>
              <a:rPr lang="en-US" altLang="zh-TW" dirty="0"/>
              <a:t>y</a:t>
            </a:r>
            <a:r>
              <a:rPr lang="zh-TW" altLang="en-US" dirty="0"/>
              <a:t>會不會停，若</a:t>
            </a:r>
            <a:r>
              <a:rPr lang="en-US" altLang="zh-TW" dirty="0"/>
              <a:t>x</a:t>
            </a:r>
            <a:r>
              <a:rPr lang="zh-TW" altLang="en-US" dirty="0"/>
              <a:t>說不會停，則停；如果</a:t>
            </a:r>
            <a:r>
              <a:rPr lang="en-US" altLang="zh-TW" dirty="0"/>
              <a:t>x</a:t>
            </a:r>
            <a:r>
              <a:rPr lang="zh-TW" altLang="en-US" dirty="0"/>
              <a:t>說會停，則不停。</a:t>
            </a:r>
            <a:endParaRPr lang="en-US" altLang="zh-TW" dirty="0"/>
          </a:p>
          <a:p>
            <a:r>
              <a:rPr lang="zh-TW" altLang="en-US" dirty="0"/>
              <a:t>此時會產生矛盾：如果程式</a:t>
            </a:r>
            <a:r>
              <a:rPr lang="en-US" altLang="zh-TW" dirty="0"/>
              <a:t>y</a:t>
            </a:r>
            <a:r>
              <a:rPr lang="zh-TW" altLang="en-US" dirty="0"/>
              <a:t>不會停，則程式</a:t>
            </a:r>
            <a:r>
              <a:rPr lang="en-US" altLang="zh-TW" dirty="0"/>
              <a:t>y</a:t>
            </a:r>
            <a:r>
              <a:rPr lang="zh-TW" altLang="en-US" dirty="0"/>
              <a:t>停止；如果程式</a:t>
            </a:r>
            <a:r>
              <a:rPr lang="en-US" altLang="zh-TW" dirty="0"/>
              <a:t>y</a:t>
            </a:r>
            <a:r>
              <a:rPr lang="zh-TW" altLang="en-US" dirty="0"/>
              <a:t>會停，則程式</a:t>
            </a:r>
            <a:r>
              <a:rPr lang="en-US" altLang="zh-TW" dirty="0"/>
              <a:t>y</a:t>
            </a:r>
            <a:r>
              <a:rPr lang="zh-TW" altLang="en-US" dirty="0"/>
              <a:t>不會停。</a:t>
            </a:r>
            <a:endParaRPr lang="en-US" altLang="zh-TW" dirty="0"/>
          </a:p>
          <a:p>
            <a:endParaRPr lang="zh-TW" altLang="en-US" dirty="0"/>
          </a:p>
        </p:txBody>
      </p:sp>
    </p:spTree>
    <p:extLst>
      <p:ext uri="{BB962C8B-B14F-4D97-AF65-F5344CB8AC3E}">
        <p14:creationId xmlns:p14="http://schemas.microsoft.com/office/powerpoint/2010/main" val="169607863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fontScale="90000"/>
          </a:bodyPr>
          <a:lstStyle/>
          <a:p>
            <a:r>
              <a:rPr lang="zh-TW" altLang="en-US" dirty="0"/>
              <a:t>程式是否停止問題</a:t>
            </a:r>
          </a:p>
        </p:txBody>
      </p:sp>
      <p:sp>
        <p:nvSpPr>
          <p:cNvPr id="5" name="內容版面配置區 4"/>
          <p:cNvSpPr>
            <a:spLocks noGrp="1"/>
          </p:cNvSpPr>
          <p:nvPr>
            <p:ph idx="1"/>
          </p:nvPr>
        </p:nvSpPr>
        <p:spPr/>
        <p:txBody>
          <a:bodyPr>
            <a:normAutofit lnSpcReduction="10000"/>
          </a:bodyPr>
          <a:lstStyle/>
          <a:p>
            <a:r>
              <a:rPr lang="zh-TW" altLang="en-US" dirty="0"/>
              <a:t>矛盾來源：</a:t>
            </a:r>
            <a:br>
              <a:rPr lang="en-US" altLang="zh-TW" dirty="0"/>
            </a:br>
            <a:r>
              <a:rPr lang="zh-TW" altLang="en-US" dirty="0"/>
              <a:t>因為假設存在一個程式</a:t>
            </a:r>
            <a:r>
              <a:rPr lang="en-US" altLang="zh-TW" dirty="0"/>
              <a:t>x</a:t>
            </a:r>
            <a:r>
              <a:rPr lang="zh-TW" altLang="en-US" dirty="0"/>
              <a:t>，可判斷給定的程式及其輸入是否會停。</a:t>
            </a:r>
            <a:endParaRPr lang="en-US" altLang="zh-TW" dirty="0"/>
          </a:p>
          <a:p>
            <a:r>
              <a:rPr lang="zh-TW" altLang="en-US" dirty="0"/>
              <a:t>因此，並不存在一個程式</a:t>
            </a:r>
            <a:r>
              <a:rPr lang="en-US" altLang="zh-TW" dirty="0"/>
              <a:t>x</a:t>
            </a:r>
            <a:r>
              <a:rPr lang="zh-TW" altLang="en-US" dirty="0"/>
              <a:t>，可以判斷給定的程式及其輸入是否會停。「程式是否停止問題」是無解的。</a:t>
            </a:r>
          </a:p>
          <a:p>
            <a:endParaRPr lang="zh-TW" altLang="en-US" dirty="0"/>
          </a:p>
        </p:txBody>
      </p:sp>
    </p:spTree>
    <p:extLst>
      <p:ext uri="{BB962C8B-B14F-4D97-AF65-F5344CB8AC3E}">
        <p14:creationId xmlns:p14="http://schemas.microsoft.com/office/powerpoint/2010/main" val="284249124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normAutofit/>
          </a:bodyPr>
          <a:lstStyle/>
          <a:p>
            <a:r>
              <a:rPr lang="zh-TW" altLang="en-US" dirty="0">
                <a:solidFill>
                  <a:srgbClr val="C00000"/>
                </a:solidFill>
              </a:rPr>
              <a:t>與機率大神共存的海海人生</a:t>
            </a:r>
            <a:endParaRPr lang="en-US" altLang="zh-TW" dirty="0">
              <a:solidFill>
                <a:srgbClr val="C00000"/>
              </a:solidFill>
            </a:endParaRPr>
          </a:p>
          <a:p>
            <a:r>
              <a:rPr lang="zh-TW" altLang="en-US" dirty="0"/>
              <a:t>哈佛大學任期最長的前校長艾略特曾說：「所有事務的推展，乃基於信念或機率判斷，而非確定性。」</a:t>
            </a:r>
          </a:p>
        </p:txBody>
      </p:sp>
    </p:spTree>
    <p:extLst>
      <p:ext uri="{BB962C8B-B14F-4D97-AF65-F5344CB8AC3E}">
        <p14:creationId xmlns:p14="http://schemas.microsoft.com/office/powerpoint/2010/main" val="338528372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lstStyle/>
          <a:p>
            <a:r>
              <a:rPr lang="zh-TW" altLang="en-US" dirty="0"/>
              <a:t>生活日常何嘗不是如此，舉凡專業決策、醫藥保健、投資理財、交通路況、天氣預測、運動競賽、樂透彩券，乃至於抽籤分發等事件，冥冥中總與機率大神同行，有時陰溝裡翻船，有時柳暗花明又一村，有時卻又無風也無雨，沒人說得準。</a:t>
            </a:r>
          </a:p>
          <a:p>
            <a:endParaRPr lang="zh-TW" altLang="en-US" dirty="0"/>
          </a:p>
        </p:txBody>
      </p:sp>
    </p:spTree>
    <p:extLst>
      <p:ext uri="{BB962C8B-B14F-4D97-AF65-F5344CB8AC3E}">
        <p14:creationId xmlns:p14="http://schemas.microsoft.com/office/powerpoint/2010/main" val="2179626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en-US" altLang="zh-TW" dirty="0"/>
              <a:t>16-6</a:t>
            </a:r>
            <a:r>
              <a:rPr lang="zh-TW" altLang="en-US" dirty="0"/>
              <a:t> 感測網路、物聯網及智慧聯網</a:t>
            </a:r>
          </a:p>
        </p:txBody>
      </p:sp>
      <p:sp>
        <p:nvSpPr>
          <p:cNvPr id="4" name="內容版面配置區 3"/>
          <p:cNvSpPr>
            <a:spLocks noGrp="1"/>
          </p:cNvSpPr>
          <p:nvPr>
            <p:ph idx="1"/>
          </p:nvPr>
        </p:nvSpPr>
        <p:spPr/>
        <p:txBody>
          <a:bodyPr>
            <a:normAutofit/>
          </a:bodyPr>
          <a:lstStyle/>
          <a:p>
            <a:pPr>
              <a:lnSpc>
                <a:spcPct val="120000"/>
              </a:lnSpc>
            </a:pPr>
            <a:r>
              <a:rPr lang="zh-TW" altLang="en-US" dirty="0"/>
              <a:t>龍捲風</a:t>
            </a:r>
            <a:r>
              <a:rPr lang="en-US" altLang="zh-TW" dirty="0"/>
              <a:t>(Twister)</a:t>
            </a:r>
            <a:r>
              <a:rPr lang="zh-TW" altLang="en-US" dirty="0"/>
              <a:t>影片中，科學家以大量球型數據搜集裝置，量測龍捲風內部數據，並透過網路回傳量測到的數據資料。</a:t>
            </a:r>
          </a:p>
        </p:txBody>
      </p:sp>
      <p:pic>
        <p:nvPicPr>
          <p:cNvPr id="6" name="Picture 3"/>
          <p:cNvPicPr>
            <a:picLocks noChangeAspect="1" noChangeArrowheads="1"/>
          </p:cNvPicPr>
          <p:nvPr/>
        </p:nvPicPr>
        <p:blipFill rotWithShape="1">
          <a:blip r:embed="rId2" cstate="screen">
            <a:extLst>
              <a:ext uri="{28A0092B-C50C-407E-A947-70E740481C1C}">
                <a14:useLocalDpi xmlns:a14="http://schemas.microsoft.com/office/drawing/2010/main"/>
              </a:ext>
            </a:extLst>
          </a:blip>
          <a:srcRect t="16141"/>
          <a:stretch/>
        </p:blipFill>
        <p:spPr bwMode="auto">
          <a:xfrm>
            <a:off x="2366755" y="3282570"/>
            <a:ext cx="4383925" cy="1496552"/>
          </a:xfrm>
          <a:prstGeom prst="rect">
            <a:avLst/>
          </a:prstGeom>
          <a:ln>
            <a:noFill/>
          </a:ln>
          <a:effectLst>
            <a:softEdge rad="112500"/>
          </a:effectLst>
        </p:spPr>
      </p:pic>
    </p:spTree>
    <p:extLst>
      <p:ext uri="{BB962C8B-B14F-4D97-AF65-F5344CB8AC3E}">
        <p14:creationId xmlns:p14="http://schemas.microsoft.com/office/powerpoint/2010/main" val="157562899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dirty="0"/>
              <a:t>感測網路 </a:t>
            </a:r>
            <a:r>
              <a:rPr lang="en-US" altLang="zh-TW" dirty="0"/>
              <a:t>(sensor network)</a:t>
            </a:r>
            <a:endParaRPr lang="zh-TW" altLang="en-US" dirty="0"/>
          </a:p>
        </p:txBody>
      </p:sp>
      <p:sp>
        <p:nvSpPr>
          <p:cNvPr id="2" name="內容版面配置區 1"/>
          <p:cNvSpPr>
            <a:spLocks noGrp="1"/>
          </p:cNvSpPr>
          <p:nvPr>
            <p:ph idx="1"/>
          </p:nvPr>
        </p:nvSpPr>
        <p:spPr/>
        <p:txBody>
          <a:bodyPr/>
          <a:lstStyle/>
          <a:p>
            <a:r>
              <a:rPr lang="zh-TW" altLang="en-US" dirty="0"/>
              <a:t>感測網路的主要應用是在一定規模的實驗場所裡進行資料搜集。</a:t>
            </a:r>
            <a:endParaRPr lang="en-US" altLang="zh-TW" dirty="0"/>
          </a:p>
          <a:p>
            <a:r>
              <a:rPr lang="zh-TW" altLang="en-US" dirty="0"/>
              <a:t>實驗的場所範圍可大可小，進行數據搜集的感測器也可依實驗需求，用來搜集如溫度、溼度、聲音、振動、壓力等各種數據。</a:t>
            </a:r>
            <a:endParaRPr lang="en-US" altLang="zh-TW" dirty="0"/>
          </a:p>
        </p:txBody>
      </p:sp>
    </p:spTree>
    <p:extLst>
      <p:ext uri="{BB962C8B-B14F-4D97-AF65-F5344CB8AC3E}">
        <p14:creationId xmlns:p14="http://schemas.microsoft.com/office/powerpoint/2010/main" val="257564522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en-US" dirty="0"/>
              <a:t>感測網路 </a:t>
            </a:r>
            <a:r>
              <a:rPr lang="en-US" altLang="zh-TW" dirty="0"/>
              <a:t>(sensor network)</a:t>
            </a:r>
            <a:endParaRPr lang="zh-TW" altLang="en-US" dirty="0"/>
          </a:p>
        </p:txBody>
      </p:sp>
      <p:sp>
        <p:nvSpPr>
          <p:cNvPr id="3" name="內容版面配置區 2"/>
          <p:cNvSpPr>
            <a:spLocks noGrp="1"/>
          </p:cNvSpPr>
          <p:nvPr>
            <p:ph idx="1"/>
          </p:nvPr>
        </p:nvSpPr>
        <p:spPr/>
        <p:txBody>
          <a:bodyPr/>
          <a:lstStyle/>
          <a:p>
            <a:r>
              <a:rPr lang="zh-TW" altLang="en-US" dirty="0"/>
              <a:t>由一群感測器所組成的網路即為</a:t>
            </a:r>
            <a:r>
              <a:rPr lang="zh-TW" altLang="en-US" dirty="0">
                <a:solidFill>
                  <a:srgbClr val="C00000"/>
                </a:solidFill>
              </a:rPr>
              <a:t>感測網路</a:t>
            </a:r>
            <a:r>
              <a:rPr lang="zh-TW" altLang="en-US" dirty="0"/>
              <a:t>，搜集到的數據則可透過感測網路回傳給資料處理中心。</a:t>
            </a:r>
          </a:p>
          <a:p>
            <a:endParaRPr lang="zh-TW" altLang="en-US" dirty="0"/>
          </a:p>
        </p:txBody>
      </p:sp>
    </p:spTree>
    <p:extLst>
      <p:ext uri="{BB962C8B-B14F-4D97-AF65-F5344CB8AC3E}">
        <p14:creationId xmlns:p14="http://schemas.microsoft.com/office/powerpoint/2010/main" val="2094513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a:t>感測網路 </a:t>
            </a:r>
            <a:r>
              <a:rPr lang="en-US" altLang="zh-TW"/>
              <a:t>(sensor network)</a:t>
            </a:r>
            <a:endParaRPr lang="zh-TW" altLang="en-US" dirty="0"/>
          </a:p>
        </p:txBody>
      </p:sp>
      <p:sp>
        <p:nvSpPr>
          <p:cNvPr id="2" name="內容版面配置區 1"/>
          <p:cNvSpPr>
            <a:spLocks noGrp="1"/>
          </p:cNvSpPr>
          <p:nvPr>
            <p:ph idx="1"/>
          </p:nvPr>
        </p:nvSpPr>
        <p:spPr/>
        <p:txBody>
          <a:bodyPr/>
          <a:lstStyle/>
          <a:p>
            <a:r>
              <a:rPr lang="zh-TW" altLang="en-US" dirty="0"/>
              <a:t>感測器可透過有線網路或無線網路進行通訊，電源供給方式可以是一般電源線或透過電池供電。</a:t>
            </a:r>
            <a:endParaRPr lang="en-US" altLang="zh-TW" dirty="0"/>
          </a:p>
          <a:p>
            <a:r>
              <a:rPr lang="zh-TW" altLang="en-US" dirty="0"/>
              <a:t>建置在大樓的感測器通常可用有線網路配合電源或是可一併提供電源的網路線</a:t>
            </a:r>
            <a:r>
              <a:rPr lang="en-US" altLang="zh-TW" dirty="0"/>
              <a:t>(</a:t>
            </a:r>
            <a:r>
              <a:rPr lang="zh-TW" altLang="en-US" dirty="0"/>
              <a:t>即</a:t>
            </a:r>
            <a:r>
              <a:rPr lang="en-US" altLang="zh-TW" dirty="0" err="1">
                <a:solidFill>
                  <a:srgbClr val="C00000"/>
                </a:solidFill>
              </a:rPr>
              <a:t>PoE</a:t>
            </a:r>
            <a:r>
              <a:rPr lang="zh-TW" altLang="en-US" dirty="0"/>
              <a:t>，</a:t>
            </a:r>
            <a:r>
              <a:rPr lang="en-US" altLang="zh-TW" dirty="0"/>
              <a:t>Power over Ethernet</a:t>
            </a:r>
            <a:r>
              <a:rPr lang="zh-TW" altLang="en-US" dirty="0"/>
              <a:t>技術</a:t>
            </a:r>
            <a:r>
              <a:rPr lang="en-US" altLang="zh-TW" dirty="0"/>
              <a:t>)</a:t>
            </a:r>
            <a:r>
              <a:rPr lang="zh-TW" altLang="en-US" dirty="0"/>
              <a:t>。</a:t>
            </a:r>
            <a:endParaRPr lang="en-US" altLang="zh-TW" dirty="0"/>
          </a:p>
        </p:txBody>
      </p:sp>
    </p:spTree>
    <p:extLst>
      <p:ext uri="{BB962C8B-B14F-4D97-AF65-F5344CB8AC3E}">
        <p14:creationId xmlns:p14="http://schemas.microsoft.com/office/powerpoint/2010/main" val="178569461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en-US" dirty="0"/>
              <a:t>感測網路 </a:t>
            </a:r>
            <a:r>
              <a:rPr lang="en-US" altLang="zh-TW" dirty="0"/>
              <a:t>(sensor network)</a:t>
            </a:r>
            <a:endParaRPr lang="zh-TW" altLang="en-US" dirty="0"/>
          </a:p>
        </p:txBody>
      </p:sp>
      <p:sp>
        <p:nvSpPr>
          <p:cNvPr id="3" name="內容版面配置區 2"/>
          <p:cNvSpPr>
            <a:spLocks noGrp="1"/>
          </p:cNvSpPr>
          <p:nvPr>
            <p:ph idx="1"/>
          </p:nvPr>
        </p:nvSpPr>
        <p:spPr/>
        <p:txBody>
          <a:bodyPr/>
          <a:lstStyle/>
          <a:p>
            <a:r>
              <a:rPr lang="zh-TW" altLang="en-US" dirty="0"/>
              <a:t>若在大規模、不易建置網路和電源的環境下，則可能使用無線網路通訊、使用電池供電的感測器。</a:t>
            </a:r>
          </a:p>
          <a:p>
            <a:endParaRPr lang="zh-TW" altLang="en-US" dirty="0"/>
          </a:p>
        </p:txBody>
      </p:sp>
    </p:spTree>
    <p:extLst>
      <p:ext uri="{BB962C8B-B14F-4D97-AF65-F5344CB8AC3E}">
        <p14:creationId xmlns:p14="http://schemas.microsoft.com/office/powerpoint/2010/main" val="284653821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a:t>感測網路 </a:t>
            </a:r>
            <a:r>
              <a:rPr lang="en-US" altLang="zh-TW"/>
              <a:t>(sensor network)</a:t>
            </a:r>
            <a:endParaRPr lang="zh-TW" altLang="en-US" dirty="0"/>
          </a:p>
        </p:txBody>
      </p:sp>
      <p:sp>
        <p:nvSpPr>
          <p:cNvPr id="2" name="內容版面配置區 1"/>
          <p:cNvSpPr>
            <a:spLocks noGrp="1"/>
          </p:cNvSpPr>
          <p:nvPr>
            <p:ph idx="1"/>
          </p:nvPr>
        </p:nvSpPr>
        <p:spPr/>
        <p:txBody>
          <a:bodyPr/>
          <a:lstStyle/>
          <a:p>
            <a:r>
              <a:rPr lang="zh-TW" altLang="en-US" dirty="0"/>
              <a:t>感測器間的網路無法把數據資料傳送回資料處理中心。因此需要一個類似</a:t>
            </a:r>
            <a:r>
              <a:rPr lang="zh-TW" altLang="en-US" dirty="0">
                <a:solidFill>
                  <a:srgbClr val="C00000"/>
                </a:solidFill>
              </a:rPr>
              <a:t>基地台</a:t>
            </a:r>
            <a:r>
              <a:rPr lang="en-US" altLang="zh-TW" dirty="0"/>
              <a:t>(base station)</a:t>
            </a:r>
            <a:r>
              <a:rPr lang="zh-TW" altLang="en-US" dirty="0"/>
              <a:t>、</a:t>
            </a:r>
            <a:r>
              <a:rPr lang="zh-TW" altLang="en-US" dirty="0">
                <a:solidFill>
                  <a:srgbClr val="C00000"/>
                </a:solidFill>
              </a:rPr>
              <a:t>轉送站</a:t>
            </a:r>
            <a:r>
              <a:rPr lang="en-US" altLang="zh-TW" dirty="0"/>
              <a:t>(relay)</a:t>
            </a:r>
            <a:r>
              <a:rPr lang="zh-TW" altLang="en-US" dirty="0"/>
              <a:t>、</a:t>
            </a:r>
            <a:r>
              <a:rPr lang="zh-TW" altLang="en-US" dirty="0">
                <a:solidFill>
                  <a:srgbClr val="C00000"/>
                </a:solidFill>
              </a:rPr>
              <a:t>路由器</a:t>
            </a:r>
            <a:r>
              <a:rPr lang="en-US" altLang="zh-TW" dirty="0"/>
              <a:t>(router)</a:t>
            </a:r>
            <a:r>
              <a:rPr lang="zh-TW" altLang="en-US" dirty="0"/>
              <a:t>或是</a:t>
            </a:r>
            <a:r>
              <a:rPr lang="zh-TW" altLang="en-US" dirty="0">
                <a:solidFill>
                  <a:srgbClr val="C00000"/>
                </a:solidFill>
              </a:rPr>
              <a:t>閘道器</a:t>
            </a:r>
            <a:r>
              <a:rPr lang="zh-TW" altLang="en-US" dirty="0"/>
              <a:t>（</a:t>
            </a:r>
            <a:r>
              <a:rPr lang="en-US" altLang="zh-TW" dirty="0"/>
              <a:t>gateway</a:t>
            </a:r>
            <a:r>
              <a:rPr lang="zh-TW" altLang="en-US" dirty="0"/>
              <a:t>）的裝置，負責彙整區域內搜集的數據，回傳至資料處理中心。</a:t>
            </a:r>
            <a:endParaRPr lang="en-US" altLang="zh-TW" dirty="0"/>
          </a:p>
        </p:txBody>
      </p:sp>
    </p:spTree>
    <p:extLst>
      <p:ext uri="{BB962C8B-B14F-4D97-AF65-F5344CB8AC3E}">
        <p14:creationId xmlns:p14="http://schemas.microsoft.com/office/powerpoint/2010/main" val="110867354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en-US" dirty="0"/>
              <a:t>感測網路 </a:t>
            </a:r>
            <a:r>
              <a:rPr lang="en-US" altLang="zh-TW" dirty="0"/>
              <a:t>(sensor network)</a:t>
            </a:r>
            <a:endParaRPr lang="zh-TW" altLang="en-US" dirty="0"/>
          </a:p>
        </p:txBody>
      </p:sp>
      <p:sp>
        <p:nvSpPr>
          <p:cNvPr id="3" name="內容版面配置區 2"/>
          <p:cNvSpPr>
            <a:spLocks noGrp="1"/>
          </p:cNvSpPr>
          <p:nvPr>
            <p:ph idx="1"/>
          </p:nvPr>
        </p:nvSpPr>
        <p:spPr/>
        <p:txBody>
          <a:bodyPr/>
          <a:lstStyle/>
          <a:p>
            <a:r>
              <a:rPr lang="zh-TW" altLang="en-US" dirty="0"/>
              <a:t>此「基地台」可能是一個比較高級的感測器，或是一個特製的資料彙集或轉送裝置，可將數據資料回傳至資料處理中心。</a:t>
            </a:r>
          </a:p>
          <a:p>
            <a:endParaRPr lang="zh-TW" altLang="en-US" dirty="0"/>
          </a:p>
        </p:txBody>
      </p:sp>
    </p:spTree>
    <p:extLst>
      <p:ext uri="{BB962C8B-B14F-4D97-AF65-F5344CB8AC3E}">
        <p14:creationId xmlns:p14="http://schemas.microsoft.com/office/powerpoint/2010/main" val="230605174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dirty="0"/>
              <a:t>物聯網 </a:t>
            </a:r>
            <a:r>
              <a:rPr lang="en-US" altLang="zh-TW" dirty="0"/>
              <a:t>(</a:t>
            </a:r>
            <a:r>
              <a:rPr lang="en-US" altLang="zh-TW" dirty="0" err="1"/>
              <a:t>IoT</a:t>
            </a:r>
            <a:r>
              <a:rPr lang="en-US" altLang="zh-TW" dirty="0"/>
              <a:t>)</a:t>
            </a:r>
            <a:endParaRPr lang="zh-TW" altLang="en-US" dirty="0"/>
          </a:p>
        </p:txBody>
      </p:sp>
      <p:sp>
        <p:nvSpPr>
          <p:cNvPr id="2" name="內容版面配置區 1"/>
          <p:cNvSpPr>
            <a:spLocks noGrp="1"/>
          </p:cNvSpPr>
          <p:nvPr>
            <p:ph idx="1"/>
          </p:nvPr>
        </p:nvSpPr>
        <p:spPr/>
        <p:txBody>
          <a:bodyPr>
            <a:noAutofit/>
          </a:bodyPr>
          <a:lstStyle/>
          <a:p>
            <a:pPr>
              <a:lnSpc>
                <a:spcPct val="120000"/>
              </a:lnSpc>
            </a:pPr>
            <a:r>
              <a:rPr lang="zh-TW" altLang="en-US" sz="2400" dirty="0">
                <a:solidFill>
                  <a:srgbClr val="C00000"/>
                </a:solidFill>
              </a:rPr>
              <a:t>物聯網</a:t>
            </a:r>
            <a:r>
              <a:rPr lang="en-US" altLang="zh-TW" sz="2400" dirty="0"/>
              <a:t>(Internet of things</a:t>
            </a:r>
            <a:r>
              <a:rPr lang="zh-TW" altLang="en-US" sz="2400" dirty="0"/>
              <a:t>；</a:t>
            </a:r>
            <a:r>
              <a:rPr lang="en-US" altLang="zh-TW" sz="2400" dirty="0" err="1"/>
              <a:t>IoT</a:t>
            </a:r>
            <a:r>
              <a:rPr lang="en-US" altLang="zh-TW" sz="2400" dirty="0"/>
              <a:t>)</a:t>
            </a:r>
            <a:r>
              <a:rPr lang="zh-TW" altLang="en-US" sz="2400" dirty="0"/>
              <a:t>和感測網路的概念類似，可說是感測網路的進階版。</a:t>
            </a:r>
            <a:endParaRPr lang="en-US" altLang="zh-TW" sz="2400" dirty="0"/>
          </a:p>
          <a:p>
            <a:pPr>
              <a:lnSpc>
                <a:spcPct val="120000"/>
              </a:lnSpc>
            </a:pPr>
            <a:r>
              <a:rPr lang="zh-TW" altLang="en-US" sz="2400" dirty="0"/>
              <a:t>在感測網路裡，所有的感測器之間會形成一個網路；而物聯網則更進一步，把所有的裝置</a:t>
            </a:r>
            <a:br>
              <a:rPr lang="en-US" altLang="zh-TW" sz="2400" dirty="0"/>
            </a:br>
            <a:r>
              <a:rPr lang="zh-TW" altLang="en-US" sz="2400" dirty="0"/>
              <a:t>都連接成一個網路，甚至還可接上</a:t>
            </a:r>
            <a:br>
              <a:rPr lang="en-US" altLang="zh-TW" sz="2400" dirty="0"/>
            </a:br>
            <a:r>
              <a:rPr lang="zh-TW" altLang="en-US" sz="2400" dirty="0"/>
              <a:t>網際網路。</a:t>
            </a:r>
            <a:endParaRPr lang="en-US" altLang="zh-TW" sz="2400" dirty="0"/>
          </a:p>
        </p:txBody>
      </p:sp>
      <p:pic>
        <p:nvPicPr>
          <p:cNvPr id="5" name="圖片 4"/>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5877145" y="3021800"/>
            <a:ext cx="2565285" cy="1429230"/>
          </a:xfrm>
          <a:prstGeom prst="rect">
            <a:avLst/>
          </a:prstGeom>
        </p:spPr>
      </p:pic>
    </p:spTree>
    <p:extLst>
      <p:ext uri="{BB962C8B-B14F-4D97-AF65-F5344CB8AC3E}">
        <p14:creationId xmlns:p14="http://schemas.microsoft.com/office/powerpoint/2010/main" val="370248827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dirty="0"/>
              <a:t>物聯網 </a:t>
            </a:r>
            <a:r>
              <a:rPr lang="en-US" altLang="zh-TW" dirty="0"/>
              <a:t>(</a:t>
            </a:r>
            <a:r>
              <a:rPr lang="en-US" altLang="zh-TW" dirty="0" err="1"/>
              <a:t>IoT</a:t>
            </a:r>
            <a:r>
              <a:rPr lang="en-US" altLang="zh-TW" dirty="0"/>
              <a:t>)</a:t>
            </a:r>
            <a:endParaRPr lang="zh-TW" altLang="en-US" dirty="0"/>
          </a:p>
        </p:txBody>
      </p:sp>
      <p:sp>
        <p:nvSpPr>
          <p:cNvPr id="2" name="內容版面配置區 1"/>
          <p:cNvSpPr>
            <a:spLocks noGrp="1"/>
          </p:cNvSpPr>
          <p:nvPr>
            <p:ph idx="1"/>
          </p:nvPr>
        </p:nvSpPr>
        <p:spPr/>
        <p:txBody>
          <a:bodyPr>
            <a:normAutofit/>
          </a:bodyPr>
          <a:lstStyle/>
          <a:p>
            <a:pPr>
              <a:lnSpc>
                <a:spcPct val="120000"/>
              </a:lnSpc>
            </a:pPr>
            <a:r>
              <a:rPr lang="zh-TW" altLang="en-US" sz="3000" dirty="0"/>
              <a:t>物聯網的概念最早可能是出現在比爾蓋茲</a:t>
            </a:r>
            <a:r>
              <a:rPr lang="en-US" altLang="zh-TW" sz="3000" dirty="0"/>
              <a:t>1995</a:t>
            </a:r>
            <a:r>
              <a:rPr lang="zh-TW" altLang="en-US" sz="3000" dirty="0"/>
              <a:t>年的</a:t>
            </a:r>
            <a:r>
              <a:rPr lang="en-US" altLang="zh-TW" sz="3000" dirty="0"/>
              <a:t>《</a:t>
            </a:r>
            <a:r>
              <a:rPr lang="zh-TW" altLang="en-US" sz="3000" dirty="0"/>
              <a:t>未來之路</a:t>
            </a:r>
            <a:r>
              <a:rPr lang="en-US" altLang="zh-TW" sz="3000" dirty="0"/>
              <a:t>》</a:t>
            </a:r>
            <a:r>
              <a:rPr lang="zh-TW" altLang="en-US" sz="3000" dirty="0"/>
              <a:t>書中提到「物物相連」的概念。</a:t>
            </a:r>
          </a:p>
          <a:p>
            <a:pPr>
              <a:lnSpc>
                <a:spcPct val="120000"/>
              </a:lnSpc>
            </a:pPr>
            <a:r>
              <a:rPr lang="zh-TW" altLang="en-US" sz="3000" dirty="0"/>
              <a:t>國際電信聯盟於</a:t>
            </a:r>
            <a:r>
              <a:rPr lang="en-US" altLang="zh-TW" sz="3000" dirty="0"/>
              <a:t>2005</a:t>
            </a:r>
            <a:r>
              <a:rPr lang="zh-TW" altLang="en-US" sz="3000" dirty="0"/>
              <a:t>年正式提出物聯網的概念。</a:t>
            </a:r>
            <a:endParaRPr lang="en-US" altLang="zh-TW" sz="3000" dirty="0"/>
          </a:p>
        </p:txBody>
      </p:sp>
    </p:spTree>
    <p:extLst>
      <p:ext uri="{BB962C8B-B14F-4D97-AF65-F5344CB8AC3E}">
        <p14:creationId xmlns:p14="http://schemas.microsoft.com/office/powerpoint/2010/main" val="249130451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en-US" dirty="0"/>
              <a:t>物聯網 </a:t>
            </a:r>
            <a:r>
              <a:rPr lang="en-US" altLang="zh-TW" dirty="0"/>
              <a:t>(</a:t>
            </a:r>
            <a:r>
              <a:rPr lang="en-US" altLang="zh-TW" dirty="0" err="1"/>
              <a:t>IoT</a:t>
            </a:r>
            <a:r>
              <a:rPr lang="en-US" altLang="zh-TW" dirty="0"/>
              <a:t>)</a:t>
            </a:r>
            <a:endParaRPr lang="zh-TW" altLang="en-US" dirty="0"/>
          </a:p>
        </p:txBody>
      </p:sp>
      <p:sp>
        <p:nvSpPr>
          <p:cNvPr id="3" name="內容版面配置區 2"/>
          <p:cNvSpPr>
            <a:spLocks noGrp="1"/>
          </p:cNvSpPr>
          <p:nvPr>
            <p:ph idx="1"/>
          </p:nvPr>
        </p:nvSpPr>
        <p:spPr/>
        <p:txBody>
          <a:bodyPr/>
          <a:lstStyle/>
          <a:p>
            <a:r>
              <a:rPr lang="zh-TW" altLang="en-US" dirty="0"/>
              <a:t>在物聯網的世界裡，每個裝置或是物體上，帶有不同的晶片。</a:t>
            </a:r>
            <a:endParaRPr lang="en-US" altLang="zh-TW" dirty="0"/>
          </a:p>
          <a:p>
            <a:r>
              <a:rPr lang="zh-TW" altLang="en-US" dirty="0"/>
              <a:t>裝置依其能力提供各式各樣的資訊，透過像「基地台」或是「轉送站」等裝置，彙整至資料處理中心，進行各式各樣的應用。</a:t>
            </a:r>
          </a:p>
          <a:p>
            <a:endParaRPr lang="zh-TW" altLang="en-US" dirty="0"/>
          </a:p>
        </p:txBody>
      </p:sp>
    </p:spTree>
    <p:extLst>
      <p:ext uri="{BB962C8B-B14F-4D97-AF65-F5344CB8AC3E}">
        <p14:creationId xmlns:p14="http://schemas.microsoft.com/office/powerpoint/2010/main" val="66577406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dirty="0"/>
              <a:t>物聯網 </a:t>
            </a:r>
            <a:r>
              <a:rPr lang="en-US" altLang="zh-TW" dirty="0"/>
              <a:t>(</a:t>
            </a:r>
            <a:r>
              <a:rPr lang="en-US" altLang="zh-TW" dirty="0" err="1"/>
              <a:t>IoT</a:t>
            </a:r>
            <a:r>
              <a:rPr lang="en-US" altLang="zh-TW" dirty="0"/>
              <a:t>)</a:t>
            </a:r>
            <a:endParaRPr lang="zh-TW" altLang="en-US" dirty="0"/>
          </a:p>
        </p:txBody>
      </p:sp>
      <p:sp>
        <p:nvSpPr>
          <p:cNvPr id="2" name="內容版面配置區 1"/>
          <p:cNvSpPr>
            <a:spLocks noGrp="1"/>
          </p:cNvSpPr>
          <p:nvPr>
            <p:ph idx="1"/>
          </p:nvPr>
        </p:nvSpPr>
        <p:spPr/>
        <p:txBody>
          <a:bodyPr>
            <a:normAutofit/>
          </a:bodyPr>
          <a:lstStyle/>
          <a:p>
            <a:pPr>
              <a:lnSpc>
                <a:spcPct val="120000"/>
              </a:lnSpc>
            </a:pPr>
            <a:r>
              <a:rPr lang="zh-TW" altLang="en-US" sz="3000" dirty="0"/>
              <a:t>物聯網的設計為三層式的架構：</a:t>
            </a:r>
            <a:endParaRPr lang="zh-TW" altLang="en-US" dirty="0"/>
          </a:p>
        </p:txBody>
      </p:sp>
      <p:graphicFrame>
        <p:nvGraphicFramePr>
          <p:cNvPr id="5" name="資料庫圖表 4"/>
          <p:cNvGraphicFramePr/>
          <p:nvPr>
            <p:extLst>
              <p:ext uri="{D42A27DB-BD31-4B8C-83A1-F6EECF244321}">
                <p14:modId xmlns:p14="http://schemas.microsoft.com/office/powerpoint/2010/main" val="4281605124"/>
              </p:ext>
            </p:extLst>
          </p:nvPr>
        </p:nvGraphicFramePr>
        <p:xfrm>
          <a:off x="341530" y="2169058"/>
          <a:ext cx="8640960" cy="259433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8316493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016605" y="514906"/>
            <a:ext cx="7920880" cy="369332"/>
          </a:xfrm>
          <a:prstGeom prst="rect">
            <a:avLst/>
          </a:prstGeom>
          <a:solidFill>
            <a:schemeClr val="accent2"/>
          </a:solidFill>
        </p:spPr>
        <p:txBody>
          <a:bodyPr wrap="square">
            <a:spAutoFit/>
          </a:bodyPr>
          <a:lstStyle/>
          <a:p>
            <a:r>
              <a:rPr lang="zh-TW" altLang="en-US" b="1" dirty="0">
                <a:solidFill>
                  <a:schemeClr val="bg1"/>
                </a:solidFill>
                <a:latin typeface="微軟正黑體" panose="020B0604030504040204" pitchFamily="34" charset="-120"/>
                <a:ea typeface="微軟正黑體" panose="020B0604030504040204" pitchFamily="34" charset="-120"/>
              </a:rPr>
              <a:t>水下通訊感測網路示意圖（資料來源：</a:t>
            </a:r>
            <a:r>
              <a:rPr lang="en-US" altLang="zh-TW" b="1" dirty="0">
                <a:solidFill>
                  <a:schemeClr val="bg1"/>
                </a:solidFill>
                <a:latin typeface="微軟正黑體" panose="020B0604030504040204" pitchFamily="34" charset="-120"/>
                <a:ea typeface="微軟正黑體" panose="020B0604030504040204" pitchFamily="34" charset="-120"/>
              </a:rPr>
              <a:t>https://arxiv.org/abs/1811.05308</a:t>
            </a:r>
            <a:r>
              <a:rPr lang="zh-TW" altLang="en-US" b="1" dirty="0">
                <a:solidFill>
                  <a:schemeClr val="bg1"/>
                </a:solidFill>
                <a:latin typeface="微軟正黑體" pitchFamily="34" charset="-120"/>
                <a:ea typeface="微軟正黑體" pitchFamily="34" charset="-120"/>
              </a:rPr>
              <a:t>）</a:t>
            </a:r>
          </a:p>
        </p:txBody>
      </p:sp>
      <p:pic>
        <p:nvPicPr>
          <p:cNvPr id="1027" name="Picture 3"/>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2166122" y="884238"/>
            <a:ext cx="4811756" cy="370998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8011830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dirty="0"/>
              <a:t>物聯網的應用</a:t>
            </a:r>
          </a:p>
        </p:txBody>
      </p:sp>
      <p:sp>
        <p:nvSpPr>
          <p:cNvPr id="2" name="內容版面配置區 1"/>
          <p:cNvSpPr>
            <a:spLocks noGrp="1"/>
          </p:cNvSpPr>
          <p:nvPr>
            <p:ph idx="1"/>
          </p:nvPr>
        </p:nvSpPr>
        <p:spPr/>
        <p:txBody>
          <a:bodyPr/>
          <a:lstStyle/>
          <a:p>
            <a:r>
              <a:rPr lang="zh-TW" altLang="en-US" dirty="0"/>
              <a:t>「數位家庭」或「智慧家庭」是常見的物聯網的應用之一。</a:t>
            </a:r>
            <a:endParaRPr lang="en-US" altLang="zh-TW" dirty="0"/>
          </a:p>
          <a:p>
            <a:r>
              <a:rPr lang="zh-TW" altLang="en-US" dirty="0"/>
              <a:t>家裡所有裝置都可透過手機或網路進行操作設定。</a:t>
            </a:r>
            <a:endParaRPr lang="en-US" altLang="zh-TW" dirty="0"/>
          </a:p>
        </p:txBody>
      </p:sp>
    </p:spTree>
    <p:extLst>
      <p:ext uri="{BB962C8B-B14F-4D97-AF65-F5344CB8AC3E}">
        <p14:creationId xmlns:p14="http://schemas.microsoft.com/office/powerpoint/2010/main" val="41737464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en-US" dirty="0"/>
              <a:t>物聯網的應用</a:t>
            </a:r>
          </a:p>
        </p:txBody>
      </p:sp>
      <p:sp>
        <p:nvSpPr>
          <p:cNvPr id="3" name="內容版面配置區 2"/>
          <p:cNvSpPr>
            <a:spLocks noGrp="1"/>
          </p:cNvSpPr>
          <p:nvPr>
            <p:ph idx="1"/>
          </p:nvPr>
        </p:nvSpPr>
        <p:spPr/>
        <p:txBody>
          <a:bodyPr/>
          <a:lstStyle/>
          <a:p>
            <a:r>
              <a:rPr lang="zh-TW" altLang="en-US" dirty="0"/>
              <a:t>只要家裡的插頭、電燈、電器等家電具備上網功能，再安裝各式各樣的</a:t>
            </a:r>
            <a:r>
              <a:rPr lang="zh-TW" altLang="en-US" dirty="0">
                <a:solidFill>
                  <a:srgbClr val="C00000"/>
                </a:solidFill>
              </a:rPr>
              <a:t>感測器</a:t>
            </a:r>
            <a:r>
              <a:rPr lang="en-US" altLang="zh-TW" dirty="0"/>
              <a:t>(</a:t>
            </a:r>
            <a:r>
              <a:rPr lang="zh-TW" altLang="en-US" dirty="0"/>
              <a:t>如溫度、光線、攝影機等</a:t>
            </a:r>
            <a:r>
              <a:rPr lang="en-US" altLang="zh-TW" dirty="0"/>
              <a:t>)</a:t>
            </a:r>
            <a:r>
              <a:rPr lang="zh-TW" altLang="en-US" dirty="0"/>
              <a:t>，並搭配</a:t>
            </a:r>
            <a:r>
              <a:rPr lang="zh-TW" altLang="en-US" dirty="0">
                <a:solidFill>
                  <a:srgbClr val="C00000"/>
                </a:solidFill>
              </a:rPr>
              <a:t>主控裝置</a:t>
            </a:r>
            <a:r>
              <a:rPr lang="en-US" altLang="zh-TW" dirty="0"/>
              <a:t>(</a:t>
            </a:r>
            <a:r>
              <a:rPr lang="zh-TW" altLang="en-US" dirty="0"/>
              <a:t>扮演資料搜集、訊號轉送或是自動控制的角色</a:t>
            </a:r>
            <a:r>
              <a:rPr lang="en-US" altLang="zh-TW" dirty="0"/>
              <a:t>)</a:t>
            </a:r>
            <a:r>
              <a:rPr lang="zh-TW" altLang="en-US" dirty="0"/>
              <a:t>，就可以建立一個小型的物聯網，建構一個智慧家庭網路。</a:t>
            </a:r>
          </a:p>
          <a:p>
            <a:endParaRPr lang="zh-TW" altLang="en-US" dirty="0"/>
          </a:p>
        </p:txBody>
      </p:sp>
    </p:spTree>
    <p:extLst>
      <p:ext uri="{BB962C8B-B14F-4D97-AF65-F5344CB8AC3E}">
        <p14:creationId xmlns:p14="http://schemas.microsoft.com/office/powerpoint/2010/main" val="74872792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normAutofit/>
          </a:bodyPr>
          <a:lstStyle/>
          <a:p>
            <a:r>
              <a:rPr lang="zh-TW" altLang="en-US" dirty="0">
                <a:solidFill>
                  <a:srgbClr val="C00000"/>
                </a:solidFill>
              </a:rPr>
              <a:t>智慧城市逍遙遊</a:t>
            </a:r>
            <a:endParaRPr lang="en-US" altLang="zh-TW" dirty="0">
              <a:solidFill>
                <a:srgbClr val="C00000"/>
              </a:solidFill>
            </a:endParaRPr>
          </a:p>
          <a:p>
            <a:r>
              <a:rPr lang="zh-TW" altLang="en-US" dirty="0"/>
              <a:t>「智慧城市展」，對近年蓬勃發展的智慧建築、醫療、交通、節能、防災、教育、治理等，有了更寬廣的視界。</a:t>
            </a:r>
            <a:endParaRPr lang="en-US" altLang="zh-TW" dirty="0"/>
          </a:p>
          <a:p>
            <a:r>
              <a:rPr lang="zh-TW" altLang="en-US" dirty="0"/>
              <a:t>身處數位時代，無論是日常生活的食衣住行育樂，或是生命旅程的生老病死，資通科技都如影隨形，深深影響著每個人。</a:t>
            </a:r>
            <a:endParaRPr lang="en-US" altLang="zh-TW" dirty="0"/>
          </a:p>
          <a:p>
            <a:endParaRPr lang="en-US" altLang="zh-TW" dirty="0"/>
          </a:p>
        </p:txBody>
      </p:sp>
    </p:spTree>
    <p:extLst>
      <p:ext uri="{BB962C8B-B14F-4D97-AF65-F5344CB8AC3E}">
        <p14:creationId xmlns:p14="http://schemas.microsoft.com/office/powerpoint/2010/main" val="95767882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dirty="0"/>
              <a:t>智慧電網</a:t>
            </a:r>
          </a:p>
        </p:txBody>
      </p:sp>
      <p:sp>
        <p:nvSpPr>
          <p:cNvPr id="2" name="內容版面配置區 1"/>
          <p:cNvSpPr>
            <a:spLocks noGrp="1"/>
          </p:cNvSpPr>
          <p:nvPr>
            <p:ph idx="1"/>
          </p:nvPr>
        </p:nvSpPr>
        <p:spPr/>
        <p:txBody>
          <a:bodyPr/>
          <a:lstStyle/>
          <a:p>
            <a:r>
              <a:rPr lang="zh-TW" altLang="en-US" dirty="0"/>
              <a:t>智慧電網</a:t>
            </a:r>
            <a:r>
              <a:rPr lang="en-US" altLang="zh-TW" dirty="0"/>
              <a:t>(smart</a:t>
            </a:r>
            <a:r>
              <a:rPr lang="zh-TW" altLang="en-US" dirty="0"/>
              <a:t> </a:t>
            </a:r>
            <a:r>
              <a:rPr lang="en-US" altLang="zh-TW" dirty="0"/>
              <a:t>grid)</a:t>
            </a:r>
            <a:r>
              <a:rPr lang="zh-TW" altLang="en-US" dirty="0"/>
              <a:t>將發電端</a:t>
            </a:r>
            <a:r>
              <a:rPr lang="en-US" altLang="zh-TW" dirty="0"/>
              <a:t>(</a:t>
            </a:r>
            <a:r>
              <a:rPr lang="zh-TW" altLang="en-US" dirty="0"/>
              <a:t>電力公司</a:t>
            </a:r>
            <a:r>
              <a:rPr lang="en-US" altLang="zh-TW" dirty="0"/>
              <a:t>)</a:t>
            </a:r>
            <a:r>
              <a:rPr lang="zh-TW" altLang="en-US" dirty="0"/>
              <a:t>、電力傳輸，以及用電端的所有設備，利用物聯網的技術建立起一最完整的監測和控制系統。</a:t>
            </a:r>
            <a:endParaRPr lang="en-US" altLang="zh-TW" dirty="0"/>
          </a:p>
        </p:txBody>
      </p:sp>
    </p:spTree>
    <p:extLst>
      <p:ext uri="{BB962C8B-B14F-4D97-AF65-F5344CB8AC3E}">
        <p14:creationId xmlns:p14="http://schemas.microsoft.com/office/powerpoint/2010/main" val="40408443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en-US" dirty="0"/>
              <a:t>智慧電網</a:t>
            </a:r>
          </a:p>
        </p:txBody>
      </p:sp>
      <p:sp>
        <p:nvSpPr>
          <p:cNvPr id="3" name="內容版面配置區 2"/>
          <p:cNvSpPr>
            <a:spLocks noGrp="1"/>
          </p:cNvSpPr>
          <p:nvPr>
            <p:ph idx="1"/>
          </p:nvPr>
        </p:nvSpPr>
        <p:spPr/>
        <p:txBody>
          <a:bodyPr>
            <a:normAutofit lnSpcReduction="10000"/>
          </a:bodyPr>
          <a:lstStyle/>
          <a:p>
            <a:r>
              <a:rPr lang="zh-TW" altLang="en-US" dirty="0"/>
              <a:t>透過智慧電網，可做到完整的即時電力監控功能，並調整資源配置。</a:t>
            </a:r>
            <a:endParaRPr lang="en-US" altLang="zh-TW" dirty="0"/>
          </a:p>
          <a:p>
            <a:r>
              <a:rPr lang="zh-TW" altLang="en-US" dirty="0"/>
              <a:t>電力公司可以儘量產生剛好夠用的電力，避免發電資源的浪費；也可透過智慧電網整合來自不同發電來源的電力，除了可提升電力系統的可靠性，更達到節能效果。</a:t>
            </a:r>
          </a:p>
          <a:p>
            <a:endParaRPr lang="zh-TW" altLang="en-US" dirty="0"/>
          </a:p>
        </p:txBody>
      </p:sp>
    </p:spTree>
    <p:extLst>
      <p:ext uri="{BB962C8B-B14F-4D97-AF65-F5344CB8AC3E}">
        <p14:creationId xmlns:p14="http://schemas.microsoft.com/office/powerpoint/2010/main" val="230083401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fontScale="90000"/>
          </a:bodyPr>
          <a:lstStyle/>
          <a:p>
            <a:r>
              <a:rPr lang="zh-TW" altLang="en-US" dirty="0"/>
              <a:t>智慧電表</a:t>
            </a:r>
          </a:p>
        </p:txBody>
      </p:sp>
      <p:sp>
        <p:nvSpPr>
          <p:cNvPr id="2" name="內容版面配置區 1"/>
          <p:cNvSpPr>
            <a:spLocks noGrp="1"/>
          </p:cNvSpPr>
          <p:nvPr>
            <p:ph idx="1"/>
          </p:nvPr>
        </p:nvSpPr>
        <p:spPr/>
        <p:txBody>
          <a:bodyPr>
            <a:normAutofit lnSpcReduction="10000"/>
          </a:bodyPr>
          <a:lstStyle/>
          <a:p>
            <a:pPr>
              <a:lnSpc>
                <a:spcPct val="120000"/>
              </a:lnSpc>
            </a:pPr>
            <a:r>
              <a:rPr lang="zh-TW" altLang="en-US" dirty="0"/>
              <a:t>使用物聯網概念的智慧電網，將傳統的電表以</a:t>
            </a:r>
            <a:r>
              <a:rPr lang="zh-TW" altLang="en-US" dirty="0">
                <a:solidFill>
                  <a:srgbClr val="C00000"/>
                </a:solidFill>
              </a:rPr>
              <a:t>智慧電表</a:t>
            </a:r>
            <a:r>
              <a:rPr lang="en-US" altLang="zh-TW" dirty="0"/>
              <a:t>(smart meter)</a:t>
            </a:r>
            <a:r>
              <a:rPr lang="zh-TW" altLang="en-US" dirty="0"/>
              <a:t>取代，可即時透過網路將用電資訊量回傳，免除抄表的麻煩，也可和「住宅能源管理系統」一併使用，可監測家庭的用電情況，並搭配時間電價，改變用電行為，避免在尖峰時段不必要的用電，適當地轉移用電時機。</a:t>
            </a:r>
          </a:p>
          <a:p>
            <a:endParaRPr lang="zh-TW" altLang="en-US" sz="2000" dirty="0"/>
          </a:p>
        </p:txBody>
      </p:sp>
    </p:spTree>
    <p:extLst>
      <p:ext uri="{BB962C8B-B14F-4D97-AF65-F5344CB8AC3E}">
        <p14:creationId xmlns:p14="http://schemas.microsoft.com/office/powerpoint/2010/main" val="195007611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521549" y="620274"/>
            <a:ext cx="8325925" cy="646331"/>
          </a:xfrm>
          <a:prstGeom prst="rect">
            <a:avLst/>
          </a:prstGeom>
          <a:solidFill>
            <a:schemeClr val="accent2"/>
          </a:solidFill>
        </p:spPr>
        <p:txBody>
          <a:bodyPr wrap="square">
            <a:spAutoFit/>
          </a:bodyPr>
          <a:lstStyle/>
          <a:p>
            <a:r>
              <a:rPr lang="zh-TW" altLang="en-US" dirty="0">
                <a:solidFill>
                  <a:schemeClr val="bg1"/>
                </a:solidFill>
                <a:latin typeface="微軟正黑體" panose="020B0604030504040204" pitchFamily="34" charset="-120"/>
                <a:ea typeface="微軟正黑體" panose="020B0604030504040204" pitchFamily="34" charset="-120"/>
              </a:rPr>
              <a:t>傳統電網與智慧電網比較示意圖（資料來源：</a:t>
            </a:r>
            <a:r>
              <a:rPr lang="en-US" altLang="zh-TW" dirty="0" err="1">
                <a:solidFill>
                  <a:schemeClr val="bg1"/>
                </a:solidFill>
                <a:latin typeface="微軟正黑體" panose="020B0604030504040204" pitchFamily="34" charset="-120"/>
                <a:ea typeface="微軟正黑體" panose="020B0604030504040204" pitchFamily="34" charset="-120"/>
              </a:rPr>
              <a:t>Wikipdeia</a:t>
            </a:r>
            <a:r>
              <a:rPr lang="en-US" altLang="zh-TW" dirty="0">
                <a:solidFill>
                  <a:schemeClr val="bg1"/>
                </a:solidFill>
                <a:latin typeface="微軟正黑體" panose="020B0604030504040204" pitchFamily="34" charset="-120"/>
                <a:ea typeface="微軟正黑體" panose="020B0604030504040204" pitchFamily="34" charset="-120"/>
              </a:rPr>
              <a:t>: By </a:t>
            </a:r>
            <a:r>
              <a:rPr lang="en-US" altLang="zh-TW" dirty="0" err="1">
                <a:solidFill>
                  <a:schemeClr val="bg1"/>
                </a:solidFill>
                <a:latin typeface="微軟正黑體" panose="020B0604030504040204" pitchFamily="34" charset="-120"/>
                <a:ea typeface="微軟正黑體" panose="020B0604030504040204" pitchFamily="34" charset="-120"/>
              </a:rPr>
              <a:t>Bartz</a:t>
            </a:r>
            <a:r>
              <a:rPr lang="en-US" altLang="zh-TW" dirty="0">
                <a:solidFill>
                  <a:schemeClr val="bg1"/>
                </a:solidFill>
                <a:latin typeface="微軟正黑體" panose="020B0604030504040204" pitchFamily="34" charset="-120"/>
                <a:ea typeface="微軟正黑體" panose="020B0604030504040204" pitchFamily="34" charset="-120"/>
              </a:rPr>
              <a:t>/</a:t>
            </a:r>
            <a:r>
              <a:rPr lang="en-US" altLang="zh-TW" dirty="0" err="1">
                <a:solidFill>
                  <a:schemeClr val="bg1"/>
                </a:solidFill>
                <a:latin typeface="微軟正黑體" panose="020B0604030504040204" pitchFamily="34" charset="-120"/>
                <a:ea typeface="微軟正黑體" panose="020B0604030504040204" pitchFamily="34" charset="-120"/>
              </a:rPr>
              <a:t>Stockmar</a:t>
            </a:r>
            <a:r>
              <a:rPr lang="en-US" altLang="zh-TW" dirty="0">
                <a:solidFill>
                  <a:schemeClr val="bg1"/>
                </a:solidFill>
                <a:latin typeface="微軟正黑體" panose="020B0604030504040204" pitchFamily="34" charset="-120"/>
                <a:ea typeface="微軟正黑體" panose="020B0604030504040204" pitchFamily="34" charset="-120"/>
              </a:rPr>
              <a:t>, CC BY-SA 4.0, https://commons.wikimedia.org/w/index.php?curid=69505750</a:t>
            </a:r>
            <a:r>
              <a:rPr lang="zh-TW" altLang="en-US" dirty="0">
                <a:solidFill>
                  <a:schemeClr val="bg1"/>
                </a:solidFill>
                <a:latin typeface="微軟正黑體" pitchFamily="34" charset="-120"/>
                <a:ea typeface="微軟正黑體" pitchFamily="34" charset="-120"/>
              </a:rPr>
              <a:t>） </a:t>
            </a:r>
          </a:p>
        </p:txBody>
      </p:sp>
      <p:pic>
        <p:nvPicPr>
          <p:cNvPr id="2050"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26995" y="1342310"/>
            <a:ext cx="3600000" cy="352469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9209881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normAutofit/>
          </a:bodyPr>
          <a:lstStyle/>
          <a:p>
            <a:r>
              <a:rPr lang="zh-TW" altLang="en-US" dirty="0">
                <a:solidFill>
                  <a:srgbClr val="C00000"/>
                </a:solidFill>
              </a:rPr>
              <a:t>善用智慧三表 節能減碳省荷包</a:t>
            </a:r>
            <a:endParaRPr lang="en-US" altLang="zh-TW" dirty="0">
              <a:solidFill>
                <a:srgbClr val="C00000"/>
              </a:solidFill>
            </a:endParaRPr>
          </a:p>
          <a:p>
            <a:r>
              <a:rPr lang="zh-TW" altLang="en-US" dirty="0"/>
              <a:t>智慧電表用戶可查詢到昨日以前的用電資訊，主要功能如「用電度數統計」，時段區分為每十五分鐘、每小時、每日和每月，以及尖峰和非尖峰等。</a:t>
            </a:r>
            <a:endParaRPr lang="en-US" altLang="zh-TW" dirty="0"/>
          </a:p>
        </p:txBody>
      </p:sp>
    </p:spTree>
    <p:extLst>
      <p:ext uri="{BB962C8B-B14F-4D97-AF65-F5344CB8AC3E}">
        <p14:creationId xmlns:p14="http://schemas.microsoft.com/office/powerpoint/2010/main" val="35369190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lstStyle/>
          <a:p>
            <a:r>
              <a:rPr lang="zh-TW" altLang="en-US" dirty="0"/>
              <a:t>智慧三表的資訊攸關用戶權益及安全，應屬個資法保障的範疇。無論是內部作業或外包業務，都應建立安全機制防止用戶資料被竊取、洩漏或竄改，並能在遭到侵害時通知當事人。</a:t>
            </a:r>
          </a:p>
          <a:p>
            <a:endParaRPr lang="zh-TW" altLang="en-US" dirty="0"/>
          </a:p>
        </p:txBody>
      </p:sp>
    </p:spTree>
    <p:extLst>
      <p:ext uri="{BB962C8B-B14F-4D97-AF65-F5344CB8AC3E}">
        <p14:creationId xmlns:p14="http://schemas.microsoft.com/office/powerpoint/2010/main" val="130976560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內容版面配置區 2"/>
          <p:cNvSpPr>
            <a:spLocks noGrp="1"/>
          </p:cNvSpPr>
          <p:nvPr>
            <p:ph idx="1"/>
          </p:nvPr>
        </p:nvSpPr>
        <p:spPr/>
        <p:txBody>
          <a:bodyPr/>
          <a:lstStyle/>
          <a:p>
            <a:r>
              <a:rPr lang="zh-TW" altLang="en-US" sz="2400" dirty="0">
                <a:solidFill>
                  <a:srgbClr val="C00000"/>
                </a:solidFill>
              </a:rPr>
              <a:t>十年後的人工智慧時代</a:t>
            </a:r>
            <a:endParaRPr lang="en-US" altLang="zh-TW" sz="2400" dirty="0">
              <a:solidFill>
                <a:srgbClr val="C00000"/>
              </a:solidFill>
            </a:endParaRPr>
          </a:p>
          <a:p>
            <a:r>
              <a:rPr lang="zh-TW" altLang="en-US" sz="2400" dirty="0"/>
              <a:t>請同學預測十年後人工智慧（</a:t>
            </a:r>
            <a:r>
              <a:rPr lang="en-US" altLang="zh-TW" sz="2400" dirty="0"/>
              <a:t>AI</a:t>
            </a:r>
            <a:r>
              <a:rPr lang="zh-TW" altLang="en-US" sz="2400" dirty="0"/>
              <a:t>）對社會的影響，該預測可以是一項技術、一種產品、一幅景象或一個概念。</a:t>
            </a:r>
          </a:p>
        </p:txBody>
      </p:sp>
    </p:spTree>
    <p:extLst>
      <p:ext uri="{BB962C8B-B14F-4D97-AF65-F5344CB8AC3E}">
        <p14:creationId xmlns:p14="http://schemas.microsoft.com/office/powerpoint/2010/main" val="413021735"/>
      </p:ext>
    </p:extLst>
  </p:cSld>
  <p:clrMapOvr>
    <a:masterClrMapping/>
  </p:clrMapOvr>
</p:sld>
</file>

<file path=ppt/theme/theme1.xml><?xml version="1.0" encoding="utf-8"?>
<a:theme xmlns:a="http://schemas.openxmlformats.org/drawingml/2006/main" name="Office 佈景主題">
  <a:themeElements>
    <a:clrScheme name="藍綠色">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2646</TotalTime>
  <Words>5246</Words>
  <Application>Microsoft Office PowerPoint</Application>
  <PresentationFormat>如螢幕大小 (16:9)</PresentationFormat>
  <Paragraphs>343</Paragraphs>
  <Slides>100</Slides>
  <Notes>0</Notes>
  <HiddenSlides>0</HiddenSlides>
  <MMClips>0</MMClips>
  <ScaleCrop>false</ScaleCrop>
  <HeadingPairs>
    <vt:vector size="6" baseType="variant">
      <vt:variant>
        <vt:lpstr>使用字型</vt:lpstr>
      </vt:variant>
      <vt:variant>
        <vt:i4>4</vt:i4>
      </vt:variant>
      <vt:variant>
        <vt:lpstr>佈景主題</vt:lpstr>
      </vt:variant>
      <vt:variant>
        <vt:i4>1</vt:i4>
      </vt:variant>
      <vt:variant>
        <vt:lpstr>投影片標題</vt:lpstr>
      </vt:variant>
      <vt:variant>
        <vt:i4>100</vt:i4>
      </vt:variant>
    </vt:vector>
  </HeadingPairs>
  <TitlesOfParts>
    <vt:vector size="105" baseType="lpstr">
      <vt:lpstr>微軟正黑體</vt:lpstr>
      <vt:lpstr>Arial</vt:lpstr>
      <vt:lpstr>Calibri</vt:lpstr>
      <vt:lpstr>Wingdings 3</vt:lpstr>
      <vt:lpstr>Office 佈景主題</vt:lpstr>
      <vt:lpstr>進階資訊理論及應用課題</vt:lpstr>
      <vt:lpstr>16-1 雲端運算</vt:lpstr>
      <vt:lpstr>16-1 雲端運算</vt:lpstr>
      <vt:lpstr>16-1 雲端運算</vt:lpstr>
      <vt:lpstr>16-1 雲端運算</vt:lpstr>
      <vt:lpstr>PowerPoint 簡報</vt:lpstr>
      <vt:lpstr>IaaS</vt:lpstr>
      <vt:lpstr>IaaS</vt:lpstr>
      <vt:lpstr>PowerPoint 簡報</vt:lpstr>
      <vt:lpstr>PaaS</vt:lpstr>
      <vt:lpstr>PaaS服務支援網站開發方式</vt:lpstr>
      <vt:lpstr>PaaS服務支援網站開發方式</vt:lpstr>
      <vt:lpstr>SaaS</vt:lpstr>
      <vt:lpstr>SaaS</vt:lpstr>
      <vt:lpstr>16-1 雲端運算</vt:lpstr>
      <vt:lpstr>16-1 雲端運算</vt:lpstr>
      <vt:lpstr>16-1 雲端運算</vt:lpstr>
      <vt:lpstr>16-1 雲端運算</vt:lpstr>
      <vt:lpstr>16-1 雲端運算</vt:lpstr>
      <vt:lpstr>霧計算（Fog Computing）</vt:lpstr>
      <vt:lpstr>霧計算（Fog Computing）</vt:lpstr>
      <vt:lpstr>霧計算（Fog Computing）</vt:lpstr>
      <vt:lpstr>PowerPoint 簡報</vt:lpstr>
      <vt:lpstr>PowerPoint 簡報</vt:lpstr>
      <vt:lpstr>16-2 生物資訊</vt:lpstr>
      <vt:lpstr>生物資訊學的主軸</vt:lpstr>
      <vt:lpstr>16-2 生物資訊</vt:lpstr>
      <vt:lpstr>序列組合</vt:lpstr>
      <vt:lpstr>序列組合</vt:lpstr>
      <vt:lpstr>序列分析</vt:lpstr>
      <vt:lpstr>序列分析</vt:lpstr>
      <vt:lpstr>生物資訊資料庫</vt:lpstr>
      <vt:lpstr>基因認定</vt:lpstr>
      <vt:lpstr>種族樹建構</vt:lpstr>
      <vt:lpstr>種族樹建構</vt:lpstr>
      <vt:lpstr>蛋白質三維結構推測</vt:lpstr>
      <vt:lpstr>蛋白質三維結構推測</vt:lpstr>
      <vt:lpstr>PowerPoint 簡報</vt:lpstr>
      <vt:lpstr>PowerPoint 簡報</vt:lpstr>
      <vt:lpstr>16-3 多媒體</vt:lpstr>
      <vt:lpstr>16-3 多媒體</vt:lpstr>
      <vt:lpstr>16-3 多媒體</vt:lpstr>
      <vt:lpstr>數位化媒體資訊的好處</vt:lpstr>
      <vt:lpstr>PowerPoint 簡報</vt:lpstr>
      <vt:lpstr>影像</vt:lpstr>
      <vt:lpstr>影像</vt:lpstr>
      <vt:lpstr>影像</vt:lpstr>
      <vt:lpstr>影像</vt:lpstr>
      <vt:lpstr>影像的儲存容量計算</vt:lpstr>
      <vt:lpstr>影像編輯軟體</vt:lpstr>
      <vt:lpstr>影像編輯軟體</vt:lpstr>
      <vt:lpstr>影像檔副檔名</vt:lpstr>
      <vt:lpstr>影像儲存方式</vt:lpstr>
      <vt:lpstr>聲音</vt:lpstr>
      <vt:lpstr>影音播放軟體</vt:lpstr>
      <vt:lpstr>PowerPoint 簡報</vt:lpstr>
      <vt:lpstr>PowerPoint 簡報</vt:lpstr>
      <vt:lpstr>16-4 資料壓縮</vt:lpstr>
      <vt:lpstr>如何做資料壓縮？</vt:lpstr>
      <vt:lpstr>如何做資料壓縮？</vt:lpstr>
      <vt:lpstr>數位影像資料壓縮技術</vt:lpstr>
      <vt:lpstr>數位視訊壓縮技術</vt:lpstr>
      <vt:lpstr>MPEG</vt:lpstr>
      <vt:lpstr>MPEG</vt:lpstr>
      <vt:lpstr>MP3</vt:lpstr>
      <vt:lpstr>WinZip</vt:lpstr>
      <vt:lpstr>PowerPoint 簡報</vt:lpstr>
      <vt:lpstr>PowerPoint 簡報</vt:lpstr>
      <vt:lpstr>16-5 計算理論</vt:lpstr>
      <vt:lpstr>排序問題</vt:lpstr>
      <vt:lpstr>NP-Complete</vt:lpstr>
      <vt:lpstr>16-5 計算理論</vt:lpstr>
      <vt:lpstr>自我矛盾性(paradox)</vt:lpstr>
      <vt:lpstr>程式是否停止問題</vt:lpstr>
      <vt:lpstr>程式是否停止問題</vt:lpstr>
      <vt:lpstr>程式是否停止問題</vt:lpstr>
      <vt:lpstr>PowerPoint 簡報</vt:lpstr>
      <vt:lpstr>PowerPoint 簡報</vt:lpstr>
      <vt:lpstr>16-6 感測網路、物聯網及智慧聯網</vt:lpstr>
      <vt:lpstr>感測網路 (sensor network)</vt:lpstr>
      <vt:lpstr>感測網路 (sensor network)</vt:lpstr>
      <vt:lpstr>感測網路 (sensor network)</vt:lpstr>
      <vt:lpstr>感測網路 (sensor network)</vt:lpstr>
      <vt:lpstr>感測網路 (sensor network)</vt:lpstr>
      <vt:lpstr>感測網路 (sensor network)</vt:lpstr>
      <vt:lpstr>物聯網 (IoT)</vt:lpstr>
      <vt:lpstr>物聯網 (IoT)</vt:lpstr>
      <vt:lpstr>物聯網 (IoT)</vt:lpstr>
      <vt:lpstr>物聯網 (IoT)</vt:lpstr>
      <vt:lpstr>PowerPoint 簡報</vt:lpstr>
      <vt:lpstr>物聯網的應用</vt:lpstr>
      <vt:lpstr>物聯網的應用</vt:lpstr>
      <vt:lpstr>PowerPoint 簡報</vt:lpstr>
      <vt:lpstr>智慧電網</vt:lpstr>
      <vt:lpstr>智慧電網</vt:lpstr>
      <vt:lpstr>智慧電表</vt:lpstr>
      <vt:lpstr>PowerPoint 簡報</vt:lpstr>
      <vt:lpstr>PowerPoint 簡報</vt:lpstr>
      <vt:lpstr>PowerPoint 簡報</vt:lpstr>
      <vt:lpstr>PowerPoint 簡報</vt:lpstr>
    </vt:vector>
  </TitlesOfParts>
  <Company>FDZone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creator>ox01ox01</dc:creator>
  <cp:lastModifiedBy>D2</cp:lastModifiedBy>
  <cp:revision>209</cp:revision>
  <dcterms:created xsi:type="dcterms:W3CDTF">2015-04-21T01:58:17Z</dcterms:created>
  <dcterms:modified xsi:type="dcterms:W3CDTF">2026-07-02T03:53:28Z</dcterms:modified>
</cp:coreProperties>
</file>